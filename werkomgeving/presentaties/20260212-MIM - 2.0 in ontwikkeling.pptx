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9.xml" ContentType="application/vnd.openxmlformats-officedocument.presentationml.slideLayout+xml"/>
  <Override PartName="/ppt/slideLayouts/slideLayout30.xml" ContentType="application/vnd.openxmlformats-officedocument.presentationml.slideLayout+xml"/>
  <Override PartName="/ppt/slideLayouts/slideLayout31.xml" ContentType="application/vnd.openxmlformats-officedocument.presentationml.slideLayout+xml"/>
  <Override PartName="/ppt/slideLayouts/slideLayout32.xml" ContentType="application/vnd.openxmlformats-officedocument.presentationml.slideLayout+xml"/>
  <Override PartName="/ppt/theme/theme2.xml" ContentType="application/vnd.openxmlformats-officedocument.them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4"/>
  </p:sldMasterIdLst>
  <p:notesMasterIdLst>
    <p:notesMasterId r:id="rId25"/>
  </p:notesMasterIdLst>
  <p:sldIdLst>
    <p:sldId id="256" r:id="rId5"/>
    <p:sldId id="289" r:id="rId6"/>
    <p:sldId id="296" r:id="rId7"/>
    <p:sldId id="298" r:id="rId8"/>
    <p:sldId id="286" r:id="rId9"/>
    <p:sldId id="297" r:id="rId10"/>
    <p:sldId id="299" r:id="rId11"/>
    <p:sldId id="301" r:id="rId12"/>
    <p:sldId id="302" r:id="rId13"/>
    <p:sldId id="300" r:id="rId14"/>
    <p:sldId id="270" r:id="rId15"/>
    <p:sldId id="271" r:id="rId16"/>
    <p:sldId id="292" r:id="rId17"/>
    <p:sldId id="291" r:id="rId18"/>
    <p:sldId id="290" r:id="rId19"/>
    <p:sldId id="295" r:id="rId20"/>
    <p:sldId id="294" r:id="rId21"/>
    <p:sldId id="288" r:id="rId22"/>
    <p:sldId id="287" r:id="rId23"/>
    <p:sldId id="259" r:id="rId24"/>
  </p:sldIdLst>
  <p:sldSz cx="12192000" cy="6858000"/>
  <p:notesSz cx="6858000" cy="9144000"/>
  <p:defaultTextStyle>
    <a:defPPr>
      <a:defRPr lang="nl-NL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000000"/>
    <a:srgbClr val="EEEEEE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82ABE33C-715C-40DE-95E7-87486F5E8687}" v="85" dt="2026-01-28T09:46:57.406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Stijl, gemiddeld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F5AB1C69-6EDB-4FF4-983F-18BD219EF322}" styleName="Stijl, gemiddeld 2 - Accent 3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3">
              <a:tint val="20000"/>
            </a:schemeClr>
          </a:solidFill>
        </a:fill>
      </a:tcStyle>
    </a:wholeTbl>
    <a:band1H>
      <a:tcStyle>
        <a:tcBdr/>
        <a:fill>
          <a:solidFill>
            <a:schemeClr val="accent3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3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3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3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4995" autoAdjust="0"/>
    <p:restoredTop sz="94660"/>
  </p:normalViewPr>
  <p:slideViewPr>
    <p:cSldViewPr snapToGrid="0">
      <p:cViewPr varScale="1">
        <p:scale>
          <a:sx n="111" d="100"/>
          <a:sy n="111" d="100"/>
        </p:scale>
        <p:origin x="594" y="7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4.xml"/><Relationship Id="rId13" Type="http://schemas.openxmlformats.org/officeDocument/2006/relationships/slide" Target="slides/slide9.xml"/><Relationship Id="rId18" Type="http://schemas.openxmlformats.org/officeDocument/2006/relationships/slide" Target="slides/slide14.xml"/><Relationship Id="rId26" Type="http://schemas.openxmlformats.org/officeDocument/2006/relationships/presProps" Target="presProps.xml"/><Relationship Id="rId3" Type="http://schemas.openxmlformats.org/officeDocument/2006/relationships/customXml" Target="../customXml/item3.xml"/><Relationship Id="rId21" Type="http://schemas.openxmlformats.org/officeDocument/2006/relationships/slide" Target="slides/slide17.xml"/><Relationship Id="rId7" Type="http://schemas.openxmlformats.org/officeDocument/2006/relationships/slide" Target="slides/slide3.xml"/><Relationship Id="rId12" Type="http://schemas.openxmlformats.org/officeDocument/2006/relationships/slide" Target="slides/slide8.xml"/><Relationship Id="rId17" Type="http://schemas.openxmlformats.org/officeDocument/2006/relationships/slide" Target="slides/slide13.xml"/><Relationship Id="rId25" Type="http://schemas.openxmlformats.org/officeDocument/2006/relationships/notesMaster" Target="notesMasters/notesMaster1.xml"/><Relationship Id="rId2" Type="http://schemas.openxmlformats.org/officeDocument/2006/relationships/customXml" Target="../customXml/item2.xml"/><Relationship Id="rId16" Type="http://schemas.openxmlformats.org/officeDocument/2006/relationships/slide" Target="slides/slide12.xml"/><Relationship Id="rId20" Type="http://schemas.openxmlformats.org/officeDocument/2006/relationships/slide" Target="slides/slide16.xml"/><Relationship Id="rId29" Type="http://schemas.openxmlformats.org/officeDocument/2006/relationships/tableStyles" Target="tableStyles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1" Type="http://schemas.openxmlformats.org/officeDocument/2006/relationships/slide" Target="slides/slide7.xml"/><Relationship Id="rId24" Type="http://schemas.openxmlformats.org/officeDocument/2006/relationships/slide" Target="slides/slide20.xml"/><Relationship Id="rId5" Type="http://schemas.openxmlformats.org/officeDocument/2006/relationships/slide" Target="slides/slide1.xml"/><Relationship Id="rId15" Type="http://schemas.openxmlformats.org/officeDocument/2006/relationships/slide" Target="slides/slide11.xml"/><Relationship Id="rId23" Type="http://schemas.openxmlformats.org/officeDocument/2006/relationships/slide" Target="slides/slide19.xml"/><Relationship Id="rId28" Type="http://schemas.openxmlformats.org/officeDocument/2006/relationships/theme" Target="theme/theme1.xml"/><Relationship Id="rId10" Type="http://schemas.openxmlformats.org/officeDocument/2006/relationships/slide" Target="slides/slide6.xml"/><Relationship Id="rId19" Type="http://schemas.openxmlformats.org/officeDocument/2006/relationships/slide" Target="slides/slide15.xml"/><Relationship Id="rId31" Type="http://schemas.microsoft.com/office/2015/10/relationships/revisionInfo" Target="revisionInfo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5.xml"/><Relationship Id="rId14" Type="http://schemas.openxmlformats.org/officeDocument/2006/relationships/slide" Target="slides/slide10.xml"/><Relationship Id="rId22" Type="http://schemas.openxmlformats.org/officeDocument/2006/relationships/slide" Target="slides/slide18.xml"/><Relationship Id="rId27" Type="http://schemas.openxmlformats.org/officeDocument/2006/relationships/viewProps" Target="viewProps.xml"/><Relationship Id="rId30" Type="http://schemas.microsoft.com/office/2016/11/relationships/changesInfo" Target="changesInfos/changesInfo1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Paul Janssen" userId="b62697e8-e7f0-48fe-b701-a5c7b17d8ebc" providerId="ADAL" clId="{C64928A8-8851-437C-AC72-37317CA4FBF0}"/>
    <pc:docChg chg="custSel addSld delSld modSld sldOrd">
      <pc:chgData name="Paul Janssen" userId="b62697e8-e7f0-48fe-b701-a5c7b17d8ebc" providerId="ADAL" clId="{C64928A8-8851-437C-AC72-37317CA4FBF0}" dt="2026-01-28T10:07:26.984" v="1163" actId="6549"/>
      <pc:docMkLst>
        <pc:docMk/>
      </pc:docMkLst>
      <pc:sldChg chg="modSp mod">
        <pc:chgData name="Paul Janssen" userId="b62697e8-e7f0-48fe-b701-a5c7b17d8ebc" providerId="ADAL" clId="{C64928A8-8851-437C-AC72-37317CA4FBF0}" dt="2026-01-27T12:04:16.761" v="1039" actId="27636"/>
        <pc:sldMkLst>
          <pc:docMk/>
          <pc:sldMk cId="1730279639" sldId="256"/>
        </pc:sldMkLst>
        <pc:spChg chg="mod">
          <ac:chgData name="Paul Janssen" userId="b62697e8-e7f0-48fe-b701-a5c7b17d8ebc" providerId="ADAL" clId="{C64928A8-8851-437C-AC72-37317CA4FBF0}" dt="2026-01-27T12:04:16.761" v="1039" actId="27636"/>
          <ac:spMkLst>
            <pc:docMk/>
            <pc:sldMk cId="1730279639" sldId="256"/>
            <ac:spMk id="3" creationId="{C0D40446-620E-70AA-7430-FB70428A6B03}"/>
          </ac:spMkLst>
        </pc:spChg>
        <pc:spChg chg="mod">
          <ac:chgData name="Paul Janssen" userId="b62697e8-e7f0-48fe-b701-a5c7b17d8ebc" providerId="ADAL" clId="{C64928A8-8851-437C-AC72-37317CA4FBF0}" dt="2026-01-27T11:01:29.359" v="23" actId="6549"/>
          <ac:spMkLst>
            <pc:docMk/>
            <pc:sldMk cId="1730279639" sldId="256"/>
            <ac:spMk id="5" creationId="{70269E31-8424-519E-A74C-0E96976EA105}"/>
          </ac:spMkLst>
        </pc:spChg>
      </pc:sldChg>
      <pc:sldChg chg="modSp mod ord">
        <pc:chgData name="Paul Janssen" userId="b62697e8-e7f0-48fe-b701-a5c7b17d8ebc" providerId="ADAL" clId="{C64928A8-8851-437C-AC72-37317CA4FBF0}" dt="2026-01-28T10:07:26.984" v="1163" actId="6549"/>
        <pc:sldMkLst>
          <pc:docMk/>
          <pc:sldMk cId="954531295" sldId="286"/>
        </pc:sldMkLst>
        <pc:spChg chg="mod">
          <ac:chgData name="Paul Janssen" userId="b62697e8-e7f0-48fe-b701-a5c7b17d8ebc" providerId="ADAL" clId="{C64928A8-8851-437C-AC72-37317CA4FBF0}" dt="2026-01-28T10:07:26.984" v="1163" actId="6549"/>
          <ac:spMkLst>
            <pc:docMk/>
            <pc:sldMk cId="954531295" sldId="286"/>
            <ac:spMk id="6" creationId="{5C14EEB9-ACEB-88AD-E05E-2E9A8A69CBD5}"/>
          </ac:spMkLst>
        </pc:spChg>
      </pc:sldChg>
      <pc:sldChg chg="modSp mod">
        <pc:chgData name="Paul Janssen" userId="b62697e8-e7f0-48fe-b701-a5c7b17d8ebc" providerId="ADAL" clId="{C64928A8-8851-437C-AC72-37317CA4FBF0}" dt="2026-01-27T12:01:05.367" v="967" actId="27636"/>
        <pc:sldMkLst>
          <pc:docMk/>
          <pc:sldMk cId="1706522477" sldId="289"/>
        </pc:sldMkLst>
        <pc:spChg chg="mod">
          <ac:chgData name="Paul Janssen" userId="b62697e8-e7f0-48fe-b701-a5c7b17d8ebc" providerId="ADAL" clId="{C64928A8-8851-437C-AC72-37317CA4FBF0}" dt="2026-01-27T12:01:05.367" v="967" actId="27636"/>
          <ac:spMkLst>
            <pc:docMk/>
            <pc:sldMk cId="1706522477" sldId="289"/>
            <ac:spMk id="8" creationId="{A4E6323C-1F35-57DC-DE3D-72D338FB8EA2}"/>
          </ac:spMkLst>
        </pc:spChg>
        <pc:picChg chg="mod">
          <ac:chgData name="Paul Janssen" userId="b62697e8-e7f0-48fe-b701-a5c7b17d8ebc" providerId="ADAL" clId="{C64928A8-8851-437C-AC72-37317CA4FBF0}" dt="2026-01-27T11:03:11.204" v="58" actId="1076"/>
          <ac:picMkLst>
            <pc:docMk/>
            <pc:sldMk cId="1706522477" sldId="289"/>
            <ac:picMk id="9" creationId="{42FDDEE9-633B-61A0-BFB6-0420B0B5BC68}"/>
          </ac:picMkLst>
        </pc:picChg>
      </pc:sldChg>
      <pc:sldChg chg="del">
        <pc:chgData name="Paul Janssen" userId="b62697e8-e7f0-48fe-b701-a5c7b17d8ebc" providerId="ADAL" clId="{C64928A8-8851-437C-AC72-37317CA4FBF0}" dt="2026-01-27T11:05:50.014" v="154" actId="47"/>
        <pc:sldMkLst>
          <pc:docMk/>
          <pc:sldMk cId="470078315" sldId="293"/>
        </pc:sldMkLst>
      </pc:sldChg>
      <pc:sldChg chg="addSp delSp modSp new mod">
        <pc:chgData name="Paul Janssen" userId="b62697e8-e7f0-48fe-b701-a5c7b17d8ebc" providerId="ADAL" clId="{C64928A8-8851-437C-AC72-37317CA4FBF0}" dt="2026-01-27T12:02:22.694" v="985" actId="20577"/>
        <pc:sldMkLst>
          <pc:docMk/>
          <pc:sldMk cId="3190442102" sldId="296"/>
        </pc:sldMkLst>
        <pc:spChg chg="mod">
          <ac:chgData name="Paul Janssen" userId="b62697e8-e7f0-48fe-b701-a5c7b17d8ebc" providerId="ADAL" clId="{C64928A8-8851-437C-AC72-37317CA4FBF0}" dt="2026-01-27T11:13:46.781" v="218" actId="1076"/>
          <ac:spMkLst>
            <pc:docMk/>
            <pc:sldMk cId="3190442102" sldId="296"/>
            <ac:spMk id="2" creationId="{1542577E-49EE-A485-2C44-16FDFCA09551}"/>
          </ac:spMkLst>
        </pc:spChg>
        <pc:spChg chg="del">
          <ac:chgData name="Paul Janssen" userId="b62697e8-e7f0-48fe-b701-a5c7b17d8ebc" providerId="ADAL" clId="{C64928A8-8851-437C-AC72-37317CA4FBF0}" dt="2026-01-27T11:09:00.670" v="210" actId="478"/>
          <ac:spMkLst>
            <pc:docMk/>
            <pc:sldMk cId="3190442102" sldId="296"/>
            <ac:spMk id="3" creationId="{56378B2A-84A9-40D6-D134-CE5513084A7E}"/>
          </ac:spMkLst>
        </pc:spChg>
        <pc:spChg chg="add mod">
          <ac:chgData name="Paul Janssen" userId="b62697e8-e7f0-48fe-b701-a5c7b17d8ebc" providerId="ADAL" clId="{C64928A8-8851-437C-AC72-37317CA4FBF0}" dt="2026-01-27T12:01:54.084" v="970" actId="255"/>
          <ac:spMkLst>
            <pc:docMk/>
            <pc:sldMk cId="3190442102" sldId="296"/>
            <ac:spMk id="6" creationId="{51D7367E-9B5F-9EF4-9E48-AFA99F80A293}"/>
          </ac:spMkLst>
        </pc:spChg>
        <pc:spChg chg="add mod">
          <ac:chgData name="Paul Janssen" userId="b62697e8-e7f0-48fe-b701-a5c7b17d8ebc" providerId="ADAL" clId="{C64928A8-8851-437C-AC72-37317CA4FBF0}" dt="2026-01-27T12:02:22.694" v="985" actId="20577"/>
          <ac:spMkLst>
            <pc:docMk/>
            <pc:sldMk cId="3190442102" sldId="296"/>
            <ac:spMk id="8" creationId="{ABDB7664-E4F2-8537-1C8D-FD713024FDD9}"/>
          </ac:spMkLst>
        </pc:spChg>
        <pc:picChg chg="add mod">
          <ac:chgData name="Paul Janssen" userId="b62697e8-e7f0-48fe-b701-a5c7b17d8ebc" providerId="ADAL" clId="{C64928A8-8851-437C-AC72-37317CA4FBF0}" dt="2026-01-27T11:17:06.259" v="312" actId="1076"/>
          <ac:picMkLst>
            <pc:docMk/>
            <pc:sldMk cId="3190442102" sldId="296"/>
            <ac:picMk id="7" creationId="{F215E98B-43F5-2422-70C6-5F9850374EDC}"/>
          </ac:picMkLst>
        </pc:picChg>
      </pc:sldChg>
      <pc:sldChg chg="addSp delSp modSp new mod ord">
        <pc:chgData name="Paul Janssen" userId="b62697e8-e7f0-48fe-b701-a5c7b17d8ebc" providerId="ADAL" clId="{C64928A8-8851-437C-AC72-37317CA4FBF0}" dt="2026-01-28T08:17:54.358" v="1058" actId="1076"/>
        <pc:sldMkLst>
          <pc:docMk/>
          <pc:sldMk cId="2570905665" sldId="297"/>
        </pc:sldMkLst>
        <pc:spChg chg="mod">
          <ac:chgData name="Paul Janssen" userId="b62697e8-e7f0-48fe-b701-a5c7b17d8ebc" providerId="ADAL" clId="{C64928A8-8851-437C-AC72-37317CA4FBF0}" dt="2026-01-27T11:41:39.589" v="574" actId="1076"/>
          <ac:spMkLst>
            <pc:docMk/>
            <pc:sldMk cId="2570905665" sldId="297"/>
            <ac:spMk id="2" creationId="{45A3B5B3-23E7-CFA3-E238-EF7832FC7327}"/>
          </ac:spMkLst>
        </pc:spChg>
        <pc:spChg chg="mod">
          <ac:chgData name="Paul Janssen" userId="b62697e8-e7f0-48fe-b701-a5c7b17d8ebc" providerId="ADAL" clId="{C64928A8-8851-437C-AC72-37317CA4FBF0}" dt="2026-01-28T08:15:12.572" v="1049" actId="20577"/>
          <ac:spMkLst>
            <pc:docMk/>
            <pc:sldMk cId="2570905665" sldId="297"/>
            <ac:spMk id="3" creationId="{83B649E6-FAB8-2330-2BFA-55C01FDACBE2}"/>
          </ac:spMkLst>
        </pc:spChg>
        <pc:spChg chg="mod">
          <ac:chgData name="Paul Janssen" userId="b62697e8-e7f0-48fe-b701-a5c7b17d8ebc" providerId="ADAL" clId="{C64928A8-8851-437C-AC72-37317CA4FBF0}" dt="2026-01-28T08:17:41.285" v="1055" actId="1076"/>
          <ac:spMkLst>
            <pc:docMk/>
            <pc:sldMk cId="2570905665" sldId="297"/>
            <ac:spMk id="4" creationId="{00200AA5-94D6-59B1-2AA7-41363ECA361B}"/>
          </ac:spMkLst>
        </pc:spChg>
        <pc:spChg chg="add del">
          <ac:chgData name="Paul Janssen" userId="b62697e8-e7f0-48fe-b701-a5c7b17d8ebc" providerId="ADAL" clId="{C64928A8-8851-437C-AC72-37317CA4FBF0}" dt="2026-01-27T11:42:18.421" v="576" actId="478"/>
          <ac:spMkLst>
            <pc:docMk/>
            <pc:sldMk cId="2570905665" sldId="297"/>
            <ac:spMk id="8" creationId="{B09DF5EA-CF4D-E04F-CAFE-76AADEC83A60}"/>
          </ac:spMkLst>
        </pc:spChg>
        <pc:picChg chg="add mod">
          <ac:chgData name="Paul Janssen" userId="b62697e8-e7f0-48fe-b701-a5c7b17d8ebc" providerId="ADAL" clId="{C64928A8-8851-437C-AC72-37317CA4FBF0}" dt="2026-01-27T11:39:21.537" v="529" actId="1076"/>
          <ac:picMkLst>
            <pc:docMk/>
            <pc:sldMk cId="2570905665" sldId="297"/>
            <ac:picMk id="5" creationId="{9BB0DFA6-153D-49E5-FCAB-4F67E9B6ABC8}"/>
          </ac:picMkLst>
        </pc:picChg>
        <pc:picChg chg="add mod">
          <ac:chgData name="Paul Janssen" userId="b62697e8-e7f0-48fe-b701-a5c7b17d8ebc" providerId="ADAL" clId="{C64928A8-8851-437C-AC72-37317CA4FBF0}" dt="2026-01-27T11:25:22.013" v="490" actId="1076"/>
          <ac:picMkLst>
            <pc:docMk/>
            <pc:sldMk cId="2570905665" sldId="297"/>
            <ac:picMk id="6" creationId="{F07939AC-CDA3-7483-D286-A45D1BB04BE5}"/>
          </ac:picMkLst>
        </pc:picChg>
        <pc:picChg chg="add mod">
          <ac:chgData name="Paul Janssen" userId="b62697e8-e7f0-48fe-b701-a5c7b17d8ebc" providerId="ADAL" clId="{C64928A8-8851-437C-AC72-37317CA4FBF0}" dt="2026-01-28T08:17:54.358" v="1058" actId="1076"/>
          <ac:picMkLst>
            <pc:docMk/>
            <pc:sldMk cId="2570905665" sldId="297"/>
            <ac:picMk id="8" creationId="{2DD8BEEE-FC6B-7E1B-33DF-E5DD9BDA28DF}"/>
          </ac:picMkLst>
        </pc:picChg>
        <pc:picChg chg="add mod">
          <ac:chgData name="Paul Janssen" userId="b62697e8-e7f0-48fe-b701-a5c7b17d8ebc" providerId="ADAL" clId="{C64928A8-8851-437C-AC72-37317CA4FBF0}" dt="2026-01-27T11:39:10.509" v="524" actId="1076"/>
          <ac:picMkLst>
            <pc:docMk/>
            <pc:sldMk cId="2570905665" sldId="297"/>
            <ac:picMk id="1026" creationId="{20DCA964-D267-212F-BB57-B416332B6DB9}"/>
          </ac:picMkLst>
        </pc:picChg>
        <pc:picChg chg="add del mod">
          <ac:chgData name="Paul Janssen" userId="b62697e8-e7f0-48fe-b701-a5c7b17d8ebc" providerId="ADAL" clId="{C64928A8-8851-437C-AC72-37317CA4FBF0}" dt="2026-01-27T11:31:45.160" v="502" actId="478"/>
          <ac:picMkLst>
            <pc:docMk/>
            <pc:sldMk cId="2570905665" sldId="297"/>
            <ac:picMk id="1028" creationId="{FFDBD8B1-7F29-DF4E-E151-B39311CABC69}"/>
          </ac:picMkLst>
        </pc:picChg>
        <pc:picChg chg="add mod">
          <ac:chgData name="Paul Janssen" userId="b62697e8-e7f0-48fe-b701-a5c7b17d8ebc" providerId="ADAL" clId="{C64928A8-8851-437C-AC72-37317CA4FBF0}" dt="2026-01-27T11:33:09.840" v="510" actId="1076"/>
          <ac:picMkLst>
            <pc:docMk/>
            <pc:sldMk cId="2570905665" sldId="297"/>
            <ac:picMk id="1030" creationId="{2477F919-49BE-7FDE-B047-4665E47AF0E1}"/>
          </ac:picMkLst>
        </pc:picChg>
        <pc:picChg chg="add mod">
          <ac:chgData name="Paul Janssen" userId="b62697e8-e7f0-48fe-b701-a5c7b17d8ebc" providerId="ADAL" clId="{C64928A8-8851-437C-AC72-37317CA4FBF0}" dt="2026-01-27T11:39:19.547" v="528" actId="1076"/>
          <ac:picMkLst>
            <pc:docMk/>
            <pc:sldMk cId="2570905665" sldId="297"/>
            <ac:picMk id="1032" creationId="{E6E02C53-6372-EE27-A61D-844F10CB90FF}"/>
          </ac:picMkLst>
        </pc:picChg>
        <pc:picChg chg="add mod">
          <ac:chgData name="Paul Janssen" userId="b62697e8-e7f0-48fe-b701-a5c7b17d8ebc" providerId="ADAL" clId="{C64928A8-8851-437C-AC72-37317CA4FBF0}" dt="2026-01-27T11:39:15.299" v="527" actId="1076"/>
          <ac:picMkLst>
            <pc:docMk/>
            <pc:sldMk cId="2570905665" sldId="297"/>
            <ac:picMk id="1034" creationId="{1C39C875-BCA3-C8A4-BF8E-FA5FB845E2F2}"/>
          </ac:picMkLst>
        </pc:picChg>
        <pc:picChg chg="add mod">
          <ac:chgData name="Paul Janssen" userId="b62697e8-e7f0-48fe-b701-a5c7b17d8ebc" providerId="ADAL" clId="{C64928A8-8851-437C-AC72-37317CA4FBF0}" dt="2026-01-27T11:33:12.906" v="512" actId="1076"/>
          <ac:picMkLst>
            <pc:docMk/>
            <pc:sldMk cId="2570905665" sldId="297"/>
            <ac:picMk id="1036" creationId="{AD653189-8CA8-E10C-07B7-A1EB46EAB0E3}"/>
          </ac:picMkLst>
        </pc:picChg>
        <pc:picChg chg="add mod">
          <ac:chgData name="Paul Janssen" userId="b62697e8-e7f0-48fe-b701-a5c7b17d8ebc" providerId="ADAL" clId="{C64928A8-8851-437C-AC72-37317CA4FBF0}" dt="2026-01-27T11:39:13.486" v="526" actId="1076"/>
          <ac:picMkLst>
            <pc:docMk/>
            <pc:sldMk cId="2570905665" sldId="297"/>
            <ac:picMk id="1038" creationId="{9F8D76B0-8ADA-B1A4-D780-9B7DA0BFE5F7}"/>
          </ac:picMkLst>
        </pc:picChg>
        <pc:picChg chg="add del mod">
          <ac:chgData name="Paul Janssen" userId="b62697e8-e7f0-48fe-b701-a5c7b17d8ebc" providerId="ADAL" clId="{C64928A8-8851-437C-AC72-37317CA4FBF0}" dt="2026-01-28T08:17:52.729" v="1057" actId="478"/>
          <ac:picMkLst>
            <pc:docMk/>
            <pc:sldMk cId="2570905665" sldId="297"/>
            <ac:picMk id="1040" creationId="{2D71DC9E-6A0D-EBC9-7C52-D96318B12548}"/>
          </ac:picMkLst>
        </pc:picChg>
        <pc:picChg chg="add mod">
          <ac:chgData name="Paul Janssen" userId="b62697e8-e7f0-48fe-b701-a5c7b17d8ebc" providerId="ADAL" clId="{C64928A8-8851-437C-AC72-37317CA4FBF0}" dt="2026-01-27T11:39:03.707" v="522" actId="14100"/>
          <ac:picMkLst>
            <pc:docMk/>
            <pc:sldMk cId="2570905665" sldId="297"/>
            <ac:picMk id="1042" creationId="{BD1DDFA5-2F5D-9908-BA70-6A32A3A34483}"/>
          </ac:picMkLst>
        </pc:picChg>
        <pc:picChg chg="add mod">
          <ac:chgData name="Paul Janssen" userId="b62697e8-e7f0-48fe-b701-a5c7b17d8ebc" providerId="ADAL" clId="{C64928A8-8851-437C-AC72-37317CA4FBF0}" dt="2026-01-27T11:40:03.943" v="532" actId="1076"/>
          <ac:picMkLst>
            <pc:docMk/>
            <pc:sldMk cId="2570905665" sldId="297"/>
            <ac:picMk id="1044" creationId="{B4CEC416-FA2C-6E41-F80B-91CBAA2A44F4}"/>
          </ac:picMkLst>
        </pc:picChg>
      </pc:sldChg>
      <pc:sldChg chg="modSp new mod ord">
        <pc:chgData name="Paul Janssen" userId="b62697e8-e7f0-48fe-b701-a5c7b17d8ebc" providerId="ADAL" clId="{C64928A8-8851-437C-AC72-37317CA4FBF0}" dt="2026-01-27T12:00:51.053" v="958"/>
        <pc:sldMkLst>
          <pc:docMk/>
          <pc:sldMk cId="4009884462" sldId="298"/>
        </pc:sldMkLst>
        <pc:spChg chg="mod">
          <ac:chgData name="Paul Janssen" userId="b62697e8-e7f0-48fe-b701-a5c7b17d8ebc" providerId="ADAL" clId="{C64928A8-8851-437C-AC72-37317CA4FBF0}" dt="2026-01-27T11:18:07.383" v="340" actId="20577"/>
          <ac:spMkLst>
            <pc:docMk/>
            <pc:sldMk cId="4009884462" sldId="298"/>
            <ac:spMk id="2" creationId="{FF7979E0-6A3D-A45D-13A6-72C51A462B5C}"/>
          </ac:spMkLst>
        </pc:spChg>
        <pc:spChg chg="mod">
          <ac:chgData name="Paul Janssen" userId="b62697e8-e7f0-48fe-b701-a5c7b17d8ebc" providerId="ADAL" clId="{C64928A8-8851-437C-AC72-37317CA4FBF0}" dt="2026-01-27T11:21:32.328" v="480" actId="14100"/>
          <ac:spMkLst>
            <pc:docMk/>
            <pc:sldMk cId="4009884462" sldId="298"/>
            <ac:spMk id="3" creationId="{C0F62176-6D6E-7612-2C26-24E944D61C9C}"/>
          </ac:spMkLst>
        </pc:spChg>
      </pc:sldChg>
      <pc:sldChg chg="addSp delSp modSp new mod">
        <pc:chgData name="Paul Janssen" userId="b62697e8-e7f0-48fe-b701-a5c7b17d8ebc" providerId="ADAL" clId="{C64928A8-8851-437C-AC72-37317CA4FBF0}" dt="2026-01-28T09:48:34.394" v="1116" actId="1076"/>
        <pc:sldMkLst>
          <pc:docMk/>
          <pc:sldMk cId="1363971020" sldId="299"/>
        </pc:sldMkLst>
        <pc:spChg chg="mod">
          <ac:chgData name="Paul Janssen" userId="b62697e8-e7f0-48fe-b701-a5c7b17d8ebc" providerId="ADAL" clId="{C64928A8-8851-437C-AC72-37317CA4FBF0}" dt="2026-01-27T11:58:14.053" v="939" actId="6549"/>
          <ac:spMkLst>
            <pc:docMk/>
            <pc:sldMk cId="1363971020" sldId="299"/>
            <ac:spMk id="2" creationId="{7B47F81C-7EAF-9439-3904-EF573550DBE7}"/>
          </ac:spMkLst>
        </pc:spChg>
        <pc:spChg chg="del">
          <ac:chgData name="Paul Janssen" userId="b62697e8-e7f0-48fe-b701-a5c7b17d8ebc" providerId="ADAL" clId="{C64928A8-8851-437C-AC72-37317CA4FBF0}" dt="2026-01-27T11:44:51.874" v="602" actId="478"/>
          <ac:spMkLst>
            <pc:docMk/>
            <pc:sldMk cId="1363971020" sldId="299"/>
            <ac:spMk id="3" creationId="{93AC3A02-24D6-1C0F-593F-0E6795176862}"/>
          </ac:spMkLst>
        </pc:spChg>
        <pc:spChg chg="mod">
          <ac:chgData name="Paul Janssen" userId="b62697e8-e7f0-48fe-b701-a5c7b17d8ebc" providerId="ADAL" clId="{C64928A8-8851-437C-AC72-37317CA4FBF0}" dt="2026-01-27T11:54:37.056" v="888" actId="1076"/>
          <ac:spMkLst>
            <pc:docMk/>
            <pc:sldMk cId="1363971020" sldId="299"/>
            <ac:spMk id="4" creationId="{40BEB886-7B4D-69B7-5CC7-F6AEA2DF6F75}"/>
          </ac:spMkLst>
        </pc:spChg>
        <pc:spChg chg="add mod">
          <ac:chgData name="Paul Janssen" userId="b62697e8-e7f0-48fe-b701-a5c7b17d8ebc" providerId="ADAL" clId="{C64928A8-8851-437C-AC72-37317CA4FBF0}" dt="2026-01-27T11:49:39.973" v="776" actId="1076"/>
          <ac:spMkLst>
            <pc:docMk/>
            <pc:sldMk cId="1363971020" sldId="299"/>
            <ac:spMk id="6" creationId="{8E935691-3B29-79DC-BDAD-E38A2D188A39}"/>
          </ac:spMkLst>
        </pc:spChg>
        <pc:spChg chg="add mod">
          <ac:chgData name="Paul Janssen" userId="b62697e8-e7f0-48fe-b701-a5c7b17d8ebc" providerId="ADAL" clId="{C64928A8-8851-437C-AC72-37317CA4FBF0}" dt="2026-01-28T09:48:34.394" v="1116" actId="1076"/>
          <ac:spMkLst>
            <pc:docMk/>
            <pc:sldMk cId="1363971020" sldId="299"/>
            <ac:spMk id="7" creationId="{2FD95BF9-C9F5-BDF5-4AD7-6CA85CCA4444}"/>
          </ac:spMkLst>
        </pc:spChg>
        <pc:spChg chg="add del mod">
          <ac:chgData name="Paul Janssen" userId="b62697e8-e7f0-48fe-b701-a5c7b17d8ebc" providerId="ADAL" clId="{C64928A8-8851-437C-AC72-37317CA4FBF0}" dt="2026-01-27T11:55:28.476" v="896" actId="478"/>
          <ac:spMkLst>
            <pc:docMk/>
            <pc:sldMk cId="1363971020" sldId="299"/>
            <ac:spMk id="7" creationId="{435422E9-D45E-143E-163F-8751385422E8}"/>
          </ac:spMkLst>
        </pc:spChg>
        <pc:spChg chg="add del">
          <ac:chgData name="Paul Janssen" userId="b62697e8-e7f0-48fe-b701-a5c7b17d8ebc" providerId="ADAL" clId="{C64928A8-8851-437C-AC72-37317CA4FBF0}" dt="2026-01-27T11:53:43.217" v="884" actId="478"/>
          <ac:spMkLst>
            <pc:docMk/>
            <pc:sldMk cId="1363971020" sldId="299"/>
            <ac:spMk id="8" creationId="{28BC1B35-2920-4422-C75D-175C5EE928BB}"/>
          </ac:spMkLst>
        </pc:spChg>
        <pc:spChg chg="add mod">
          <ac:chgData name="Paul Janssen" userId="b62697e8-e7f0-48fe-b701-a5c7b17d8ebc" providerId="ADAL" clId="{C64928A8-8851-437C-AC72-37317CA4FBF0}" dt="2026-01-27T11:54:44.323" v="890" actId="1076"/>
          <ac:spMkLst>
            <pc:docMk/>
            <pc:sldMk cId="1363971020" sldId="299"/>
            <ac:spMk id="9" creationId="{CF528536-EBF6-6A54-EBF9-06E5A404F1C4}"/>
          </ac:spMkLst>
        </pc:spChg>
        <pc:spChg chg="add mod">
          <ac:chgData name="Paul Janssen" userId="b62697e8-e7f0-48fe-b701-a5c7b17d8ebc" providerId="ADAL" clId="{C64928A8-8851-437C-AC72-37317CA4FBF0}" dt="2026-01-27T11:55:05.291" v="892" actId="1076"/>
          <ac:spMkLst>
            <pc:docMk/>
            <pc:sldMk cId="1363971020" sldId="299"/>
            <ac:spMk id="10" creationId="{105359C9-8182-964D-1FC5-98EA8261EFBB}"/>
          </ac:spMkLst>
        </pc:spChg>
        <pc:spChg chg="add mod">
          <ac:chgData name="Paul Janssen" userId="b62697e8-e7f0-48fe-b701-a5c7b17d8ebc" providerId="ADAL" clId="{C64928A8-8851-437C-AC72-37317CA4FBF0}" dt="2026-01-27T11:54:52.710" v="891" actId="1076"/>
          <ac:spMkLst>
            <pc:docMk/>
            <pc:sldMk cId="1363971020" sldId="299"/>
            <ac:spMk id="11" creationId="{CAFA7DA0-9B0F-2ACA-AE1B-5C569B48AC82}"/>
          </ac:spMkLst>
        </pc:spChg>
        <pc:spChg chg="add mod">
          <ac:chgData name="Paul Janssen" userId="b62697e8-e7f0-48fe-b701-a5c7b17d8ebc" providerId="ADAL" clId="{C64928A8-8851-437C-AC72-37317CA4FBF0}" dt="2026-01-27T12:00:26.772" v="954" actId="1076"/>
          <ac:spMkLst>
            <pc:docMk/>
            <pc:sldMk cId="1363971020" sldId="299"/>
            <ac:spMk id="12" creationId="{7636EBAF-7F24-E1FB-1CEE-0D0450E7F23E}"/>
          </ac:spMkLst>
        </pc:spChg>
        <pc:spChg chg="add mod">
          <ac:chgData name="Paul Janssen" userId="b62697e8-e7f0-48fe-b701-a5c7b17d8ebc" providerId="ADAL" clId="{C64928A8-8851-437C-AC72-37317CA4FBF0}" dt="2026-01-27T11:58:22.229" v="941" actId="1076"/>
          <ac:spMkLst>
            <pc:docMk/>
            <pc:sldMk cId="1363971020" sldId="299"/>
            <ac:spMk id="13" creationId="{D78DC5EC-BCC2-8528-04F0-AA6215D79806}"/>
          </ac:spMkLst>
        </pc:spChg>
        <pc:spChg chg="add del mod">
          <ac:chgData name="Paul Janssen" userId="b62697e8-e7f0-48fe-b701-a5c7b17d8ebc" providerId="ADAL" clId="{C64928A8-8851-437C-AC72-37317CA4FBF0}" dt="2026-01-27T11:56:27.069" v="906" actId="478"/>
          <ac:spMkLst>
            <pc:docMk/>
            <pc:sldMk cId="1363971020" sldId="299"/>
            <ac:spMk id="14" creationId="{2FFD2332-48BB-3959-29C7-D6A12DA0E0B4}"/>
          </ac:spMkLst>
        </pc:spChg>
        <pc:spChg chg="add mod">
          <ac:chgData name="Paul Janssen" userId="b62697e8-e7f0-48fe-b701-a5c7b17d8ebc" providerId="ADAL" clId="{C64928A8-8851-437C-AC72-37317CA4FBF0}" dt="2026-01-27T11:59:03.460" v="950" actId="1076"/>
          <ac:spMkLst>
            <pc:docMk/>
            <pc:sldMk cId="1363971020" sldId="299"/>
            <ac:spMk id="15" creationId="{CB395199-F9C3-FE1B-F88A-AE263462F0F9}"/>
          </ac:spMkLst>
        </pc:spChg>
        <pc:spChg chg="add mod">
          <ac:chgData name="Paul Janssen" userId="b62697e8-e7f0-48fe-b701-a5c7b17d8ebc" providerId="ADAL" clId="{C64928A8-8851-437C-AC72-37317CA4FBF0}" dt="2026-01-27T11:58:57.881" v="949" actId="1076"/>
          <ac:spMkLst>
            <pc:docMk/>
            <pc:sldMk cId="1363971020" sldId="299"/>
            <ac:spMk id="16" creationId="{724D2D43-DE78-BE2C-A439-2588D38CDE28}"/>
          </ac:spMkLst>
        </pc:spChg>
        <pc:spChg chg="add mod">
          <ac:chgData name="Paul Janssen" userId="b62697e8-e7f0-48fe-b701-a5c7b17d8ebc" providerId="ADAL" clId="{C64928A8-8851-437C-AC72-37317CA4FBF0}" dt="2026-01-27T11:59:35.099" v="952" actId="1076"/>
          <ac:spMkLst>
            <pc:docMk/>
            <pc:sldMk cId="1363971020" sldId="299"/>
            <ac:spMk id="17" creationId="{277D63FC-BABE-FFB7-7DA5-4F9EEC9F8A9C}"/>
          </ac:spMkLst>
        </pc:spChg>
        <pc:spChg chg="add del mod">
          <ac:chgData name="Paul Janssen" userId="b62697e8-e7f0-48fe-b701-a5c7b17d8ebc" providerId="ADAL" clId="{C64928A8-8851-437C-AC72-37317CA4FBF0}" dt="2026-01-27T11:56:20.413" v="905" actId="478"/>
          <ac:spMkLst>
            <pc:docMk/>
            <pc:sldMk cId="1363971020" sldId="299"/>
            <ac:spMk id="18" creationId="{500BADE4-FCD4-5525-6413-C9592428FD88}"/>
          </ac:spMkLst>
        </pc:spChg>
        <pc:spChg chg="add mod">
          <ac:chgData name="Paul Janssen" userId="b62697e8-e7f0-48fe-b701-a5c7b17d8ebc" providerId="ADAL" clId="{C64928A8-8851-437C-AC72-37317CA4FBF0}" dt="2026-01-27T11:58:49.693" v="947" actId="1076"/>
          <ac:spMkLst>
            <pc:docMk/>
            <pc:sldMk cId="1363971020" sldId="299"/>
            <ac:spMk id="19" creationId="{FC07AB6E-5888-33F5-3358-4887977F919A}"/>
          </ac:spMkLst>
        </pc:spChg>
        <pc:spChg chg="add mod">
          <ac:chgData name="Paul Janssen" userId="b62697e8-e7f0-48fe-b701-a5c7b17d8ebc" providerId="ADAL" clId="{C64928A8-8851-437C-AC72-37317CA4FBF0}" dt="2026-01-27T11:59:30.205" v="951" actId="1076"/>
          <ac:spMkLst>
            <pc:docMk/>
            <pc:sldMk cId="1363971020" sldId="299"/>
            <ac:spMk id="20" creationId="{7D75ADC8-9666-031D-6730-07B439923429}"/>
          </ac:spMkLst>
        </pc:spChg>
        <pc:graphicFrameChg chg="add del mod">
          <ac:chgData name="Paul Janssen" userId="b62697e8-e7f0-48fe-b701-a5c7b17d8ebc" providerId="ADAL" clId="{C64928A8-8851-437C-AC72-37317CA4FBF0}" dt="2026-01-27T11:53:59.881" v="885" actId="478"/>
          <ac:graphicFrameMkLst>
            <pc:docMk/>
            <pc:sldMk cId="1363971020" sldId="299"/>
            <ac:graphicFrameMk id="5" creationId="{347D2E36-7958-8BE4-8535-764063EFC476}"/>
          </ac:graphicFrameMkLst>
        </pc:graphicFrameChg>
        <pc:picChg chg="add del mod">
          <ac:chgData name="Paul Janssen" userId="b62697e8-e7f0-48fe-b701-a5c7b17d8ebc" providerId="ADAL" clId="{C64928A8-8851-437C-AC72-37317CA4FBF0}" dt="2026-01-28T09:46:45.279" v="1062" actId="478"/>
          <ac:picMkLst>
            <pc:docMk/>
            <pc:sldMk cId="1363971020" sldId="299"/>
            <ac:picMk id="5" creationId="{BC8FE5CD-084E-F7D6-2E71-8E6031E9199B}"/>
          </ac:picMkLst>
        </pc:picChg>
      </pc:sldChg>
      <pc:sldChg chg="addSp new mod">
        <pc:chgData name="Paul Janssen" userId="b62697e8-e7f0-48fe-b701-a5c7b17d8ebc" providerId="ADAL" clId="{C64928A8-8851-437C-AC72-37317CA4FBF0}" dt="2026-01-27T12:03:21.903" v="987" actId="22"/>
        <pc:sldMkLst>
          <pc:docMk/>
          <pc:sldMk cId="2260746213" sldId="300"/>
        </pc:sldMkLst>
        <pc:spChg chg="add">
          <ac:chgData name="Paul Janssen" userId="b62697e8-e7f0-48fe-b701-a5c7b17d8ebc" providerId="ADAL" clId="{C64928A8-8851-437C-AC72-37317CA4FBF0}" dt="2026-01-27T12:03:21.903" v="987" actId="22"/>
          <ac:spMkLst>
            <pc:docMk/>
            <pc:sldMk cId="2260746213" sldId="300"/>
            <ac:spMk id="6" creationId="{4F8437E3-8C7F-36AC-1446-E345A6C60E4D}"/>
          </ac:spMkLst>
        </pc:spChg>
      </pc:sldChg>
      <pc:sldChg chg="modSp new mod">
        <pc:chgData name="Paul Janssen" userId="b62697e8-e7f0-48fe-b701-a5c7b17d8ebc" providerId="ADAL" clId="{C64928A8-8851-437C-AC72-37317CA4FBF0}" dt="2026-01-28T10:04:55.104" v="1160" actId="20577"/>
        <pc:sldMkLst>
          <pc:docMk/>
          <pc:sldMk cId="1555660332" sldId="301"/>
        </pc:sldMkLst>
        <pc:spChg chg="mod">
          <ac:chgData name="Paul Janssen" userId="b62697e8-e7f0-48fe-b701-a5c7b17d8ebc" providerId="ADAL" clId="{C64928A8-8851-437C-AC72-37317CA4FBF0}" dt="2026-01-28T10:04:55.104" v="1160" actId="20577"/>
          <ac:spMkLst>
            <pc:docMk/>
            <pc:sldMk cId="1555660332" sldId="301"/>
            <ac:spMk id="2" creationId="{770B5BD7-9B51-0F60-A114-5A97F5D3180D}"/>
          </ac:spMkLst>
        </pc:spChg>
      </pc:sldChg>
      <pc:sldChg chg="modSp new mod ord">
        <pc:chgData name="Paul Janssen" userId="b62697e8-e7f0-48fe-b701-a5c7b17d8ebc" providerId="ADAL" clId="{C64928A8-8851-437C-AC72-37317CA4FBF0}" dt="2026-01-28T10:04:45.021" v="1144"/>
        <pc:sldMkLst>
          <pc:docMk/>
          <pc:sldMk cId="662030528" sldId="302"/>
        </pc:sldMkLst>
        <pc:spChg chg="mod">
          <ac:chgData name="Paul Janssen" userId="b62697e8-e7f0-48fe-b701-a5c7b17d8ebc" providerId="ADAL" clId="{C64928A8-8851-437C-AC72-37317CA4FBF0}" dt="2026-01-28T10:00:53.180" v="1142" actId="20577"/>
          <ac:spMkLst>
            <pc:docMk/>
            <pc:sldMk cId="662030528" sldId="302"/>
            <ac:spMk id="2" creationId="{22DC561B-9BC8-2608-6CCA-CBFB54894B04}"/>
          </ac:spMkLst>
        </pc:spChg>
      </pc:sld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jdelijke aanduiding voor koptekst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nl-NL"/>
          </a:p>
        </p:txBody>
      </p:sp>
      <p:sp>
        <p:nvSpPr>
          <p:cNvPr id="3" name="Tijdelijke aanduiding voor datum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F6BA0BEC-D659-49A0-BDC1-7AED8DDA2204}" type="datetimeFigureOut">
              <a:rPr lang="nl-NL" smtClean="0"/>
              <a:t>28-1-2026</a:t>
            </a:fld>
            <a:endParaRPr lang="nl-NL"/>
          </a:p>
        </p:txBody>
      </p:sp>
      <p:sp>
        <p:nvSpPr>
          <p:cNvPr id="4" name="Tijdelijke aanduiding voor dia-afbeelding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nl-NL"/>
          </a:p>
        </p:txBody>
      </p:sp>
      <p:sp>
        <p:nvSpPr>
          <p:cNvPr id="5" name="Tijdelijke aanduiding voor notities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nl-NL"/>
              <a:t>Klikken om de tekststijl van het model te bewerken</a:t>
            </a:r>
          </a:p>
          <a:p>
            <a:pPr lvl="1"/>
            <a:r>
              <a:rPr lang="nl-NL"/>
              <a:t>Tweede niveau</a:t>
            </a:r>
          </a:p>
          <a:p>
            <a:pPr lvl="2"/>
            <a:r>
              <a:rPr lang="nl-NL"/>
              <a:t>Derde niveau</a:t>
            </a:r>
          </a:p>
          <a:p>
            <a:pPr lvl="3"/>
            <a:r>
              <a:rPr lang="nl-NL"/>
              <a:t>Vierde niveau</a:t>
            </a:r>
          </a:p>
          <a:p>
            <a:pPr lvl="4"/>
            <a:r>
              <a:rPr lang="nl-NL"/>
              <a:t>Vijfde niveau</a:t>
            </a:r>
          </a:p>
        </p:txBody>
      </p:sp>
      <p:sp>
        <p:nvSpPr>
          <p:cNvPr id="6" name="Tijdelijke aanduiding voor voettekst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nl-NL"/>
          </a:p>
        </p:txBody>
      </p:sp>
      <p:sp>
        <p:nvSpPr>
          <p:cNvPr id="7" name="Tijdelijke aanduiding voor dianumm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250CE13-1BEF-4160-AAFC-1156D47D2D20}" type="slidenum">
              <a:rPr lang="nl-NL" smtClean="0"/>
              <a:t>‹nr.›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234188025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image" Target="../media/image3.jp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2.svg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sv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jp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image" Target="../media/image3.jp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2.svg"/></Relationships>
</file>

<file path=ppt/slideLayouts/_rels/slideLayout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sv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sv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sv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3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1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svg"/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/Relationships>
</file>

<file path=ppt/slideLayouts/_rels/slideLayout32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svg"/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Relationship Id="rId6" Type="http://schemas.openxmlformats.org/officeDocument/2006/relationships/image" Target="../media/image7.svg"/><Relationship Id="rId5" Type="http://schemas.openxmlformats.org/officeDocument/2006/relationships/image" Target="../media/image6.png"/><Relationship Id="rId4" Type="http://schemas.openxmlformats.org/officeDocument/2006/relationships/hyperlink" Target="https://www.geonovum.nl/" TargetMode="Externa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iteldia foto standaard">
    <p:bg>
      <p:bgPr>
        <a:blipFill dpi="0" rotWithShape="1">
          <a:blip r:embed="rId2">
            <a:lum/>
          </a:blip>
          <a:srcRect/>
          <a:stretch>
            <a:fillRect t="-6000" b="-6000"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Gelijkbenige driehoek 8">
            <a:extLst>
              <a:ext uri="{FF2B5EF4-FFF2-40B4-BE49-F238E27FC236}">
                <a16:creationId xmlns:a16="http://schemas.microsoft.com/office/drawing/2014/main" id="{FBED7AAB-CDAA-72E0-3A43-540D621F3688}"/>
              </a:ext>
            </a:extLst>
          </p:cNvPr>
          <p:cNvSpPr/>
          <p:nvPr userDrawn="1"/>
        </p:nvSpPr>
        <p:spPr>
          <a:xfrm>
            <a:off x="1753986" y="4031673"/>
            <a:ext cx="5505341" cy="2826326"/>
          </a:xfrm>
          <a:prstGeom prst="triangle">
            <a:avLst/>
          </a:prstGeom>
          <a:solidFill>
            <a:schemeClr val="accent3">
              <a:alpha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nl-NL"/>
          </a:p>
        </p:txBody>
      </p:sp>
      <p:sp>
        <p:nvSpPr>
          <p:cNvPr id="7" name="Vrije vorm: vorm 6">
            <a:extLst>
              <a:ext uri="{FF2B5EF4-FFF2-40B4-BE49-F238E27FC236}">
                <a16:creationId xmlns:a16="http://schemas.microsoft.com/office/drawing/2014/main" id="{91BD37D6-B25E-967C-E52E-4F310795267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0" y="0"/>
            <a:ext cx="5838825" cy="5842635"/>
          </a:xfrm>
          <a:custGeom>
            <a:avLst/>
            <a:gdLst>
              <a:gd name="connsiteX0" fmla="*/ 5841340 w 5841339"/>
              <a:gd name="connsiteY0" fmla="*/ 0 h 5841720"/>
              <a:gd name="connsiteX1" fmla="*/ 3301403 w 5841339"/>
              <a:gd name="connsiteY1" fmla="*/ 0 h 5841720"/>
              <a:gd name="connsiteX2" fmla="*/ 1655826 w 5841339"/>
              <a:gd name="connsiteY2" fmla="*/ 1645666 h 5841720"/>
              <a:gd name="connsiteX3" fmla="*/ 10268 w 5841339"/>
              <a:gd name="connsiteY3" fmla="*/ 0 h 5841720"/>
              <a:gd name="connsiteX4" fmla="*/ 0 w 5841339"/>
              <a:gd name="connsiteY4" fmla="*/ 0 h 5841720"/>
              <a:gd name="connsiteX5" fmla="*/ 0 w 5841339"/>
              <a:gd name="connsiteY5" fmla="*/ 5841721 h 5841720"/>
              <a:gd name="connsiteX6" fmla="*/ 5841340 w 5841339"/>
              <a:gd name="connsiteY6" fmla="*/ 0 h 584172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5841339" h="5841720">
                <a:moveTo>
                  <a:pt x="5841340" y="0"/>
                </a:moveTo>
                <a:lnTo>
                  <a:pt x="3301403" y="0"/>
                </a:lnTo>
                <a:lnTo>
                  <a:pt x="1655826" y="1645666"/>
                </a:lnTo>
                <a:lnTo>
                  <a:pt x="10268" y="0"/>
                </a:lnTo>
                <a:lnTo>
                  <a:pt x="0" y="0"/>
                </a:lnTo>
                <a:lnTo>
                  <a:pt x="0" y="5841721"/>
                </a:lnTo>
                <a:lnTo>
                  <a:pt x="5841340" y="0"/>
                </a:lnTo>
                <a:close/>
              </a:path>
            </a:pathLst>
          </a:custGeom>
          <a:solidFill>
            <a:srgbClr val="0085C6">
              <a:alpha val="74902"/>
            </a:srgbClr>
          </a:solidFill>
          <a:ln w="12695" cap="flat">
            <a:noFill/>
            <a:prstDash val="solid"/>
            <a:miter/>
          </a:ln>
        </p:spPr>
        <p:txBody>
          <a:bodyPr rot="0" spcFirstLastPara="0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endParaRPr lang="nl-NL"/>
          </a:p>
        </p:txBody>
      </p:sp>
      <p:pic>
        <p:nvPicPr>
          <p:cNvPr id="11" name="ArtworkLogo">
            <a:extLst>
              <a:ext uri="{FF2B5EF4-FFF2-40B4-BE49-F238E27FC236}">
                <a16:creationId xmlns:a16="http://schemas.microsoft.com/office/drawing/2014/main" id="{38D7E1FD-7211-CAFB-5BBB-84396CB6CA3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9275617" y="5109583"/>
            <a:ext cx="2324793" cy="1185262"/>
          </a:xfrm>
          <a:prstGeom prst="rect">
            <a:avLst/>
          </a:prstGeom>
        </p:spPr>
      </p:pic>
      <p:sp>
        <p:nvSpPr>
          <p:cNvPr id="17" name="Tijdelijke aanduiding voor voettekst 16">
            <a:extLst>
              <a:ext uri="{FF2B5EF4-FFF2-40B4-BE49-F238E27FC236}">
                <a16:creationId xmlns:a16="http://schemas.microsoft.com/office/drawing/2014/main" id="{8646DEB4-B83C-06CE-1799-0319DAC6E1F8}"/>
              </a:ext>
            </a:extLst>
          </p:cNvPr>
          <p:cNvSpPr>
            <a:spLocks noGrp="1"/>
          </p:cNvSpPr>
          <p:nvPr>
            <p:ph type="ftr" sz="quarter" idx="23"/>
          </p:nvPr>
        </p:nvSpPr>
        <p:spPr>
          <a:xfrm>
            <a:off x="2411186" y="6858000"/>
            <a:ext cx="8588828" cy="365125"/>
          </a:xfrm>
        </p:spPr>
        <p:txBody>
          <a:bodyPr/>
          <a:lstStyle/>
          <a:p>
            <a:endParaRPr lang="nl-NL" dirty="0"/>
          </a:p>
        </p:txBody>
      </p:sp>
      <p:sp>
        <p:nvSpPr>
          <p:cNvPr id="18" name="Tijdelijke aanduiding voor dianummer 17">
            <a:extLst>
              <a:ext uri="{FF2B5EF4-FFF2-40B4-BE49-F238E27FC236}">
                <a16:creationId xmlns:a16="http://schemas.microsoft.com/office/drawing/2014/main" id="{D343DFAA-0AA6-804A-1BC4-D7EE73A5FFD4}"/>
              </a:ext>
            </a:extLst>
          </p:cNvPr>
          <p:cNvSpPr>
            <a:spLocks noGrp="1"/>
          </p:cNvSpPr>
          <p:nvPr>
            <p:ph type="sldNum" sz="quarter" idx="24"/>
          </p:nvPr>
        </p:nvSpPr>
        <p:spPr>
          <a:xfrm>
            <a:off x="11119757" y="6858000"/>
            <a:ext cx="768135" cy="365125"/>
          </a:xfrm>
        </p:spPr>
        <p:txBody>
          <a:bodyPr/>
          <a:lstStyle/>
          <a:p>
            <a:fld id="{A648B885-FF76-47CB-8BBD-27E7EBF07CA9}" type="slidenum">
              <a:rPr lang="nl-NL" smtClean="0"/>
              <a:pPr/>
              <a:t>‹nr.›</a:t>
            </a:fld>
            <a:endParaRPr lang="nl-NL" dirty="0"/>
          </a:p>
        </p:txBody>
      </p:sp>
      <p:sp>
        <p:nvSpPr>
          <p:cNvPr id="19" name="Titel 1">
            <a:extLst>
              <a:ext uri="{FF2B5EF4-FFF2-40B4-BE49-F238E27FC236}">
                <a16:creationId xmlns:a16="http://schemas.microsoft.com/office/drawing/2014/main" id="{586F5B8F-BAB6-359A-977A-F4B21FD04BBC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5877012" y="423332"/>
            <a:ext cx="5976321" cy="2002965"/>
          </a:xfrm>
        </p:spPr>
        <p:txBody>
          <a:bodyPr anchor="b">
            <a:normAutofit/>
          </a:bodyPr>
          <a:lstStyle>
            <a:lvl1pPr algn="l">
              <a:defRPr sz="4800">
                <a:solidFill>
                  <a:schemeClr val="tx2"/>
                </a:solidFill>
                <a:effectLst/>
              </a:defRPr>
            </a:lvl1pPr>
          </a:lstStyle>
          <a:p>
            <a:r>
              <a:rPr lang="nl-NL"/>
              <a:t>Klik om stijl te bewerken</a:t>
            </a:r>
            <a:endParaRPr lang="nl-NL" dirty="0"/>
          </a:p>
        </p:txBody>
      </p:sp>
      <p:sp>
        <p:nvSpPr>
          <p:cNvPr id="20" name="Ondertitel 2">
            <a:extLst>
              <a:ext uri="{FF2B5EF4-FFF2-40B4-BE49-F238E27FC236}">
                <a16:creationId xmlns:a16="http://schemas.microsoft.com/office/drawing/2014/main" id="{8ADB84C1-0763-C4DB-A204-EC688351EC3B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5877013" y="2518373"/>
            <a:ext cx="4826924" cy="1122074"/>
          </a:xfrm>
        </p:spPr>
        <p:txBody>
          <a:bodyPr/>
          <a:lstStyle>
            <a:lvl1pPr marL="0" indent="0" algn="l">
              <a:buNone/>
              <a:defRPr sz="2400">
                <a:solidFill>
                  <a:schemeClr val="tx2"/>
                </a:solidFill>
                <a:effectLst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nl-NL"/>
              <a:t>Klikken om de ondertitelstijl van het model te bewerken</a:t>
            </a:r>
            <a:endParaRPr lang="nl-NL" dirty="0"/>
          </a:p>
        </p:txBody>
      </p:sp>
      <p:graphicFrame>
        <p:nvGraphicFramePr>
          <p:cNvPr id="21" name="Tabel 20">
            <a:extLst>
              <a:ext uri="{FF2B5EF4-FFF2-40B4-BE49-F238E27FC236}">
                <a16:creationId xmlns:a16="http://schemas.microsoft.com/office/drawing/2014/main" id="{CFD40A2F-D0A7-4CCB-E288-FB61135DB7CF}"/>
              </a:ext>
            </a:extLst>
          </p:cNvPr>
          <p:cNvGraphicFramePr>
            <a:graphicFrameLocks noGrp="1"/>
          </p:cNvGraphicFramePr>
          <p:nvPr userDrawn="1">
            <p:extLst>
              <p:ext uri="{D42A27DB-BD31-4B8C-83A1-F6EECF244321}">
                <p14:modId xmlns:p14="http://schemas.microsoft.com/office/powerpoint/2010/main" val="4543509"/>
              </p:ext>
            </p:extLst>
          </p:nvPr>
        </p:nvGraphicFramePr>
        <p:xfrm>
          <a:off x="5972723" y="3827205"/>
          <a:ext cx="647602" cy="847164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647602">
                  <a:extLst>
                    <a:ext uri="{9D8B030D-6E8A-4147-A177-3AD203B41FA5}">
                      <a16:colId xmlns:a16="http://schemas.microsoft.com/office/drawing/2014/main" val="1466305088"/>
                    </a:ext>
                  </a:extLst>
                </a:gridCol>
              </a:tblGrid>
              <a:tr h="282388">
                <a:tc>
                  <a:txBody>
                    <a:bodyPr/>
                    <a:lstStyle/>
                    <a:p>
                      <a:pPr algn="l"/>
                      <a:r>
                        <a:rPr lang="nl-NL" sz="1400" b="1" dirty="0">
                          <a:solidFill>
                            <a:schemeClr val="tx2"/>
                          </a:solidFill>
                          <a:effectLst/>
                          <a:latin typeface="+mj-lt"/>
                          <a:cs typeface="Segoe UI Semibold" panose="020B0702040204020203" pitchFamily="34" charset="0"/>
                        </a:rPr>
                        <a:t>Auteur</a:t>
                      </a:r>
                      <a:endParaRPr lang="nl-NL" sz="1400" b="1" dirty="0">
                        <a:solidFill>
                          <a:schemeClr val="tx2"/>
                        </a:solidFill>
                        <a:effectLst/>
                        <a:latin typeface="+mj-lt"/>
                        <a:ea typeface="Calibri" panose="020F0502020204030204" pitchFamily="34" charset="0"/>
                        <a:cs typeface="Segoe UI Semibold" panose="020B0702040204020203" pitchFamily="34" charset="0"/>
                      </a:endParaRPr>
                    </a:p>
                  </a:txBody>
                  <a:tcPr marL="0" marR="36000" marT="0" marB="36000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5068165"/>
                  </a:ext>
                </a:extLst>
              </a:tr>
              <a:tr h="282388">
                <a:tc>
                  <a:txBody>
                    <a:bodyPr/>
                    <a:lstStyle/>
                    <a:p>
                      <a:pPr algn="l"/>
                      <a:r>
                        <a:rPr lang="nl-NL" sz="1400" b="1" dirty="0">
                          <a:solidFill>
                            <a:schemeClr val="tx2"/>
                          </a:solidFill>
                          <a:effectLst/>
                          <a:latin typeface="+mj-lt"/>
                          <a:cs typeface="Segoe UI Semibold" panose="020B0702040204020203" pitchFamily="34" charset="0"/>
                        </a:rPr>
                        <a:t>Datum</a:t>
                      </a:r>
                      <a:endParaRPr lang="nl-NL" sz="1400" b="1" dirty="0">
                        <a:solidFill>
                          <a:schemeClr val="tx2"/>
                        </a:solidFill>
                        <a:effectLst/>
                        <a:latin typeface="+mj-lt"/>
                        <a:ea typeface="Calibri" panose="020F0502020204030204" pitchFamily="34" charset="0"/>
                        <a:cs typeface="Segoe UI Semibold" panose="020B0702040204020203" pitchFamily="34" charset="0"/>
                      </a:endParaRPr>
                    </a:p>
                  </a:txBody>
                  <a:tcPr marL="0" marR="36000" marT="0" marB="36000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403549219"/>
                  </a:ext>
                </a:extLst>
              </a:tr>
              <a:tr h="282388">
                <a:tc>
                  <a:txBody>
                    <a:bodyPr/>
                    <a:lstStyle/>
                    <a:p>
                      <a:pPr algn="l"/>
                      <a:r>
                        <a:rPr lang="nl-NL" sz="1400" b="1" dirty="0">
                          <a:solidFill>
                            <a:schemeClr val="tx2"/>
                          </a:solidFill>
                          <a:effectLst/>
                          <a:latin typeface="+mj-lt"/>
                          <a:cs typeface="Segoe UI Semibold" panose="020B0702040204020203" pitchFamily="34" charset="0"/>
                        </a:rPr>
                        <a:t>Status</a:t>
                      </a:r>
                      <a:endParaRPr lang="nl-NL" sz="1400" b="1" dirty="0">
                        <a:solidFill>
                          <a:schemeClr val="tx2"/>
                        </a:solidFill>
                        <a:effectLst/>
                        <a:latin typeface="+mj-lt"/>
                        <a:ea typeface="Calibri" panose="020F0502020204030204" pitchFamily="34" charset="0"/>
                        <a:cs typeface="Segoe UI Semibold" panose="020B0702040204020203" pitchFamily="34" charset="0"/>
                      </a:endParaRPr>
                    </a:p>
                  </a:txBody>
                  <a:tcPr marL="0" marR="36000" marT="0" marB="36000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570756723"/>
                  </a:ext>
                </a:extLst>
              </a:tr>
            </a:tbl>
          </a:graphicData>
        </a:graphic>
      </p:graphicFrame>
      <p:sp>
        <p:nvSpPr>
          <p:cNvPr id="22" name="Tijdelijke aanduiding voor tekst 6">
            <a:extLst>
              <a:ext uri="{FF2B5EF4-FFF2-40B4-BE49-F238E27FC236}">
                <a16:creationId xmlns:a16="http://schemas.microsoft.com/office/drawing/2014/main" id="{A98703A2-59B0-B71A-8C7B-748F07318C36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6602096" y="3832745"/>
            <a:ext cx="2653506" cy="216000"/>
          </a:xfrm>
        </p:spPr>
        <p:txBody>
          <a:bodyPr anchor="ctr">
            <a:noAutofit/>
          </a:bodyPr>
          <a:lstStyle>
            <a:lvl1pPr marL="0" indent="0">
              <a:buNone/>
              <a:defRPr sz="1400">
                <a:solidFill>
                  <a:schemeClr val="tx2"/>
                </a:solidFill>
                <a:effectLst/>
                <a:latin typeface="+mj-lt"/>
              </a:defRPr>
            </a:lvl1pPr>
          </a:lstStyle>
          <a:p>
            <a:pPr lvl="0"/>
            <a:r>
              <a:rPr lang="nl-NL" dirty="0"/>
              <a:t>[Auteur]</a:t>
            </a:r>
          </a:p>
        </p:txBody>
      </p:sp>
      <p:sp>
        <p:nvSpPr>
          <p:cNvPr id="23" name="Tijdelijke aanduiding voor datum 15">
            <a:extLst>
              <a:ext uri="{FF2B5EF4-FFF2-40B4-BE49-F238E27FC236}">
                <a16:creationId xmlns:a16="http://schemas.microsoft.com/office/drawing/2014/main" id="{FDD0EF63-8153-77B2-C6BB-6D0CD7E89163}"/>
              </a:ext>
            </a:extLst>
          </p:cNvPr>
          <p:cNvSpPr>
            <a:spLocks noGrp="1"/>
          </p:cNvSpPr>
          <p:nvPr>
            <p:ph type="dt" sz="half" idx="22"/>
          </p:nvPr>
        </p:nvSpPr>
        <p:spPr>
          <a:xfrm>
            <a:off x="6602096" y="4105752"/>
            <a:ext cx="2653506" cy="216000"/>
          </a:xfrm>
        </p:spPr>
        <p:txBody>
          <a:bodyPr/>
          <a:lstStyle>
            <a:lvl1pPr>
              <a:defRPr lang="nl-NL" sz="1400" b="0" kern="1200" smtClean="0">
                <a:solidFill>
                  <a:schemeClr val="tx2"/>
                </a:solidFill>
                <a:effectLst/>
                <a:latin typeface="+mj-lt"/>
                <a:ea typeface="+mn-ea"/>
                <a:cs typeface="+mn-cs"/>
              </a:defRPr>
            </a:lvl1pPr>
          </a:lstStyle>
          <a:p>
            <a:fld id="{A2D4CE28-2779-4906-957D-A173F7999FCA}" type="datetime1">
              <a:rPr lang="nl-NL" smtClean="0"/>
              <a:pPr/>
              <a:t>28-1-2026</a:t>
            </a:fld>
            <a:endParaRPr lang="nl-NL" dirty="0"/>
          </a:p>
        </p:txBody>
      </p:sp>
      <p:sp>
        <p:nvSpPr>
          <p:cNvPr id="24" name="Tijdelijke aanduiding voor tekst 6">
            <a:extLst>
              <a:ext uri="{FF2B5EF4-FFF2-40B4-BE49-F238E27FC236}">
                <a16:creationId xmlns:a16="http://schemas.microsoft.com/office/drawing/2014/main" id="{662ED5E9-8B1A-4354-7259-BBB669BB9B92}"/>
              </a:ext>
            </a:extLst>
          </p:cNvPr>
          <p:cNvSpPr>
            <a:spLocks noGrp="1"/>
          </p:cNvSpPr>
          <p:nvPr>
            <p:ph type="body" sz="quarter" idx="25" hasCustomPrompt="1"/>
          </p:nvPr>
        </p:nvSpPr>
        <p:spPr>
          <a:xfrm>
            <a:off x="6602096" y="4408262"/>
            <a:ext cx="2653506" cy="216000"/>
          </a:xfrm>
        </p:spPr>
        <p:txBody>
          <a:bodyPr anchor="ctr">
            <a:noAutofit/>
          </a:bodyPr>
          <a:lstStyle>
            <a:lvl1pPr marL="0" indent="0">
              <a:buNone/>
              <a:defRPr sz="1400">
                <a:solidFill>
                  <a:schemeClr val="tx2"/>
                </a:solidFill>
                <a:effectLst/>
                <a:latin typeface="+mj-lt"/>
              </a:defRPr>
            </a:lvl1pPr>
          </a:lstStyle>
          <a:p>
            <a:pPr lvl="0"/>
            <a:r>
              <a:rPr lang="nl-NL" dirty="0"/>
              <a:t>[Openbaar]</a:t>
            </a:r>
          </a:p>
        </p:txBody>
      </p:sp>
    </p:spTree>
    <p:extLst>
      <p:ext uri="{BB962C8B-B14F-4D97-AF65-F5344CB8AC3E}">
        <p14:creationId xmlns:p14="http://schemas.microsoft.com/office/powerpoint/2010/main" val="293980473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el en objec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9F6A9BEB-31D7-5990-1454-20C0B1CCBFA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nl-NL"/>
              <a:t>Klik om stijl te bewerken</a:t>
            </a:r>
          </a:p>
        </p:txBody>
      </p:sp>
      <p:sp>
        <p:nvSpPr>
          <p:cNvPr id="3" name="Tijdelijke aanduiding voor inhoud 2">
            <a:extLst>
              <a:ext uri="{FF2B5EF4-FFF2-40B4-BE49-F238E27FC236}">
                <a16:creationId xmlns:a16="http://schemas.microsoft.com/office/drawing/2014/main" id="{53757902-BA75-F83A-A9CD-4A250799210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>
            <a:lvl1pPr marL="457200" indent="-457200">
              <a:buFont typeface="Wingdings" panose="05000000000000000000" pitchFamily="2" charset="2"/>
              <a:buChar char="§"/>
              <a:defRPr/>
            </a:lvl1pPr>
            <a:lvl2pPr marL="800100" indent="-342900">
              <a:buFont typeface="Wingdings" panose="05000000000000000000" pitchFamily="2" charset="2"/>
              <a:buChar char="§"/>
              <a:defRPr/>
            </a:lvl2pPr>
            <a:lvl3pPr marL="1257300" indent="-342900">
              <a:buFont typeface="Wingdings" panose="05000000000000000000" pitchFamily="2" charset="2"/>
              <a:buChar char="§"/>
              <a:defRPr/>
            </a:lvl3pPr>
            <a:lvl4pPr marL="1657350" indent="-285750">
              <a:buFont typeface="Wingdings" panose="05000000000000000000" pitchFamily="2" charset="2"/>
              <a:buChar char="§"/>
              <a:defRPr/>
            </a:lvl4pPr>
            <a:lvl5pPr marL="2114550" indent="-285750">
              <a:buFont typeface="Wingdings" panose="05000000000000000000" pitchFamily="2" charset="2"/>
              <a:buChar char="§"/>
              <a:defRPr/>
            </a:lvl5pPr>
          </a:lstStyle>
          <a:p>
            <a:pPr lvl="0"/>
            <a:r>
              <a:rPr lang="nl-NL"/>
              <a:t>Klikken om de tekststijl van het model te bewerken</a:t>
            </a:r>
          </a:p>
          <a:p>
            <a:pPr lvl="1"/>
            <a:r>
              <a:rPr lang="nl-NL"/>
              <a:t>Tweede niveau</a:t>
            </a:r>
          </a:p>
          <a:p>
            <a:pPr lvl="2"/>
            <a:r>
              <a:rPr lang="nl-NL"/>
              <a:t>Derde niveau</a:t>
            </a:r>
          </a:p>
          <a:p>
            <a:pPr lvl="3"/>
            <a:r>
              <a:rPr lang="nl-NL"/>
              <a:t>Vierde niveau</a:t>
            </a:r>
          </a:p>
          <a:p>
            <a:pPr lvl="4"/>
            <a:r>
              <a:rPr lang="nl-NL"/>
              <a:t>Vijfde niveau</a:t>
            </a:r>
          </a:p>
        </p:txBody>
      </p:sp>
      <p:sp>
        <p:nvSpPr>
          <p:cNvPr id="4" name="Tijdelijke aanduiding voor datum 3">
            <a:extLst>
              <a:ext uri="{FF2B5EF4-FFF2-40B4-BE49-F238E27FC236}">
                <a16:creationId xmlns:a16="http://schemas.microsoft.com/office/drawing/2014/main" id="{801B9DCB-6767-0FAB-4EEB-51B8FE43A62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72D8C46-45ED-4977-8DF5-FEAAF18B775F}" type="datetime1">
              <a:rPr lang="nl-NL" smtClean="0"/>
              <a:t>28-1-2026</a:t>
            </a:fld>
            <a:endParaRPr lang="nl-NL"/>
          </a:p>
        </p:txBody>
      </p:sp>
      <p:sp>
        <p:nvSpPr>
          <p:cNvPr id="5" name="Tijdelijke aanduiding voor voettekst 4">
            <a:extLst>
              <a:ext uri="{FF2B5EF4-FFF2-40B4-BE49-F238E27FC236}">
                <a16:creationId xmlns:a16="http://schemas.microsoft.com/office/drawing/2014/main" id="{3217A91C-110C-441A-26CF-15C3C777103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6" name="Tijdelijke aanduiding voor dianummer 5">
            <a:extLst>
              <a:ext uri="{FF2B5EF4-FFF2-40B4-BE49-F238E27FC236}">
                <a16:creationId xmlns:a16="http://schemas.microsoft.com/office/drawing/2014/main" id="{1616AD90-C02F-C9FA-46E8-39CDB253049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648B885-FF76-47CB-8BBD-27E7EBF07CA9}" type="slidenum">
              <a:rPr lang="nl-NL" smtClean="0"/>
              <a:t>‹nr.›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2861748263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" preserve="1">
  <p:cSld name="Titel en object wi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9F6A9BEB-31D7-5990-1454-20C0B1CCBFA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nl-NL"/>
              <a:t>Klik om stijl te bewerken</a:t>
            </a:r>
          </a:p>
        </p:txBody>
      </p:sp>
      <p:sp>
        <p:nvSpPr>
          <p:cNvPr id="3" name="Tijdelijke aanduiding voor inhoud 2">
            <a:extLst>
              <a:ext uri="{FF2B5EF4-FFF2-40B4-BE49-F238E27FC236}">
                <a16:creationId xmlns:a16="http://schemas.microsoft.com/office/drawing/2014/main" id="{53757902-BA75-F83A-A9CD-4A250799210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>
            <a:lvl1pPr marL="457200" indent="-457200">
              <a:buFont typeface="Wingdings" panose="05000000000000000000" pitchFamily="2" charset="2"/>
              <a:buChar char="§"/>
              <a:defRPr/>
            </a:lvl1pPr>
            <a:lvl2pPr marL="800100" indent="-342900">
              <a:buFont typeface="Wingdings" panose="05000000000000000000" pitchFamily="2" charset="2"/>
              <a:buChar char="§"/>
              <a:defRPr/>
            </a:lvl2pPr>
            <a:lvl3pPr marL="1257300" indent="-342900">
              <a:buFont typeface="Wingdings" panose="05000000000000000000" pitchFamily="2" charset="2"/>
              <a:buChar char="§"/>
              <a:defRPr/>
            </a:lvl3pPr>
            <a:lvl4pPr marL="1657350" indent="-285750">
              <a:buFont typeface="Wingdings" panose="05000000000000000000" pitchFamily="2" charset="2"/>
              <a:buChar char="§"/>
              <a:defRPr/>
            </a:lvl4pPr>
            <a:lvl5pPr marL="2114550" indent="-285750">
              <a:buFont typeface="Wingdings" panose="05000000000000000000" pitchFamily="2" charset="2"/>
              <a:buChar char="§"/>
              <a:defRPr/>
            </a:lvl5pPr>
          </a:lstStyle>
          <a:p>
            <a:pPr lvl="0"/>
            <a:r>
              <a:rPr lang="nl-NL"/>
              <a:t>Klikken om de tekststijl van het model te bewerken</a:t>
            </a:r>
          </a:p>
          <a:p>
            <a:pPr lvl="1"/>
            <a:r>
              <a:rPr lang="nl-NL"/>
              <a:t>Tweede niveau</a:t>
            </a:r>
          </a:p>
          <a:p>
            <a:pPr lvl="2"/>
            <a:r>
              <a:rPr lang="nl-NL"/>
              <a:t>Derde niveau</a:t>
            </a:r>
          </a:p>
          <a:p>
            <a:pPr lvl="3"/>
            <a:r>
              <a:rPr lang="nl-NL"/>
              <a:t>Vierde niveau</a:t>
            </a:r>
          </a:p>
          <a:p>
            <a:pPr lvl="4"/>
            <a:r>
              <a:rPr lang="nl-NL"/>
              <a:t>Vijfde niveau</a:t>
            </a:r>
          </a:p>
        </p:txBody>
      </p:sp>
      <p:sp>
        <p:nvSpPr>
          <p:cNvPr id="4" name="Tijdelijke aanduiding voor datum 3">
            <a:extLst>
              <a:ext uri="{FF2B5EF4-FFF2-40B4-BE49-F238E27FC236}">
                <a16:creationId xmlns:a16="http://schemas.microsoft.com/office/drawing/2014/main" id="{801B9DCB-6767-0FAB-4EEB-51B8FE43A62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72D8C46-45ED-4977-8DF5-FEAAF18B775F}" type="datetime1">
              <a:rPr lang="nl-NL" smtClean="0"/>
              <a:t>28-1-2026</a:t>
            </a:fld>
            <a:endParaRPr lang="nl-NL"/>
          </a:p>
        </p:txBody>
      </p:sp>
      <p:sp>
        <p:nvSpPr>
          <p:cNvPr id="5" name="Tijdelijke aanduiding voor voettekst 4">
            <a:extLst>
              <a:ext uri="{FF2B5EF4-FFF2-40B4-BE49-F238E27FC236}">
                <a16:creationId xmlns:a16="http://schemas.microsoft.com/office/drawing/2014/main" id="{3217A91C-110C-441A-26CF-15C3C777103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6" name="Tijdelijke aanduiding voor dianummer 5">
            <a:extLst>
              <a:ext uri="{FF2B5EF4-FFF2-40B4-BE49-F238E27FC236}">
                <a16:creationId xmlns:a16="http://schemas.microsoft.com/office/drawing/2014/main" id="{1616AD90-C02F-C9FA-46E8-39CDB253049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648B885-FF76-47CB-8BBD-27E7EBF07CA9}" type="slidenum">
              <a:rPr lang="nl-NL" smtClean="0"/>
              <a:t>‹nr.›</a:t>
            </a:fld>
            <a:endParaRPr lang="nl-NL"/>
          </a:p>
        </p:txBody>
      </p:sp>
      <p:sp>
        <p:nvSpPr>
          <p:cNvPr id="7" name="Rechthoek 6">
            <a:extLst>
              <a:ext uri="{FF2B5EF4-FFF2-40B4-BE49-F238E27FC236}">
                <a16:creationId xmlns:a16="http://schemas.microsoft.com/office/drawing/2014/main" id="{B53567AC-FC92-DBF6-902D-A02E25D27B7B}"/>
              </a:ext>
            </a:extLst>
          </p:cNvPr>
          <p:cNvSpPr/>
          <p:nvPr userDrawn="1"/>
        </p:nvSpPr>
        <p:spPr>
          <a:xfrm>
            <a:off x="-1" y="0"/>
            <a:ext cx="180000" cy="6870065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nl-NL"/>
          </a:p>
        </p:txBody>
      </p:sp>
      <p:pic>
        <p:nvPicPr>
          <p:cNvPr id="8" name="ArtworkLogo">
            <a:extLst>
              <a:ext uri="{FF2B5EF4-FFF2-40B4-BE49-F238E27FC236}">
                <a16:creationId xmlns:a16="http://schemas.microsoft.com/office/drawing/2014/main" id="{88EDF246-36D0-EA15-89F1-BEBAC1BC90A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0283929" y="303802"/>
            <a:ext cx="1629294" cy="83067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79368962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itel foto donker">
    <p:bg>
      <p:bgPr>
        <a:blipFill dpi="0" rotWithShape="1">
          <a:blip r:embed="rId2">
            <a:lum/>
          </a:blip>
          <a:srcRect/>
          <a:stretch>
            <a:fillRect t="-6000" b="-6000"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Rechthoek 24">
            <a:extLst>
              <a:ext uri="{FF2B5EF4-FFF2-40B4-BE49-F238E27FC236}">
                <a16:creationId xmlns:a16="http://schemas.microsoft.com/office/drawing/2014/main" id="{16FAB6D7-3EC7-B29F-1BB0-AFCC4A37A493}"/>
              </a:ext>
            </a:extLst>
          </p:cNvPr>
          <p:cNvSpPr/>
          <p:nvPr userDrawn="1"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00000">
              <a:alpha val="30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nl-NL"/>
          </a:p>
        </p:txBody>
      </p:sp>
      <p:sp>
        <p:nvSpPr>
          <p:cNvPr id="9" name="Gelijkbenige driehoek 8">
            <a:extLst>
              <a:ext uri="{FF2B5EF4-FFF2-40B4-BE49-F238E27FC236}">
                <a16:creationId xmlns:a16="http://schemas.microsoft.com/office/drawing/2014/main" id="{FBED7AAB-CDAA-72E0-3A43-540D621F3688}"/>
              </a:ext>
            </a:extLst>
          </p:cNvPr>
          <p:cNvSpPr/>
          <p:nvPr userDrawn="1"/>
        </p:nvSpPr>
        <p:spPr>
          <a:xfrm>
            <a:off x="1753986" y="4031673"/>
            <a:ext cx="5505341" cy="2826326"/>
          </a:xfrm>
          <a:prstGeom prst="triangle">
            <a:avLst/>
          </a:prstGeom>
          <a:solidFill>
            <a:schemeClr val="accent3">
              <a:alpha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nl-NL"/>
          </a:p>
        </p:txBody>
      </p:sp>
      <p:sp>
        <p:nvSpPr>
          <p:cNvPr id="2" name="Titel 1">
            <a:extLst>
              <a:ext uri="{FF2B5EF4-FFF2-40B4-BE49-F238E27FC236}">
                <a16:creationId xmlns:a16="http://schemas.microsoft.com/office/drawing/2014/main" id="{A9B5A378-D087-E905-A9CD-E41FF608F580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5877012" y="423332"/>
            <a:ext cx="5976321" cy="2002965"/>
          </a:xfrm>
        </p:spPr>
        <p:txBody>
          <a:bodyPr anchor="b">
            <a:normAutofit/>
          </a:bodyPr>
          <a:lstStyle>
            <a:lvl1pPr algn="l">
              <a:defRPr sz="480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defRPr>
            </a:lvl1pPr>
          </a:lstStyle>
          <a:p>
            <a:r>
              <a:rPr lang="nl-NL"/>
              <a:t>Klik om stijl te bewerken</a:t>
            </a:r>
            <a:endParaRPr lang="nl-NL" dirty="0"/>
          </a:p>
        </p:txBody>
      </p:sp>
      <p:sp>
        <p:nvSpPr>
          <p:cNvPr id="3" name="Ondertitel 2">
            <a:extLst>
              <a:ext uri="{FF2B5EF4-FFF2-40B4-BE49-F238E27FC236}">
                <a16:creationId xmlns:a16="http://schemas.microsoft.com/office/drawing/2014/main" id="{74457518-AC06-A099-9F3C-A25877688B6B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5877013" y="2518373"/>
            <a:ext cx="4826924" cy="1122074"/>
          </a:xfrm>
        </p:spPr>
        <p:txBody>
          <a:bodyPr/>
          <a:lstStyle>
            <a:lvl1pPr marL="0" indent="0" algn="l">
              <a:buNone/>
              <a:defRPr sz="240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nl-NL"/>
              <a:t>Klikken om de ondertitelstijl van het model te bewerken</a:t>
            </a:r>
            <a:endParaRPr lang="nl-NL" dirty="0"/>
          </a:p>
        </p:txBody>
      </p:sp>
      <p:sp>
        <p:nvSpPr>
          <p:cNvPr id="7" name="Vrije vorm: vorm 6">
            <a:extLst>
              <a:ext uri="{FF2B5EF4-FFF2-40B4-BE49-F238E27FC236}">
                <a16:creationId xmlns:a16="http://schemas.microsoft.com/office/drawing/2014/main" id="{91BD37D6-B25E-967C-E52E-4F310795267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0" y="0"/>
            <a:ext cx="5838825" cy="5842635"/>
          </a:xfrm>
          <a:custGeom>
            <a:avLst/>
            <a:gdLst>
              <a:gd name="connsiteX0" fmla="*/ 5841340 w 5841339"/>
              <a:gd name="connsiteY0" fmla="*/ 0 h 5841720"/>
              <a:gd name="connsiteX1" fmla="*/ 3301403 w 5841339"/>
              <a:gd name="connsiteY1" fmla="*/ 0 h 5841720"/>
              <a:gd name="connsiteX2" fmla="*/ 1655826 w 5841339"/>
              <a:gd name="connsiteY2" fmla="*/ 1645666 h 5841720"/>
              <a:gd name="connsiteX3" fmla="*/ 10268 w 5841339"/>
              <a:gd name="connsiteY3" fmla="*/ 0 h 5841720"/>
              <a:gd name="connsiteX4" fmla="*/ 0 w 5841339"/>
              <a:gd name="connsiteY4" fmla="*/ 0 h 5841720"/>
              <a:gd name="connsiteX5" fmla="*/ 0 w 5841339"/>
              <a:gd name="connsiteY5" fmla="*/ 5841721 h 5841720"/>
              <a:gd name="connsiteX6" fmla="*/ 5841340 w 5841339"/>
              <a:gd name="connsiteY6" fmla="*/ 0 h 584172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5841339" h="5841720">
                <a:moveTo>
                  <a:pt x="5841340" y="0"/>
                </a:moveTo>
                <a:lnTo>
                  <a:pt x="3301403" y="0"/>
                </a:lnTo>
                <a:lnTo>
                  <a:pt x="1655826" y="1645666"/>
                </a:lnTo>
                <a:lnTo>
                  <a:pt x="10268" y="0"/>
                </a:lnTo>
                <a:lnTo>
                  <a:pt x="0" y="0"/>
                </a:lnTo>
                <a:lnTo>
                  <a:pt x="0" y="5841721"/>
                </a:lnTo>
                <a:lnTo>
                  <a:pt x="5841340" y="0"/>
                </a:lnTo>
                <a:close/>
              </a:path>
            </a:pathLst>
          </a:custGeom>
          <a:solidFill>
            <a:srgbClr val="0085C6">
              <a:alpha val="74902"/>
            </a:srgbClr>
          </a:solidFill>
          <a:ln w="12695" cap="flat">
            <a:noFill/>
            <a:prstDash val="solid"/>
            <a:miter/>
          </a:ln>
        </p:spPr>
        <p:txBody>
          <a:bodyPr rot="0" spcFirstLastPara="0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endParaRPr lang="nl-NL"/>
          </a:p>
        </p:txBody>
      </p:sp>
      <p:sp>
        <p:nvSpPr>
          <p:cNvPr id="5" name="Vrije vorm: vorm 4">
            <a:extLst>
              <a:ext uri="{FF2B5EF4-FFF2-40B4-BE49-F238E27FC236}">
                <a16:creationId xmlns:a16="http://schemas.microsoft.com/office/drawing/2014/main" id="{2E3052D2-7619-D462-11E0-04B85514BCDC}"/>
              </a:ext>
            </a:extLst>
          </p:cNvPr>
          <p:cNvSpPr/>
          <p:nvPr/>
        </p:nvSpPr>
        <p:spPr>
          <a:xfrm>
            <a:off x="9308011" y="5109583"/>
            <a:ext cx="756398" cy="756645"/>
          </a:xfrm>
          <a:custGeom>
            <a:avLst/>
            <a:gdLst>
              <a:gd name="connsiteX0" fmla="*/ 586222 w 756398"/>
              <a:gd name="connsiteY0" fmla="*/ 0 h 756645"/>
              <a:gd name="connsiteX1" fmla="*/ 0 w 756398"/>
              <a:gd name="connsiteY1" fmla="*/ 586435 h 756645"/>
              <a:gd name="connsiteX2" fmla="*/ 0 w 756398"/>
              <a:gd name="connsiteY2" fmla="*/ 756646 h 756645"/>
              <a:gd name="connsiteX3" fmla="*/ 170189 w 756398"/>
              <a:gd name="connsiteY3" fmla="*/ 756646 h 756645"/>
              <a:gd name="connsiteX4" fmla="*/ 378206 w 756398"/>
              <a:gd name="connsiteY4" fmla="*/ 548566 h 756645"/>
              <a:gd name="connsiteX5" fmla="*/ 459213 w 756398"/>
              <a:gd name="connsiteY5" fmla="*/ 629614 h 756645"/>
              <a:gd name="connsiteX6" fmla="*/ 629405 w 756398"/>
              <a:gd name="connsiteY6" fmla="*/ 459372 h 756645"/>
              <a:gd name="connsiteX7" fmla="*/ 548380 w 756398"/>
              <a:gd name="connsiteY7" fmla="*/ 378324 h 756645"/>
              <a:gd name="connsiteX8" fmla="*/ 756398 w 756398"/>
              <a:gd name="connsiteY8" fmla="*/ 170241 h 756645"/>
              <a:gd name="connsiteX9" fmla="*/ 756398 w 756398"/>
              <a:gd name="connsiteY9" fmla="*/ 0 h 756645"/>
              <a:gd name="connsiteX10" fmla="*/ 586224 w 756398"/>
              <a:gd name="connsiteY10" fmla="*/ 0 h 756645"/>
              <a:gd name="connsiteX11" fmla="*/ 81008 w 756398"/>
              <a:gd name="connsiteY11" fmla="*/ 251291 h 756645"/>
              <a:gd name="connsiteX12" fmla="*/ 251197 w 756398"/>
              <a:gd name="connsiteY12" fmla="*/ 81048 h 756645"/>
              <a:gd name="connsiteX13" fmla="*/ 170189 w 756398"/>
              <a:gd name="connsiteY13" fmla="*/ 15 h 756645"/>
              <a:gd name="connsiteX14" fmla="*/ 170189 w 756398"/>
              <a:gd name="connsiteY14" fmla="*/ 0 h 756645"/>
              <a:gd name="connsiteX15" fmla="*/ 0 w 756398"/>
              <a:gd name="connsiteY15" fmla="*/ 0 h 756645"/>
              <a:gd name="connsiteX16" fmla="*/ 0 w 756398"/>
              <a:gd name="connsiteY16" fmla="*/ 170241 h 756645"/>
              <a:gd name="connsiteX17" fmla="*/ 81008 w 756398"/>
              <a:gd name="connsiteY17" fmla="*/ 251291 h 756645"/>
              <a:gd name="connsiteX18" fmla="*/ 756398 w 756398"/>
              <a:gd name="connsiteY18" fmla="*/ 756646 h 756645"/>
              <a:gd name="connsiteX19" fmla="*/ 756398 w 756398"/>
              <a:gd name="connsiteY19" fmla="*/ 586435 h 756645"/>
              <a:gd name="connsiteX20" fmla="*/ 586252 w 756398"/>
              <a:gd name="connsiteY20" fmla="*/ 756646 h 756645"/>
              <a:gd name="connsiteX21" fmla="*/ 756398 w 756398"/>
              <a:gd name="connsiteY21" fmla="*/ 756646 h 75664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</a:cxnLst>
            <a:rect l="l" t="t" r="r" b="b"/>
            <a:pathLst>
              <a:path w="756398" h="756645">
                <a:moveTo>
                  <a:pt x="586222" y="0"/>
                </a:moveTo>
                <a:lnTo>
                  <a:pt x="0" y="586435"/>
                </a:lnTo>
                <a:lnTo>
                  <a:pt x="0" y="756646"/>
                </a:lnTo>
                <a:lnTo>
                  <a:pt x="170189" y="756646"/>
                </a:lnTo>
                <a:lnTo>
                  <a:pt x="378206" y="548566"/>
                </a:lnTo>
                <a:lnTo>
                  <a:pt x="459213" y="629614"/>
                </a:lnTo>
                <a:lnTo>
                  <a:pt x="629405" y="459372"/>
                </a:lnTo>
                <a:lnTo>
                  <a:pt x="548380" y="378324"/>
                </a:lnTo>
                <a:lnTo>
                  <a:pt x="756398" y="170241"/>
                </a:lnTo>
                <a:lnTo>
                  <a:pt x="756398" y="0"/>
                </a:lnTo>
                <a:lnTo>
                  <a:pt x="586224" y="0"/>
                </a:lnTo>
                <a:close/>
                <a:moveTo>
                  <a:pt x="81008" y="251291"/>
                </a:moveTo>
                <a:lnTo>
                  <a:pt x="251197" y="81048"/>
                </a:lnTo>
                <a:lnTo>
                  <a:pt x="170189" y="15"/>
                </a:lnTo>
                <a:lnTo>
                  <a:pt x="170189" y="0"/>
                </a:lnTo>
                <a:lnTo>
                  <a:pt x="0" y="0"/>
                </a:lnTo>
                <a:lnTo>
                  <a:pt x="0" y="170241"/>
                </a:lnTo>
                <a:lnTo>
                  <a:pt x="81008" y="251291"/>
                </a:lnTo>
                <a:close/>
                <a:moveTo>
                  <a:pt x="756398" y="756646"/>
                </a:moveTo>
                <a:lnTo>
                  <a:pt x="756398" y="586435"/>
                </a:lnTo>
                <a:lnTo>
                  <a:pt x="586252" y="756646"/>
                </a:lnTo>
                <a:lnTo>
                  <a:pt x="756398" y="756646"/>
                </a:lnTo>
                <a:close/>
              </a:path>
            </a:pathLst>
          </a:custGeom>
          <a:solidFill>
            <a:srgbClr val="97BE0D"/>
          </a:solidFill>
          <a:ln w="14994" cap="flat">
            <a:noFill/>
            <a:prstDash val="solid"/>
            <a:miter/>
          </a:ln>
        </p:spPr>
        <p:txBody>
          <a:bodyPr rtlCol="0" anchor="ctr"/>
          <a:lstStyle/>
          <a:p>
            <a:endParaRPr lang="nl-NL"/>
          </a:p>
        </p:txBody>
      </p:sp>
      <p:sp>
        <p:nvSpPr>
          <p:cNvPr id="6" name="Vrije vorm: vorm 5">
            <a:extLst>
              <a:ext uri="{FF2B5EF4-FFF2-40B4-BE49-F238E27FC236}">
                <a16:creationId xmlns:a16="http://schemas.microsoft.com/office/drawing/2014/main" id="{2290EBA2-8E2D-6DE4-0054-29203AF1659C}"/>
              </a:ext>
            </a:extLst>
          </p:cNvPr>
          <p:cNvSpPr/>
          <p:nvPr/>
        </p:nvSpPr>
        <p:spPr>
          <a:xfrm>
            <a:off x="10820794" y="5109590"/>
            <a:ext cx="756412" cy="756647"/>
          </a:xfrm>
          <a:custGeom>
            <a:avLst/>
            <a:gdLst>
              <a:gd name="connsiteX0" fmla="*/ 0 w 756412"/>
              <a:gd name="connsiteY0" fmla="*/ 0 h 756647"/>
              <a:gd name="connsiteX1" fmla="*/ 0 w 756412"/>
              <a:gd name="connsiteY1" fmla="*/ 0 h 756647"/>
              <a:gd name="connsiteX2" fmla="*/ 586223 w 756412"/>
              <a:gd name="connsiteY2" fmla="*/ 0 h 756647"/>
              <a:gd name="connsiteX3" fmla="*/ 0 w 756412"/>
              <a:gd name="connsiteY3" fmla="*/ 586435 h 756647"/>
              <a:gd name="connsiteX4" fmla="*/ 0 w 756412"/>
              <a:gd name="connsiteY4" fmla="*/ 756647 h 756647"/>
              <a:gd name="connsiteX5" fmla="*/ 170190 w 756412"/>
              <a:gd name="connsiteY5" fmla="*/ 756647 h 756647"/>
              <a:gd name="connsiteX6" fmla="*/ 463309 w 756412"/>
              <a:gd name="connsiteY6" fmla="*/ 463438 h 756647"/>
              <a:gd name="connsiteX7" fmla="*/ 756398 w 756412"/>
              <a:gd name="connsiteY7" fmla="*/ 756647 h 756647"/>
              <a:gd name="connsiteX8" fmla="*/ 756413 w 756412"/>
              <a:gd name="connsiteY8" fmla="*/ 756647 h 756647"/>
              <a:gd name="connsiteX9" fmla="*/ 756413 w 756412"/>
              <a:gd name="connsiteY9" fmla="*/ 0 h 756647"/>
              <a:gd name="connsiteX10" fmla="*/ 586223 w 756412"/>
              <a:gd name="connsiteY10" fmla="*/ 0 h 756647"/>
              <a:gd name="connsiteX11" fmla="*/ 332220 w 756412"/>
              <a:gd name="connsiteY11" fmla="*/ 0 h 756647"/>
              <a:gd name="connsiteX12" fmla="*/ 15 w 756412"/>
              <a:gd name="connsiteY12" fmla="*/ 0 h 756647"/>
              <a:gd name="connsiteX13" fmla="*/ 166125 w 756412"/>
              <a:gd name="connsiteY13" fmla="*/ 166162 h 756647"/>
              <a:gd name="connsiteX14" fmla="*/ 332220 w 756412"/>
              <a:gd name="connsiteY14" fmla="*/ 0 h 75664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</a:cxnLst>
            <a:rect l="l" t="t" r="r" b="b"/>
            <a:pathLst>
              <a:path w="756412" h="756647">
                <a:moveTo>
                  <a:pt x="0" y="0"/>
                </a:moveTo>
                <a:lnTo>
                  <a:pt x="0" y="0"/>
                </a:lnTo>
                <a:close/>
                <a:moveTo>
                  <a:pt x="586223" y="0"/>
                </a:moveTo>
                <a:lnTo>
                  <a:pt x="0" y="586435"/>
                </a:lnTo>
                <a:lnTo>
                  <a:pt x="0" y="756647"/>
                </a:lnTo>
                <a:lnTo>
                  <a:pt x="170190" y="756647"/>
                </a:lnTo>
                <a:lnTo>
                  <a:pt x="463309" y="463438"/>
                </a:lnTo>
                <a:lnTo>
                  <a:pt x="756398" y="756647"/>
                </a:lnTo>
                <a:lnTo>
                  <a:pt x="756413" y="756647"/>
                </a:lnTo>
                <a:lnTo>
                  <a:pt x="756413" y="0"/>
                </a:lnTo>
                <a:lnTo>
                  <a:pt x="586223" y="0"/>
                </a:lnTo>
                <a:close/>
                <a:moveTo>
                  <a:pt x="332220" y="0"/>
                </a:moveTo>
                <a:lnTo>
                  <a:pt x="15" y="0"/>
                </a:lnTo>
                <a:lnTo>
                  <a:pt x="166125" y="166162"/>
                </a:lnTo>
                <a:lnTo>
                  <a:pt x="332220" y="0"/>
                </a:lnTo>
                <a:close/>
              </a:path>
            </a:pathLst>
          </a:custGeom>
          <a:solidFill>
            <a:srgbClr val="0086C5"/>
          </a:solidFill>
          <a:ln w="14994" cap="flat">
            <a:noFill/>
            <a:prstDash val="solid"/>
            <a:miter/>
          </a:ln>
        </p:spPr>
        <p:txBody>
          <a:bodyPr rtlCol="0" anchor="ctr"/>
          <a:lstStyle/>
          <a:p>
            <a:endParaRPr lang="nl-NL"/>
          </a:p>
        </p:txBody>
      </p:sp>
      <p:sp>
        <p:nvSpPr>
          <p:cNvPr id="8" name="Vrije vorm: vorm 7">
            <a:extLst>
              <a:ext uri="{FF2B5EF4-FFF2-40B4-BE49-F238E27FC236}">
                <a16:creationId xmlns:a16="http://schemas.microsoft.com/office/drawing/2014/main" id="{DF62DE58-EDBC-170B-6165-304CC012C3C0}"/>
              </a:ext>
            </a:extLst>
          </p:cNvPr>
          <p:cNvSpPr/>
          <p:nvPr/>
        </p:nvSpPr>
        <p:spPr>
          <a:xfrm>
            <a:off x="9290892" y="6026252"/>
            <a:ext cx="198536" cy="245754"/>
          </a:xfrm>
          <a:custGeom>
            <a:avLst/>
            <a:gdLst>
              <a:gd name="connsiteX0" fmla="*/ 103821 w 198536"/>
              <a:gd name="connsiteY0" fmla="*/ 245754 h 245754"/>
              <a:gd name="connsiteX1" fmla="*/ 0 w 198536"/>
              <a:gd name="connsiteY1" fmla="*/ 127423 h 245754"/>
              <a:gd name="connsiteX2" fmla="*/ 112100 w 198536"/>
              <a:gd name="connsiteY2" fmla="*/ 0 h 245754"/>
              <a:gd name="connsiteX3" fmla="*/ 193572 w 198536"/>
              <a:gd name="connsiteY3" fmla="*/ 34748 h 245754"/>
              <a:gd name="connsiteX4" fmla="*/ 174136 w 198536"/>
              <a:gd name="connsiteY4" fmla="*/ 59158 h 245754"/>
              <a:gd name="connsiteX5" fmla="*/ 119540 w 198536"/>
              <a:gd name="connsiteY5" fmla="*/ 43030 h 245754"/>
              <a:gd name="connsiteX6" fmla="*/ 56260 w 198536"/>
              <a:gd name="connsiteY6" fmla="*/ 119561 h 245754"/>
              <a:gd name="connsiteX7" fmla="*/ 112505 w 198536"/>
              <a:gd name="connsiteY7" fmla="*/ 202740 h 245754"/>
              <a:gd name="connsiteX8" fmla="*/ 144768 w 198536"/>
              <a:gd name="connsiteY8" fmla="*/ 194458 h 245754"/>
              <a:gd name="connsiteX9" fmla="*/ 144768 w 198536"/>
              <a:gd name="connsiteY9" fmla="*/ 140251 h 245754"/>
              <a:gd name="connsiteX10" fmla="*/ 111260 w 198536"/>
              <a:gd name="connsiteY10" fmla="*/ 140251 h 245754"/>
              <a:gd name="connsiteX11" fmla="*/ 111260 w 198536"/>
              <a:gd name="connsiteY11" fmla="*/ 104678 h 245754"/>
              <a:gd name="connsiteX12" fmla="*/ 198537 w 198536"/>
              <a:gd name="connsiteY12" fmla="*/ 104678 h 245754"/>
              <a:gd name="connsiteX13" fmla="*/ 198537 w 198536"/>
              <a:gd name="connsiteY13" fmla="*/ 213902 h 245754"/>
              <a:gd name="connsiteX14" fmla="*/ 103821 w 198536"/>
              <a:gd name="connsiteY14" fmla="*/ 245754 h 24575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</a:cxnLst>
            <a:rect l="l" t="t" r="r" b="b"/>
            <a:pathLst>
              <a:path w="198536" h="245754">
                <a:moveTo>
                  <a:pt x="103821" y="245754"/>
                </a:moveTo>
                <a:cubicBezTo>
                  <a:pt x="34752" y="245754"/>
                  <a:pt x="0" y="210166"/>
                  <a:pt x="0" y="127423"/>
                </a:cubicBezTo>
                <a:cubicBezTo>
                  <a:pt x="0" y="39309"/>
                  <a:pt x="50471" y="0"/>
                  <a:pt x="112100" y="0"/>
                </a:cubicBezTo>
                <a:cubicBezTo>
                  <a:pt x="147256" y="0"/>
                  <a:pt x="173714" y="14058"/>
                  <a:pt x="193572" y="34748"/>
                </a:cubicBezTo>
                <a:lnTo>
                  <a:pt x="174136" y="59158"/>
                </a:lnTo>
                <a:cubicBezTo>
                  <a:pt x="156767" y="49226"/>
                  <a:pt x="137734" y="43030"/>
                  <a:pt x="119540" y="43030"/>
                </a:cubicBezTo>
                <a:cubicBezTo>
                  <a:pt x="82313" y="43030"/>
                  <a:pt x="56260" y="70335"/>
                  <a:pt x="56260" y="119561"/>
                </a:cubicBezTo>
                <a:cubicBezTo>
                  <a:pt x="56260" y="184121"/>
                  <a:pt x="80663" y="202740"/>
                  <a:pt x="112505" y="202740"/>
                </a:cubicBezTo>
                <a:cubicBezTo>
                  <a:pt x="126574" y="202740"/>
                  <a:pt x="138152" y="199004"/>
                  <a:pt x="144768" y="194458"/>
                </a:cubicBezTo>
                <a:lnTo>
                  <a:pt x="144768" y="140251"/>
                </a:lnTo>
                <a:lnTo>
                  <a:pt x="111260" y="140251"/>
                </a:lnTo>
                <a:lnTo>
                  <a:pt x="111260" y="104678"/>
                </a:lnTo>
                <a:lnTo>
                  <a:pt x="198537" y="104678"/>
                </a:lnTo>
                <a:lnTo>
                  <a:pt x="198537" y="213902"/>
                </a:lnTo>
                <a:cubicBezTo>
                  <a:pt x="173714" y="234172"/>
                  <a:pt x="140629" y="245754"/>
                  <a:pt x="103821" y="245754"/>
                </a:cubicBezTo>
              </a:path>
            </a:pathLst>
          </a:custGeom>
          <a:solidFill>
            <a:srgbClr val="97BE0D"/>
          </a:solidFill>
          <a:ln w="14994" cap="flat">
            <a:noFill/>
            <a:prstDash val="solid"/>
            <a:miter/>
          </a:ln>
        </p:spPr>
        <p:txBody>
          <a:bodyPr rtlCol="0" anchor="ctr"/>
          <a:lstStyle/>
          <a:p>
            <a:endParaRPr lang="nl-NL"/>
          </a:p>
        </p:txBody>
      </p:sp>
      <p:sp>
        <p:nvSpPr>
          <p:cNvPr id="10" name="Vrije vorm: vorm 9">
            <a:extLst>
              <a:ext uri="{FF2B5EF4-FFF2-40B4-BE49-F238E27FC236}">
                <a16:creationId xmlns:a16="http://schemas.microsoft.com/office/drawing/2014/main" id="{074A652D-0EA5-F295-D355-4AC8A19B1DDA}"/>
              </a:ext>
            </a:extLst>
          </p:cNvPr>
          <p:cNvSpPr/>
          <p:nvPr/>
        </p:nvSpPr>
        <p:spPr>
          <a:xfrm>
            <a:off x="9569248" y="6030807"/>
            <a:ext cx="148065" cy="236645"/>
          </a:xfrm>
          <a:custGeom>
            <a:avLst/>
            <a:gdLst>
              <a:gd name="connsiteX0" fmla="*/ 0 w 148065"/>
              <a:gd name="connsiteY0" fmla="*/ 236646 h 236645"/>
              <a:gd name="connsiteX1" fmla="*/ 0 w 148065"/>
              <a:gd name="connsiteY1" fmla="*/ 0 h 236645"/>
              <a:gd name="connsiteX2" fmla="*/ 146415 w 148065"/>
              <a:gd name="connsiteY2" fmla="*/ 0 h 236645"/>
              <a:gd name="connsiteX3" fmla="*/ 146415 w 148065"/>
              <a:gd name="connsiteY3" fmla="*/ 42204 h 236645"/>
              <a:gd name="connsiteX4" fmla="*/ 55014 w 148065"/>
              <a:gd name="connsiteY4" fmla="*/ 42204 h 236645"/>
              <a:gd name="connsiteX5" fmla="*/ 55014 w 148065"/>
              <a:gd name="connsiteY5" fmla="*/ 96395 h 236645"/>
              <a:gd name="connsiteX6" fmla="*/ 131522 w 148065"/>
              <a:gd name="connsiteY6" fmla="*/ 96395 h 236645"/>
              <a:gd name="connsiteX7" fmla="*/ 131522 w 148065"/>
              <a:gd name="connsiteY7" fmla="*/ 136110 h 236645"/>
              <a:gd name="connsiteX8" fmla="*/ 55014 w 148065"/>
              <a:gd name="connsiteY8" fmla="*/ 136110 h 236645"/>
              <a:gd name="connsiteX9" fmla="*/ 55014 w 148065"/>
              <a:gd name="connsiteY9" fmla="*/ 193618 h 236645"/>
              <a:gd name="connsiteX10" fmla="*/ 148065 w 148065"/>
              <a:gd name="connsiteY10" fmla="*/ 193618 h 236645"/>
              <a:gd name="connsiteX11" fmla="*/ 148065 w 148065"/>
              <a:gd name="connsiteY11" fmla="*/ 236646 h 236645"/>
              <a:gd name="connsiteX12" fmla="*/ 0 w 148065"/>
              <a:gd name="connsiteY12" fmla="*/ 236646 h 23664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</a:cxnLst>
            <a:rect l="l" t="t" r="r" b="b"/>
            <a:pathLst>
              <a:path w="148065" h="236645">
                <a:moveTo>
                  <a:pt x="0" y="236646"/>
                </a:moveTo>
                <a:lnTo>
                  <a:pt x="0" y="0"/>
                </a:lnTo>
                <a:lnTo>
                  <a:pt x="146415" y="0"/>
                </a:lnTo>
                <a:lnTo>
                  <a:pt x="146415" y="42204"/>
                </a:lnTo>
                <a:lnTo>
                  <a:pt x="55014" y="42204"/>
                </a:lnTo>
                <a:lnTo>
                  <a:pt x="55014" y="96395"/>
                </a:lnTo>
                <a:lnTo>
                  <a:pt x="131522" y="96395"/>
                </a:lnTo>
                <a:lnTo>
                  <a:pt x="131522" y="136110"/>
                </a:lnTo>
                <a:lnTo>
                  <a:pt x="55014" y="136110"/>
                </a:lnTo>
                <a:lnTo>
                  <a:pt x="55014" y="193618"/>
                </a:lnTo>
                <a:lnTo>
                  <a:pt x="148065" y="193618"/>
                </a:lnTo>
                <a:lnTo>
                  <a:pt x="148065" y="236646"/>
                </a:lnTo>
                <a:lnTo>
                  <a:pt x="0" y="236646"/>
                </a:lnTo>
                <a:close/>
              </a:path>
            </a:pathLst>
          </a:custGeom>
          <a:solidFill>
            <a:srgbClr val="97BE0D"/>
          </a:solidFill>
          <a:ln w="14994" cap="flat">
            <a:noFill/>
            <a:prstDash val="solid"/>
            <a:miter/>
          </a:ln>
        </p:spPr>
        <p:txBody>
          <a:bodyPr rtlCol="0" anchor="ctr"/>
          <a:lstStyle/>
          <a:p>
            <a:endParaRPr lang="nl-NL"/>
          </a:p>
        </p:txBody>
      </p:sp>
      <p:sp>
        <p:nvSpPr>
          <p:cNvPr id="14" name="Vrije vorm: vorm 13">
            <a:extLst>
              <a:ext uri="{FF2B5EF4-FFF2-40B4-BE49-F238E27FC236}">
                <a16:creationId xmlns:a16="http://schemas.microsoft.com/office/drawing/2014/main" id="{5FAEC22B-27B5-0C44-848E-174383106CF4}"/>
              </a:ext>
            </a:extLst>
          </p:cNvPr>
          <p:cNvSpPr/>
          <p:nvPr/>
        </p:nvSpPr>
        <p:spPr>
          <a:xfrm>
            <a:off x="9771094" y="6026246"/>
            <a:ext cx="232029" cy="245754"/>
          </a:xfrm>
          <a:custGeom>
            <a:avLst/>
            <a:gdLst>
              <a:gd name="connsiteX0" fmla="*/ 112925 w 232029"/>
              <a:gd name="connsiteY0" fmla="*/ 245754 h 245754"/>
              <a:gd name="connsiteX1" fmla="*/ 0 w 232029"/>
              <a:gd name="connsiteY1" fmla="*/ 125773 h 245754"/>
              <a:gd name="connsiteX2" fmla="*/ 119119 w 232029"/>
              <a:gd name="connsiteY2" fmla="*/ 0 h 245754"/>
              <a:gd name="connsiteX3" fmla="*/ 232029 w 232029"/>
              <a:gd name="connsiteY3" fmla="*/ 117911 h 245754"/>
              <a:gd name="connsiteX4" fmla="*/ 112925 w 232029"/>
              <a:gd name="connsiteY4" fmla="*/ 245754 h 245754"/>
              <a:gd name="connsiteX5" fmla="*/ 114155 w 232029"/>
              <a:gd name="connsiteY5" fmla="*/ 42204 h 245754"/>
              <a:gd name="connsiteX6" fmla="*/ 58315 w 232029"/>
              <a:gd name="connsiteY6" fmla="*/ 118331 h 245754"/>
              <a:gd name="connsiteX7" fmla="*/ 117050 w 232029"/>
              <a:gd name="connsiteY7" fmla="*/ 203145 h 245754"/>
              <a:gd name="connsiteX8" fmla="*/ 173714 w 232029"/>
              <a:gd name="connsiteY8" fmla="*/ 125368 h 245754"/>
              <a:gd name="connsiteX9" fmla="*/ 114155 w 232029"/>
              <a:gd name="connsiteY9" fmla="*/ 42204 h 24575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232029" h="245754">
                <a:moveTo>
                  <a:pt x="112925" y="245754"/>
                </a:moveTo>
                <a:cubicBezTo>
                  <a:pt x="42191" y="245754"/>
                  <a:pt x="0" y="215148"/>
                  <a:pt x="0" y="125773"/>
                </a:cubicBezTo>
                <a:cubicBezTo>
                  <a:pt x="0" y="39309"/>
                  <a:pt x="49226" y="0"/>
                  <a:pt x="119119" y="0"/>
                </a:cubicBezTo>
                <a:cubicBezTo>
                  <a:pt x="191083" y="0"/>
                  <a:pt x="232029" y="33097"/>
                  <a:pt x="232029" y="117911"/>
                </a:cubicBezTo>
                <a:cubicBezTo>
                  <a:pt x="232029" y="212252"/>
                  <a:pt x="177434" y="245754"/>
                  <a:pt x="112925" y="245754"/>
                </a:cubicBezTo>
                <a:moveTo>
                  <a:pt x="114155" y="42204"/>
                </a:moveTo>
                <a:cubicBezTo>
                  <a:pt x="81893" y="42204"/>
                  <a:pt x="58315" y="62894"/>
                  <a:pt x="58315" y="118331"/>
                </a:cubicBezTo>
                <a:cubicBezTo>
                  <a:pt x="58315" y="182050"/>
                  <a:pt x="79823" y="203145"/>
                  <a:pt x="117050" y="203145"/>
                </a:cubicBezTo>
                <a:cubicBezTo>
                  <a:pt x="150137" y="203145"/>
                  <a:pt x="173714" y="182455"/>
                  <a:pt x="173714" y="125368"/>
                </a:cubicBezTo>
                <a:cubicBezTo>
                  <a:pt x="173714" y="64139"/>
                  <a:pt x="152206" y="42204"/>
                  <a:pt x="114155" y="42204"/>
                </a:cubicBezTo>
              </a:path>
            </a:pathLst>
          </a:custGeom>
          <a:solidFill>
            <a:srgbClr val="97BE0D"/>
          </a:solidFill>
          <a:ln w="14994" cap="flat">
            <a:noFill/>
            <a:prstDash val="solid"/>
            <a:miter/>
          </a:ln>
        </p:spPr>
        <p:txBody>
          <a:bodyPr rtlCol="0" anchor="ctr"/>
          <a:lstStyle/>
          <a:p>
            <a:endParaRPr lang="nl-NL"/>
          </a:p>
        </p:txBody>
      </p:sp>
      <p:sp>
        <p:nvSpPr>
          <p:cNvPr id="19" name="Vrije vorm: vorm 18">
            <a:extLst>
              <a:ext uri="{FF2B5EF4-FFF2-40B4-BE49-F238E27FC236}">
                <a16:creationId xmlns:a16="http://schemas.microsoft.com/office/drawing/2014/main" id="{FFA13B9D-AF5C-670C-1F19-ED37017F557C}"/>
              </a:ext>
            </a:extLst>
          </p:cNvPr>
          <p:cNvSpPr/>
          <p:nvPr/>
        </p:nvSpPr>
        <p:spPr>
          <a:xfrm>
            <a:off x="10072376" y="6030807"/>
            <a:ext cx="209696" cy="236645"/>
          </a:xfrm>
          <a:custGeom>
            <a:avLst/>
            <a:gdLst>
              <a:gd name="connsiteX0" fmla="*/ 150962 w 209696"/>
              <a:gd name="connsiteY0" fmla="*/ 236646 h 236645"/>
              <a:gd name="connsiteX1" fmla="*/ 45911 w 209696"/>
              <a:gd name="connsiteY1" fmla="*/ 69915 h 236645"/>
              <a:gd name="connsiteX2" fmla="*/ 45911 w 209696"/>
              <a:gd name="connsiteY2" fmla="*/ 236646 h 236645"/>
              <a:gd name="connsiteX3" fmla="*/ 0 w 209696"/>
              <a:gd name="connsiteY3" fmla="*/ 236646 h 236645"/>
              <a:gd name="connsiteX4" fmla="*/ 0 w 209696"/>
              <a:gd name="connsiteY4" fmla="*/ 0 h 236645"/>
              <a:gd name="connsiteX5" fmla="*/ 68649 w 209696"/>
              <a:gd name="connsiteY5" fmla="*/ 0 h 236645"/>
              <a:gd name="connsiteX6" fmla="*/ 164190 w 209696"/>
              <a:gd name="connsiteY6" fmla="*/ 146042 h 236645"/>
              <a:gd name="connsiteX7" fmla="*/ 164190 w 209696"/>
              <a:gd name="connsiteY7" fmla="*/ 0 h 236645"/>
              <a:gd name="connsiteX8" fmla="*/ 209696 w 209696"/>
              <a:gd name="connsiteY8" fmla="*/ 0 h 236645"/>
              <a:gd name="connsiteX9" fmla="*/ 209696 w 209696"/>
              <a:gd name="connsiteY9" fmla="*/ 236646 h 236645"/>
              <a:gd name="connsiteX10" fmla="*/ 150962 w 209696"/>
              <a:gd name="connsiteY10" fmla="*/ 236646 h 23664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</a:cxnLst>
            <a:rect l="l" t="t" r="r" b="b"/>
            <a:pathLst>
              <a:path w="209696" h="236645">
                <a:moveTo>
                  <a:pt x="150962" y="236646"/>
                </a:moveTo>
                <a:lnTo>
                  <a:pt x="45911" y="69915"/>
                </a:lnTo>
                <a:lnTo>
                  <a:pt x="45911" y="236646"/>
                </a:lnTo>
                <a:lnTo>
                  <a:pt x="0" y="236646"/>
                </a:lnTo>
                <a:lnTo>
                  <a:pt x="0" y="0"/>
                </a:lnTo>
                <a:lnTo>
                  <a:pt x="68649" y="0"/>
                </a:lnTo>
                <a:lnTo>
                  <a:pt x="164190" y="146042"/>
                </a:lnTo>
                <a:lnTo>
                  <a:pt x="164190" y="0"/>
                </a:lnTo>
                <a:lnTo>
                  <a:pt x="209696" y="0"/>
                </a:lnTo>
                <a:lnTo>
                  <a:pt x="209696" y="236646"/>
                </a:lnTo>
                <a:lnTo>
                  <a:pt x="150962" y="236646"/>
                </a:lnTo>
                <a:close/>
              </a:path>
            </a:pathLst>
          </a:custGeom>
          <a:solidFill>
            <a:schemeClr val="bg1"/>
          </a:solidFill>
          <a:ln w="14994" cap="flat">
            <a:noFill/>
            <a:prstDash val="solid"/>
            <a:miter/>
          </a:ln>
        </p:spPr>
        <p:txBody>
          <a:bodyPr rtlCol="0" anchor="ctr"/>
          <a:lstStyle/>
          <a:p>
            <a:endParaRPr lang="nl-NL"/>
          </a:p>
        </p:txBody>
      </p:sp>
      <p:sp>
        <p:nvSpPr>
          <p:cNvPr id="20" name="Vrije vorm: vorm 19">
            <a:extLst>
              <a:ext uri="{FF2B5EF4-FFF2-40B4-BE49-F238E27FC236}">
                <a16:creationId xmlns:a16="http://schemas.microsoft.com/office/drawing/2014/main" id="{B7E54905-3714-2A5F-7274-5F3435008768}"/>
              </a:ext>
            </a:extLst>
          </p:cNvPr>
          <p:cNvSpPr/>
          <p:nvPr/>
        </p:nvSpPr>
        <p:spPr>
          <a:xfrm>
            <a:off x="10370159" y="6026246"/>
            <a:ext cx="232029" cy="245754"/>
          </a:xfrm>
          <a:custGeom>
            <a:avLst/>
            <a:gdLst>
              <a:gd name="connsiteX0" fmla="*/ 112910 w 232029"/>
              <a:gd name="connsiteY0" fmla="*/ 245754 h 245754"/>
              <a:gd name="connsiteX1" fmla="*/ 0 w 232029"/>
              <a:gd name="connsiteY1" fmla="*/ 125773 h 245754"/>
              <a:gd name="connsiteX2" fmla="*/ 119119 w 232029"/>
              <a:gd name="connsiteY2" fmla="*/ 0 h 245754"/>
              <a:gd name="connsiteX3" fmla="*/ 232029 w 232029"/>
              <a:gd name="connsiteY3" fmla="*/ 117911 h 245754"/>
              <a:gd name="connsiteX4" fmla="*/ 112910 w 232029"/>
              <a:gd name="connsiteY4" fmla="*/ 245754 h 245754"/>
              <a:gd name="connsiteX5" fmla="*/ 114155 w 232029"/>
              <a:gd name="connsiteY5" fmla="*/ 42204 h 245754"/>
              <a:gd name="connsiteX6" fmla="*/ 58330 w 232029"/>
              <a:gd name="connsiteY6" fmla="*/ 118331 h 245754"/>
              <a:gd name="connsiteX7" fmla="*/ 117050 w 232029"/>
              <a:gd name="connsiteY7" fmla="*/ 203145 h 245754"/>
              <a:gd name="connsiteX8" fmla="*/ 173715 w 232029"/>
              <a:gd name="connsiteY8" fmla="*/ 125368 h 245754"/>
              <a:gd name="connsiteX9" fmla="*/ 114155 w 232029"/>
              <a:gd name="connsiteY9" fmla="*/ 42204 h 24575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232029" h="245754">
                <a:moveTo>
                  <a:pt x="112910" y="245754"/>
                </a:moveTo>
                <a:cubicBezTo>
                  <a:pt x="42191" y="245754"/>
                  <a:pt x="0" y="215148"/>
                  <a:pt x="0" y="125773"/>
                </a:cubicBezTo>
                <a:cubicBezTo>
                  <a:pt x="0" y="39309"/>
                  <a:pt x="49226" y="0"/>
                  <a:pt x="119119" y="0"/>
                </a:cubicBezTo>
                <a:cubicBezTo>
                  <a:pt x="191083" y="0"/>
                  <a:pt x="232029" y="33097"/>
                  <a:pt x="232029" y="117911"/>
                </a:cubicBezTo>
                <a:cubicBezTo>
                  <a:pt x="232029" y="212252"/>
                  <a:pt x="177434" y="245754"/>
                  <a:pt x="112910" y="245754"/>
                </a:cubicBezTo>
                <a:moveTo>
                  <a:pt x="114155" y="42204"/>
                </a:moveTo>
                <a:cubicBezTo>
                  <a:pt x="81893" y="42204"/>
                  <a:pt x="58330" y="62894"/>
                  <a:pt x="58330" y="118331"/>
                </a:cubicBezTo>
                <a:cubicBezTo>
                  <a:pt x="58330" y="182050"/>
                  <a:pt x="79823" y="203145"/>
                  <a:pt x="117050" y="203145"/>
                </a:cubicBezTo>
                <a:cubicBezTo>
                  <a:pt x="150152" y="203145"/>
                  <a:pt x="173715" y="182455"/>
                  <a:pt x="173715" y="125368"/>
                </a:cubicBezTo>
                <a:cubicBezTo>
                  <a:pt x="173715" y="64139"/>
                  <a:pt x="152206" y="42204"/>
                  <a:pt x="114155" y="42204"/>
                </a:cubicBezTo>
              </a:path>
            </a:pathLst>
          </a:custGeom>
          <a:solidFill>
            <a:schemeClr val="bg1"/>
          </a:solidFill>
          <a:ln w="14994" cap="flat">
            <a:noFill/>
            <a:prstDash val="solid"/>
            <a:miter/>
          </a:ln>
        </p:spPr>
        <p:txBody>
          <a:bodyPr rtlCol="0" anchor="ctr"/>
          <a:lstStyle/>
          <a:p>
            <a:endParaRPr lang="nl-NL"/>
          </a:p>
        </p:txBody>
      </p:sp>
      <p:sp>
        <p:nvSpPr>
          <p:cNvPr id="21" name="Vrije vorm: vorm 20">
            <a:extLst>
              <a:ext uri="{FF2B5EF4-FFF2-40B4-BE49-F238E27FC236}">
                <a16:creationId xmlns:a16="http://schemas.microsoft.com/office/drawing/2014/main" id="{4785C39B-D6D8-2871-966A-115AC70143AE}"/>
              </a:ext>
            </a:extLst>
          </p:cNvPr>
          <p:cNvSpPr/>
          <p:nvPr/>
        </p:nvSpPr>
        <p:spPr>
          <a:xfrm>
            <a:off x="10662602" y="6030807"/>
            <a:ext cx="220856" cy="236645"/>
          </a:xfrm>
          <a:custGeom>
            <a:avLst/>
            <a:gdLst>
              <a:gd name="connsiteX0" fmla="*/ 145579 w 220856"/>
              <a:gd name="connsiteY0" fmla="*/ 236646 h 236645"/>
              <a:gd name="connsiteX1" fmla="*/ 78158 w 220856"/>
              <a:gd name="connsiteY1" fmla="*/ 236646 h 236645"/>
              <a:gd name="connsiteX2" fmla="*/ 0 w 220856"/>
              <a:gd name="connsiteY2" fmla="*/ 0 h 236645"/>
              <a:gd name="connsiteX3" fmla="*/ 61210 w 220856"/>
              <a:gd name="connsiteY3" fmla="*/ 0 h 236645"/>
              <a:gd name="connsiteX4" fmla="*/ 116211 w 220856"/>
              <a:gd name="connsiteY4" fmla="*/ 187406 h 236645"/>
              <a:gd name="connsiteX5" fmla="*/ 116631 w 220856"/>
              <a:gd name="connsiteY5" fmla="*/ 187406 h 236645"/>
              <a:gd name="connsiteX6" fmla="*/ 166262 w 220856"/>
              <a:gd name="connsiteY6" fmla="*/ 0 h 236645"/>
              <a:gd name="connsiteX7" fmla="*/ 220857 w 220856"/>
              <a:gd name="connsiteY7" fmla="*/ 0 h 236645"/>
              <a:gd name="connsiteX8" fmla="*/ 145579 w 220856"/>
              <a:gd name="connsiteY8" fmla="*/ 236646 h 23664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220856" h="236645">
                <a:moveTo>
                  <a:pt x="145579" y="236646"/>
                </a:moveTo>
                <a:lnTo>
                  <a:pt x="78158" y="236646"/>
                </a:lnTo>
                <a:cubicBezTo>
                  <a:pt x="43421" y="155149"/>
                  <a:pt x="19830" y="79848"/>
                  <a:pt x="0" y="0"/>
                </a:cubicBezTo>
                <a:lnTo>
                  <a:pt x="61210" y="0"/>
                </a:lnTo>
                <a:cubicBezTo>
                  <a:pt x="74438" y="60808"/>
                  <a:pt x="93052" y="122457"/>
                  <a:pt x="116211" y="187406"/>
                </a:cubicBezTo>
                <a:lnTo>
                  <a:pt x="116631" y="187406"/>
                </a:lnTo>
                <a:cubicBezTo>
                  <a:pt x="138139" y="125351"/>
                  <a:pt x="153858" y="63299"/>
                  <a:pt x="166262" y="0"/>
                </a:cubicBezTo>
                <a:lnTo>
                  <a:pt x="220857" y="0"/>
                </a:lnTo>
                <a:cubicBezTo>
                  <a:pt x="203068" y="79427"/>
                  <a:pt x="178666" y="160100"/>
                  <a:pt x="145579" y="236646"/>
                </a:cubicBezTo>
              </a:path>
            </a:pathLst>
          </a:custGeom>
          <a:solidFill>
            <a:schemeClr val="bg1"/>
          </a:solidFill>
          <a:ln w="14994" cap="flat">
            <a:noFill/>
            <a:prstDash val="solid"/>
            <a:miter/>
          </a:ln>
        </p:spPr>
        <p:txBody>
          <a:bodyPr rtlCol="0" anchor="ctr"/>
          <a:lstStyle/>
          <a:p>
            <a:endParaRPr lang="nl-NL"/>
          </a:p>
        </p:txBody>
      </p:sp>
      <p:sp>
        <p:nvSpPr>
          <p:cNvPr id="22" name="Vrije vorm: vorm 21">
            <a:extLst>
              <a:ext uri="{FF2B5EF4-FFF2-40B4-BE49-F238E27FC236}">
                <a16:creationId xmlns:a16="http://schemas.microsoft.com/office/drawing/2014/main" id="{3BD1466B-D90A-B56A-D2E8-ABECC1BE9674}"/>
              </a:ext>
            </a:extLst>
          </p:cNvPr>
          <p:cNvSpPr/>
          <p:nvPr/>
        </p:nvSpPr>
        <p:spPr>
          <a:xfrm>
            <a:off x="10960372" y="6030798"/>
            <a:ext cx="210116" cy="241208"/>
          </a:xfrm>
          <a:custGeom>
            <a:avLst/>
            <a:gdLst>
              <a:gd name="connsiteX0" fmla="*/ 100926 w 210116"/>
              <a:gd name="connsiteY0" fmla="*/ 241208 h 241208"/>
              <a:gd name="connsiteX1" fmla="*/ 0 w 210116"/>
              <a:gd name="connsiteY1" fmla="*/ 148533 h 241208"/>
              <a:gd name="connsiteX2" fmla="*/ 0 w 210116"/>
              <a:gd name="connsiteY2" fmla="*/ 0 h 241208"/>
              <a:gd name="connsiteX3" fmla="*/ 55015 w 210116"/>
              <a:gd name="connsiteY3" fmla="*/ 0 h 241208"/>
              <a:gd name="connsiteX4" fmla="*/ 55015 w 210116"/>
              <a:gd name="connsiteY4" fmla="*/ 142322 h 241208"/>
              <a:gd name="connsiteX5" fmla="*/ 105471 w 210116"/>
              <a:gd name="connsiteY5" fmla="*/ 201495 h 241208"/>
              <a:gd name="connsiteX6" fmla="*/ 155941 w 210116"/>
              <a:gd name="connsiteY6" fmla="*/ 145637 h 241208"/>
              <a:gd name="connsiteX7" fmla="*/ 155941 w 210116"/>
              <a:gd name="connsiteY7" fmla="*/ 0 h 241208"/>
              <a:gd name="connsiteX8" fmla="*/ 210116 w 210116"/>
              <a:gd name="connsiteY8" fmla="*/ 0 h 241208"/>
              <a:gd name="connsiteX9" fmla="*/ 210116 w 210116"/>
              <a:gd name="connsiteY9" fmla="*/ 142322 h 241208"/>
              <a:gd name="connsiteX10" fmla="*/ 100926 w 210116"/>
              <a:gd name="connsiteY10" fmla="*/ 241208 h 24120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</a:cxnLst>
            <a:rect l="l" t="t" r="r" b="b"/>
            <a:pathLst>
              <a:path w="210116" h="241208">
                <a:moveTo>
                  <a:pt x="100926" y="241208"/>
                </a:moveTo>
                <a:cubicBezTo>
                  <a:pt x="35157" y="241208"/>
                  <a:pt x="0" y="213497"/>
                  <a:pt x="0" y="148533"/>
                </a:cubicBezTo>
                <a:lnTo>
                  <a:pt x="0" y="0"/>
                </a:lnTo>
                <a:lnTo>
                  <a:pt x="55015" y="0"/>
                </a:lnTo>
                <a:lnTo>
                  <a:pt x="55015" y="142322"/>
                </a:lnTo>
                <a:cubicBezTo>
                  <a:pt x="55015" y="184526"/>
                  <a:pt x="71139" y="201495"/>
                  <a:pt x="105471" y="201495"/>
                </a:cubicBezTo>
                <a:cubicBezTo>
                  <a:pt x="136908" y="201495"/>
                  <a:pt x="155941" y="186596"/>
                  <a:pt x="155941" y="145637"/>
                </a:cubicBezTo>
                <a:lnTo>
                  <a:pt x="155941" y="0"/>
                </a:lnTo>
                <a:lnTo>
                  <a:pt x="210116" y="0"/>
                </a:lnTo>
                <a:lnTo>
                  <a:pt x="210116" y="142322"/>
                </a:lnTo>
                <a:cubicBezTo>
                  <a:pt x="210116" y="212252"/>
                  <a:pt x="164625" y="241208"/>
                  <a:pt x="100926" y="241208"/>
                </a:cubicBezTo>
              </a:path>
            </a:pathLst>
          </a:custGeom>
          <a:solidFill>
            <a:schemeClr val="bg1"/>
          </a:solidFill>
          <a:ln w="14994" cap="flat">
            <a:noFill/>
            <a:prstDash val="solid"/>
            <a:miter/>
          </a:ln>
        </p:spPr>
        <p:txBody>
          <a:bodyPr rtlCol="0" anchor="ctr"/>
          <a:lstStyle/>
          <a:p>
            <a:endParaRPr lang="nl-NL"/>
          </a:p>
        </p:txBody>
      </p:sp>
      <p:sp>
        <p:nvSpPr>
          <p:cNvPr id="23" name="Vrije vorm: vorm 22">
            <a:extLst>
              <a:ext uri="{FF2B5EF4-FFF2-40B4-BE49-F238E27FC236}">
                <a16:creationId xmlns:a16="http://schemas.microsoft.com/office/drawing/2014/main" id="{03D7E4D5-3EE6-0749-BFA6-7BA5DC89CBE8}"/>
              </a:ext>
            </a:extLst>
          </p:cNvPr>
          <p:cNvSpPr/>
          <p:nvPr/>
        </p:nvSpPr>
        <p:spPr>
          <a:xfrm>
            <a:off x="11265204" y="6030807"/>
            <a:ext cx="303167" cy="236645"/>
          </a:xfrm>
          <a:custGeom>
            <a:avLst/>
            <a:gdLst>
              <a:gd name="connsiteX0" fmla="*/ 246098 w 303167"/>
              <a:gd name="connsiteY0" fmla="*/ 236646 h 236645"/>
              <a:gd name="connsiteX1" fmla="*/ 233259 w 303167"/>
              <a:gd name="connsiteY1" fmla="*/ 59158 h 236645"/>
              <a:gd name="connsiteX2" fmla="*/ 232869 w 303167"/>
              <a:gd name="connsiteY2" fmla="*/ 59158 h 236645"/>
              <a:gd name="connsiteX3" fmla="*/ 169980 w 303167"/>
              <a:gd name="connsiteY3" fmla="*/ 236646 h 236645"/>
              <a:gd name="connsiteX4" fmla="*/ 124489 w 303167"/>
              <a:gd name="connsiteY4" fmla="*/ 236646 h 236645"/>
              <a:gd name="connsiteX5" fmla="*/ 63279 w 303167"/>
              <a:gd name="connsiteY5" fmla="*/ 59578 h 236645"/>
              <a:gd name="connsiteX6" fmla="*/ 62844 w 303167"/>
              <a:gd name="connsiteY6" fmla="*/ 59578 h 236645"/>
              <a:gd name="connsiteX7" fmla="*/ 52525 w 303167"/>
              <a:gd name="connsiteY7" fmla="*/ 236646 h 236645"/>
              <a:gd name="connsiteX8" fmla="*/ 0 w 303167"/>
              <a:gd name="connsiteY8" fmla="*/ 236646 h 236645"/>
              <a:gd name="connsiteX9" fmla="*/ 22333 w 303167"/>
              <a:gd name="connsiteY9" fmla="*/ 0 h 236645"/>
              <a:gd name="connsiteX10" fmla="*/ 94717 w 303167"/>
              <a:gd name="connsiteY10" fmla="*/ 0 h 236645"/>
              <a:gd name="connsiteX11" fmla="*/ 151786 w 303167"/>
              <a:gd name="connsiteY11" fmla="*/ 158450 h 236645"/>
              <a:gd name="connsiteX12" fmla="*/ 152206 w 303167"/>
              <a:gd name="connsiteY12" fmla="*/ 158450 h 236645"/>
              <a:gd name="connsiteX13" fmla="*/ 211766 w 303167"/>
              <a:gd name="connsiteY13" fmla="*/ 0 h 236645"/>
              <a:gd name="connsiteX14" fmla="*/ 281255 w 303167"/>
              <a:gd name="connsiteY14" fmla="*/ 0 h 236645"/>
              <a:gd name="connsiteX15" fmla="*/ 303168 w 303167"/>
              <a:gd name="connsiteY15" fmla="*/ 236646 h 236645"/>
              <a:gd name="connsiteX16" fmla="*/ 246098 w 303167"/>
              <a:gd name="connsiteY16" fmla="*/ 236646 h 23664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</a:cxnLst>
            <a:rect l="l" t="t" r="r" b="b"/>
            <a:pathLst>
              <a:path w="303167" h="236645">
                <a:moveTo>
                  <a:pt x="246098" y="236646"/>
                </a:moveTo>
                <a:cubicBezTo>
                  <a:pt x="244853" y="174173"/>
                  <a:pt x="239469" y="112540"/>
                  <a:pt x="233259" y="59158"/>
                </a:cubicBezTo>
                <a:lnTo>
                  <a:pt x="232869" y="59158"/>
                </a:lnTo>
                <a:lnTo>
                  <a:pt x="169980" y="236646"/>
                </a:lnTo>
                <a:lnTo>
                  <a:pt x="124489" y="236646"/>
                </a:lnTo>
                <a:lnTo>
                  <a:pt x="63279" y="59578"/>
                </a:lnTo>
                <a:lnTo>
                  <a:pt x="62844" y="59578"/>
                </a:lnTo>
                <a:cubicBezTo>
                  <a:pt x="57070" y="112540"/>
                  <a:pt x="53350" y="174173"/>
                  <a:pt x="52525" y="236646"/>
                </a:cubicBezTo>
                <a:lnTo>
                  <a:pt x="0" y="236646"/>
                </a:lnTo>
                <a:cubicBezTo>
                  <a:pt x="2490" y="158045"/>
                  <a:pt x="9914" y="78182"/>
                  <a:pt x="22333" y="0"/>
                </a:cubicBezTo>
                <a:lnTo>
                  <a:pt x="94717" y="0"/>
                </a:lnTo>
                <a:lnTo>
                  <a:pt x="151786" y="158450"/>
                </a:lnTo>
                <a:lnTo>
                  <a:pt x="152206" y="158450"/>
                </a:lnTo>
                <a:lnTo>
                  <a:pt x="211766" y="0"/>
                </a:lnTo>
                <a:lnTo>
                  <a:pt x="281255" y="0"/>
                </a:lnTo>
                <a:cubicBezTo>
                  <a:pt x="292009" y="78182"/>
                  <a:pt x="299433" y="158045"/>
                  <a:pt x="303168" y="236646"/>
                </a:cubicBezTo>
                <a:lnTo>
                  <a:pt x="246098" y="236646"/>
                </a:lnTo>
                <a:close/>
              </a:path>
            </a:pathLst>
          </a:custGeom>
          <a:solidFill>
            <a:schemeClr val="bg1"/>
          </a:solidFill>
          <a:ln w="14994" cap="flat">
            <a:noFill/>
            <a:prstDash val="solid"/>
            <a:miter/>
          </a:ln>
        </p:spPr>
        <p:txBody>
          <a:bodyPr rtlCol="0" anchor="ctr"/>
          <a:lstStyle/>
          <a:p>
            <a:endParaRPr lang="nl-NL"/>
          </a:p>
        </p:txBody>
      </p:sp>
      <p:sp>
        <p:nvSpPr>
          <p:cNvPr id="24" name="Vrije vorm: vorm 23">
            <a:extLst>
              <a:ext uri="{FF2B5EF4-FFF2-40B4-BE49-F238E27FC236}">
                <a16:creationId xmlns:a16="http://schemas.microsoft.com/office/drawing/2014/main" id="{38C502D0-B4B8-F48B-83A5-0356E3E50B16}"/>
              </a:ext>
            </a:extLst>
          </p:cNvPr>
          <p:cNvSpPr/>
          <p:nvPr/>
        </p:nvSpPr>
        <p:spPr>
          <a:xfrm>
            <a:off x="10064410" y="5109583"/>
            <a:ext cx="756399" cy="756645"/>
          </a:xfrm>
          <a:custGeom>
            <a:avLst/>
            <a:gdLst>
              <a:gd name="connsiteX0" fmla="*/ 586221 w 756399"/>
              <a:gd name="connsiteY0" fmla="*/ 0 h 756645"/>
              <a:gd name="connsiteX1" fmla="*/ 0 w 756399"/>
              <a:gd name="connsiteY1" fmla="*/ 586435 h 756645"/>
              <a:gd name="connsiteX2" fmla="*/ 0 w 756399"/>
              <a:gd name="connsiteY2" fmla="*/ 756646 h 756645"/>
              <a:gd name="connsiteX3" fmla="*/ 332219 w 756399"/>
              <a:gd name="connsiteY3" fmla="*/ 756646 h 756645"/>
              <a:gd name="connsiteX4" fmla="*/ 756399 w 756399"/>
              <a:gd name="connsiteY4" fmla="*/ 332323 h 756645"/>
              <a:gd name="connsiteX5" fmla="*/ 756399 w 756399"/>
              <a:gd name="connsiteY5" fmla="*/ 0 h 756645"/>
              <a:gd name="connsiteX6" fmla="*/ 586221 w 756399"/>
              <a:gd name="connsiteY6" fmla="*/ 0 h 756645"/>
              <a:gd name="connsiteX7" fmla="*/ 0 w 756399"/>
              <a:gd name="connsiteY7" fmla="*/ 0 h 756645"/>
              <a:gd name="connsiteX8" fmla="*/ 0 w 756399"/>
              <a:gd name="connsiteY8" fmla="*/ 332338 h 756645"/>
              <a:gd name="connsiteX9" fmla="*/ 332204 w 756399"/>
              <a:gd name="connsiteY9" fmla="*/ 0 h 756645"/>
              <a:gd name="connsiteX10" fmla="*/ 0 w 756399"/>
              <a:gd name="connsiteY10" fmla="*/ 0 h 756645"/>
              <a:gd name="connsiteX11" fmla="*/ 756399 w 756399"/>
              <a:gd name="connsiteY11" fmla="*/ 756646 h 756645"/>
              <a:gd name="connsiteX12" fmla="*/ 756399 w 756399"/>
              <a:gd name="connsiteY12" fmla="*/ 586435 h 756645"/>
              <a:gd name="connsiteX13" fmla="*/ 586251 w 756399"/>
              <a:gd name="connsiteY13" fmla="*/ 756646 h 756645"/>
              <a:gd name="connsiteX14" fmla="*/ 756399 w 756399"/>
              <a:gd name="connsiteY14" fmla="*/ 756646 h 75664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</a:cxnLst>
            <a:rect l="l" t="t" r="r" b="b"/>
            <a:pathLst>
              <a:path w="756399" h="756645">
                <a:moveTo>
                  <a:pt x="586221" y="0"/>
                </a:moveTo>
                <a:lnTo>
                  <a:pt x="0" y="586435"/>
                </a:lnTo>
                <a:lnTo>
                  <a:pt x="0" y="756646"/>
                </a:lnTo>
                <a:lnTo>
                  <a:pt x="332219" y="756646"/>
                </a:lnTo>
                <a:lnTo>
                  <a:pt x="756399" y="332323"/>
                </a:lnTo>
                <a:lnTo>
                  <a:pt x="756399" y="0"/>
                </a:lnTo>
                <a:lnTo>
                  <a:pt x="586221" y="0"/>
                </a:lnTo>
                <a:close/>
                <a:moveTo>
                  <a:pt x="0" y="0"/>
                </a:moveTo>
                <a:lnTo>
                  <a:pt x="0" y="332338"/>
                </a:lnTo>
                <a:lnTo>
                  <a:pt x="332204" y="0"/>
                </a:lnTo>
                <a:lnTo>
                  <a:pt x="0" y="0"/>
                </a:lnTo>
                <a:close/>
                <a:moveTo>
                  <a:pt x="756399" y="756646"/>
                </a:moveTo>
                <a:lnTo>
                  <a:pt x="756399" y="586435"/>
                </a:lnTo>
                <a:lnTo>
                  <a:pt x="586251" y="756646"/>
                </a:lnTo>
                <a:lnTo>
                  <a:pt x="756399" y="756646"/>
                </a:lnTo>
                <a:close/>
              </a:path>
            </a:pathLst>
          </a:custGeom>
          <a:solidFill>
            <a:schemeClr val="bg1"/>
          </a:solidFill>
          <a:ln w="14994" cap="flat">
            <a:noFill/>
            <a:prstDash val="solid"/>
            <a:miter/>
          </a:ln>
        </p:spPr>
        <p:txBody>
          <a:bodyPr rtlCol="0" anchor="ctr"/>
          <a:lstStyle/>
          <a:p>
            <a:endParaRPr lang="nl-NL"/>
          </a:p>
        </p:txBody>
      </p:sp>
      <p:graphicFrame>
        <p:nvGraphicFramePr>
          <p:cNvPr id="12" name="Tabel 11">
            <a:extLst>
              <a:ext uri="{FF2B5EF4-FFF2-40B4-BE49-F238E27FC236}">
                <a16:creationId xmlns:a16="http://schemas.microsoft.com/office/drawing/2014/main" id="{81FD4CB5-3167-082F-8D85-CA01E847436B}"/>
              </a:ext>
            </a:extLst>
          </p:cNvPr>
          <p:cNvGraphicFramePr>
            <a:graphicFrameLocks noGrp="1"/>
          </p:cNvGraphicFramePr>
          <p:nvPr userDrawn="1">
            <p:extLst>
              <p:ext uri="{D42A27DB-BD31-4B8C-83A1-F6EECF244321}">
                <p14:modId xmlns:p14="http://schemas.microsoft.com/office/powerpoint/2010/main" val="3963033610"/>
              </p:ext>
            </p:extLst>
          </p:nvPr>
        </p:nvGraphicFramePr>
        <p:xfrm>
          <a:off x="5972723" y="3827205"/>
          <a:ext cx="647602" cy="847164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647602">
                  <a:extLst>
                    <a:ext uri="{9D8B030D-6E8A-4147-A177-3AD203B41FA5}">
                      <a16:colId xmlns:a16="http://schemas.microsoft.com/office/drawing/2014/main" val="1466305088"/>
                    </a:ext>
                  </a:extLst>
                </a:gridCol>
              </a:tblGrid>
              <a:tr h="282388">
                <a:tc>
                  <a:txBody>
                    <a:bodyPr/>
                    <a:lstStyle/>
                    <a:p>
                      <a:pPr algn="l"/>
                      <a:r>
                        <a:rPr lang="nl-NL" sz="1400" b="1" dirty="0">
                          <a:solidFill>
                            <a:schemeClr val="bg1"/>
                          </a:solidFill>
                          <a:effectLst>
                            <a:outerShdw blurRad="38100" dist="38100" dir="2700000" algn="tl">
                              <a:srgbClr val="000000">
                                <a:alpha val="43137"/>
                              </a:srgbClr>
                            </a:outerShdw>
                          </a:effectLst>
                          <a:latin typeface="+mj-lt"/>
                          <a:cs typeface="Segoe UI Semibold" panose="020B0702040204020203" pitchFamily="34" charset="0"/>
                        </a:rPr>
                        <a:t>Auteur</a:t>
                      </a:r>
                      <a:endParaRPr lang="nl-NL" sz="1400" b="1" dirty="0">
                        <a:solidFill>
                          <a:schemeClr val="bg1"/>
                        </a:solidFill>
                        <a:effectLst>
                          <a:outerShdw blurRad="38100" dist="38100" dir="2700000" algn="tl">
                            <a:srgbClr val="000000">
                              <a:alpha val="43137"/>
                            </a:srgbClr>
                          </a:outerShdw>
                        </a:effectLst>
                        <a:latin typeface="+mj-lt"/>
                        <a:ea typeface="Calibri" panose="020F0502020204030204" pitchFamily="34" charset="0"/>
                        <a:cs typeface="Segoe UI Semibold" panose="020B0702040204020203" pitchFamily="34" charset="0"/>
                      </a:endParaRPr>
                    </a:p>
                  </a:txBody>
                  <a:tcPr marL="0" marR="36000" marT="0" marB="36000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5068165"/>
                  </a:ext>
                </a:extLst>
              </a:tr>
              <a:tr h="282388">
                <a:tc>
                  <a:txBody>
                    <a:bodyPr/>
                    <a:lstStyle/>
                    <a:p>
                      <a:pPr algn="l"/>
                      <a:r>
                        <a:rPr lang="nl-NL" sz="1400" b="1" dirty="0">
                          <a:solidFill>
                            <a:schemeClr val="bg1"/>
                          </a:solidFill>
                          <a:effectLst>
                            <a:outerShdw blurRad="38100" dist="38100" dir="2700000" algn="tl">
                              <a:srgbClr val="000000">
                                <a:alpha val="43137"/>
                              </a:srgbClr>
                            </a:outerShdw>
                          </a:effectLst>
                          <a:latin typeface="+mj-lt"/>
                          <a:cs typeface="Segoe UI Semibold" panose="020B0702040204020203" pitchFamily="34" charset="0"/>
                        </a:rPr>
                        <a:t>Datum</a:t>
                      </a:r>
                      <a:endParaRPr lang="nl-NL" sz="1400" b="1" dirty="0">
                        <a:solidFill>
                          <a:schemeClr val="bg1"/>
                        </a:solidFill>
                        <a:effectLst>
                          <a:outerShdw blurRad="38100" dist="38100" dir="2700000" algn="tl">
                            <a:srgbClr val="000000">
                              <a:alpha val="43137"/>
                            </a:srgbClr>
                          </a:outerShdw>
                        </a:effectLst>
                        <a:latin typeface="+mj-lt"/>
                        <a:ea typeface="Calibri" panose="020F0502020204030204" pitchFamily="34" charset="0"/>
                        <a:cs typeface="Segoe UI Semibold" panose="020B0702040204020203" pitchFamily="34" charset="0"/>
                      </a:endParaRPr>
                    </a:p>
                  </a:txBody>
                  <a:tcPr marL="0" marR="36000" marT="0" marB="36000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403549219"/>
                  </a:ext>
                </a:extLst>
              </a:tr>
              <a:tr h="282388">
                <a:tc>
                  <a:txBody>
                    <a:bodyPr/>
                    <a:lstStyle/>
                    <a:p>
                      <a:pPr algn="l"/>
                      <a:endParaRPr lang="nl-NL" sz="1400" b="1" dirty="0">
                        <a:solidFill>
                          <a:schemeClr val="bg1"/>
                        </a:solidFill>
                        <a:effectLst>
                          <a:outerShdw blurRad="38100" dist="38100" dir="2700000" algn="tl">
                            <a:srgbClr val="000000">
                              <a:alpha val="43137"/>
                            </a:srgbClr>
                          </a:outerShdw>
                        </a:effectLst>
                        <a:latin typeface="+mj-lt"/>
                        <a:ea typeface="Calibri" panose="020F0502020204030204" pitchFamily="34" charset="0"/>
                        <a:cs typeface="Segoe UI Semibold" panose="020B0702040204020203" pitchFamily="34" charset="0"/>
                      </a:endParaRPr>
                    </a:p>
                  </a:txBody>
                  <a:tcPr marL="0" marR="36000" marT="0" marB="36000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570756723"/>
                  </a:ext>
                </a:extLst>
              </a:tr>
            </a:tbl>
          </a:graphicData>
        </a:graphic>
      </p:graphicFrame>
      <p:sp>
        <p:nvSpPr>
          <p:cNvPr id="13" name="Tijdelijke aanduiding voor tekst 6">
            <a:extLst>
              <a:ext uri="{FF2B5EF4-FFF2-40B4-BE49-F238E27FC236}">
                <a16:creationId xmlns:a16="http://schemas.microsoft.com/office/drawing/2014/main" id="{7F808714-911C-A469-23CF-4FEE04047C29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6602096" y="3832745"/>
            <a:ext cx="2653506" cy="216000"/>
          </a:xfrm>
        </p:spPr>
        <p:txBody>
          <a:bodyPr anchor="ctr">
            <a:noAutofit/>
          </a:bodyPr>
          <a:lstStyle>
            <a:lvl1pPr marL="0" indent="0">
              <a:buNone/>
              <a:defRPr sz="140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lt"/>
              </a:defRPr>
            </a:lvl1pPr>
          </a:lstStyle>
          <a:p>
            <a:pPr lvl="0"/>
            <a:r>
              <a:rPr lang="nl-NL" dirty="0"/>
              <a:t>[Auteur]</a:t>
            </a:r>
          </a:p>
        </p:txBody>
      </p:sp>
      <p:sp>
        <p:nvSpPr>
          <p:cNvPr id="16" name="Tijdelijke aanduiding voor datum 15">
            <a:extLst>
              <a:ext uri="{FF2B5EF4-FFF2-40B4-BE49-F238E27FC236}">
                <a16:creationId xmlns:a16="http://schemas.microsoft.com/office/drawing/2014/main" id="{8F2794E4-629D-DAEA-7AEE-1DC722F30A35}"/>
              </a:ext>
            </a:extLst>
          </p:cNvPr>
          <p:cNvSpPr>
            <a:spLocks noGrp="1"/>
          </p:cNvSpPr>
          <p:nvPr>
            <p:ph type="dt" sz="half" idx="22"/>
          </p:nvPr>
        </p:nvSpPr>
        <p:spPr>
          <a:xfrm>
            <a:off x="6602096" y="4105752"/>
            <a:ext cx="2653506" cy="216000"/>
          </a:xfrm>
        </p:spPr>
        <p:txBody>
          <a:bodyPr/>
          <a:lstStyle>
            <a:lvl1pPr>
              <a:defRPr lang="nl-NL" sz="1400" b="0" kern="1200" smtClean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lt"/>
                <a:ea typeface="+mn-ea"/>
                <a:cs typeface="+mn-cs"/>
              </a:defRPr>
            </a:lvl1pPr>
          </a:lstStyle>
          <a:p>
            <a:fld id="{A2D4CE28-2779-4906-957D-A173F7999FCA}" type="datetime1">
              <a:rPr lang="nl-NL" smtClean="0"/>
              <a:pPr/>
              <a:t>28-1-2026</a:t>
            </a:fld>
            <a:endParaRPr lang="nl-NL" dirty="0"/>
          </a:p>
        </p:txBody>
      </p:sp>
      <p:sp>
        <p:nvSpPr>
          <p:cNvPr id="17" name="Tijdelijke aanduiding voor voettekst 16">
            <a:extLst>
              <a:ext uri="{FF2B5EF4-FFF2-40B4-BE49-F238E27FC236}">
                <a16:creationId xmlns:a16="http://schemas.microsoft.com/office/drawing/2014/main" id="{8646DEB4-B83C-06CE-1799-0319DAC6E1F8}"/>
              </a:ext>
            </a:extLst>
          </p:cNvPr>
          <p:cNvSpPr>
            <a:spLocks noGrp="1"/>
          </p:cNvSpPr>
          <p:nvPr>
            <p:ph type="ftr" sz="quarter" idx="23"/>
          </p:nvPr>
        </p:nvSpPr>
        <p:spPr>
          <a:xfrm>
            <a:off x="2411186" y="6863442"/>
            <a:ext cx="8588828" cy="365125"/>
          </a:xfrm>
        </p:spPr>
        <p:txBody>
          <a:bodyPr/>
          <a:lstStyle/>
          <a:p>
            <a:endParaRPr lang="nl-NL" dirty="0"/>
          </a:p>
        </p:txBody>
      </p:sp>
      <p:sp>
        <p:nvSpPr>
          <p:cNvPr id="18" name="Tijdelijke aanduiding voor dianummer 17">
            <a:extLst>
              <a:ext uri="{FF2B5EF4-FFF2-40B4-BE49-F238E27FC236}">
                <a16:creationId xmlns:a16="http://schemas.microsoft.com/office/drawing/2014/main" id="{D343DFAA-0AA6-804A-1BC4-D7EE73A5FFD4}"/>
              </a:ext>
            </a:extLst>
          </p:cNvPr>
          <p:cNvSpPr>
            <a:spLocks noGrp="1"/>
          </p:cNvSpPr>
          <p:nvPr>
            <p:ph type="sldNum" sz="quarter" idx="24"/>
          </p:nvPr>
        </p:nvSpPr>
        <p:spPr>
          <a:xfrm>
            <a:off x="11119757" y="6863442"/>
            <a:ext cx="768135" cy="365125"/>
          </a:xfrm>
        </p:spPr>
        <p:txBody>
          <a:bodyPr/>
          <a:lstStyle/>
          <a:p>
            <a:fld id="{A648B885-FF76-47CB-8BBD-27E7EBF07CA9}" type="slidenum">
              <a:rPr lang="nl-NL" smtClean="0"/>
              <a:pPr/>
              <a:t>‹nr.›</a:t>
            </a:fld>
            <a:endParaRPr lang="nl-NL" dirty="0"/>
          </a:p>
        </p:txBody>
      </p:sp>
    </p:spTree>
    <p:extLst>
      <p:ext uri="{BB962C8B-B14F-4D97-AF65-F5344CB8AC3E}">
        <p14:creationId xmlns:p14="http://schemas.microsoft.com/office/powerpoint/2010/main" val="420114936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iteldia foto lichter">
    <p:bg>
      <p:bgPr>
        <a:blipFill dpi="0" rotWithShape="1">
          <a:blip r:embed="rId2">
            <a:lum/>
          </a:blip>
          <a:srcRect/>
          <a:stretch>
            <a:fillRect t="-6000" b="-6000"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Rechthoek 16">
            <a:extLst>
              <a:ext uri="{FF2B5EF4-FFF2-40B4-BE49-F238E27FC236}">
                <a16:creationId xmlns:a16="http://schemas.microsoft.com/office/drawing/2014/main" id="{5509B7C7-5037-12EB-2D66-C5F3D1469656}"/>
              </a:ext>
            </a:extLst>
          </p:cNvPr>
          <p:cNvSpPr/>
          <p:nvPr userDrawn="1"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bg1">
              <a:alpha val="3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nl-NL" dirty="0"/>
          </a:p>
        </p:txBody>
      </p:sp>
      <p:sp>
        <p:nvSpPr>
          <p:cNvPr id="9" name="Gelijkbenige driehoek 8">
            <a:extLst>
              <a:ext uri="{FF2B5EF4-FFF2-40B4-BE49-F238E27FC236}">
                <a16:creationId xmlns:a16="http://schemas.microsoft.com/office/drawing/2014/main" id="{FBED7AAB-CDAA-72E0-3A43-540D621F3688}"/>
              </a:ext>
            </a:extLst>
          </p:cNvPr>
          <p:cNvSpPr/>
          <p:nvPr userDrawn="1"/>
        </p:nvSpPr>
        <p:spPr>
          <a:xfrm>
            <a:off x="1753986" y="4031673"/>
            <a:ext cx="5505341" cy="2826326"/>
          </a:xfrm>
          <a:prstGeom prst="triangle">
            <a:avLst/>
          </a:prstGeom>
          <a:solidFill>
            <a:schemeClr val="accent3">
              <a:alpha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nl-NL"/>
          </a:p>
        </p:txBody>
      </p:sp>
      <p:sp>
        <p:nvSpPr>
          <p:cNvPr id="7" name="Vrije vorm: vorm 6">
            <a:extLst>
              <a:ext uri="{FF2B5EF4-FFF2-40B4-BE49-F238E27FC236}">
                <a16:creationId xmlns:a16="http://schemas.microsoft.com/office/drawing/2014/main" id="{91BD37D6-B25E-967C-E52E-4F310795267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0" y="0"/>
            <a:ext cx="5838825" cy="5842635"/>
          </a:xfrm>
          <a:custGeom>
            <a:avLst/>
            <a:gdLst>
              <a:gd name="connsiteX0" fmla="*/ 5841340 w 5841339"/>
              <a:gd name="connsiteY0" fmla="*/ 0 h 5841720"/>
              <a:gd name="connsiteX1" fmla="*/ 3301403 w 5841339"/>
              <a:gd name="connsiteY1" fmla="*/ 0 h 5841720"/>
              <a:gd name="connsiteX2" fmla="*/ 1655826 w 5841339"/>
              <a:gd name="connsiteY2" fmla="*/ 1645666 h 5841720"/>
              <a:gd name="connsiteX3" fmla="*/ 10268 w 5841339"/>
              <a:gd name="connsiteY3" fmla="*/ 0 h 5841720"/>
              <a:gd name="connsiteX4" fmla="*/ 0 w 5841339"/>
              <a:gd name="connsiteY4" fmla="*/ 0 h 5841720"/>
              <a:gd name="connsiteX5" fmla="*/ 0 w 5841339"/>
              <a:gd name="connsiteY5" fmla="*/ 5841721 h 5841720"/>
              <a:gd name="connsiteX6" fmla="*/ 5841340 w 5841339"/>
              <a:gd name="connsiteY6" fmla="*/ 0 h 584172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5841339" h="5841720">
                <a:moveTo>
                  <a:pt x="5841340" y="0"/>
                </a:moveTo>
                <a:lnTo>
                  <a:pt x="3301403" y="0"/>
                </a:lnTo>
                <a:lnTo>
                  <a:pt x="1655826" y="1645666"/>
                </a:lnTo>
                <a:lnTo>
                  <a:pt x="10268" y="0"/>
                </a:lnTo>
                <a:lnTo>
                  <a:pt x="0" y="0"/>
                </a:lnTo>
                <a:lnTo>
                  <a:pt x="0" y="5841721"/>
                </a:lnTo>
                <a:lnTo>
                  <a:pt x="5841340" y="0"/>
                </a:lnTo>
                <a:close/>
              </a:path>
            </a:pathLst>
          </a:custGeom>
          <a:solidFill>
            <a:srgbClr val="0085C6">
              <a:alpha val="74902"/>
            </a:srgbClr>
          </a:solidFill>
          <a:ln w="12695" cap="flat">
            <a:noFill/>
            <a:prstDash val="solid"/>
            <a:miter/>
          </a:ln>
        </p:spPr>
        <p:txBody>
          <a:bodyPr rot="0" spcFirstLastPara="0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endParaRPr lang="nl-NL"/>
          </a:p>
        </p:txBody>
      </p:sp>
      <p:pic>
        <p:nvPicPr>
          <p:cNvPr id="11" name="ArtworkLogo">
            <a:extLst>
              <a:ext uri="{FF2B5EF4-FFF2-40B4-BE49-F238E27FC236}">
                <a16:creationId xmlns:a16="http://schemas.microsoft.com/office/drawing/2014/main" id="{38D7E1FD-7211-CAFB-5BBB-84396CB6CA3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9275617" y="5109583"/>
            <a:ext cx="2324793" cy="1185262"/>
          </a:xfrm>
          <a:prstGeom prst="rect">
            <a:avLst/>
          </a:prstGeom>
        </p:spPr>
      </p:pic>
      <p:sp>
        <p:nvSpPr>
          <p:cNvPr id="10" name="Titel 1">
            <a:extLst>
              <a:ext uri="{FF2B5EF4-FFF2-40B4-BE49-F238E27FC236}">
                <a16:creationId xmlns:a16="http://schemas.microsoft.com/office/drawing/2014/main" id="{9039E0F1-48CC-FF77-2B9F-F114BA527AE7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5877012" y="423332"/>
            <a:ext cx="5976321" cy="2002965"/>
          </a:xfrm>
        </p:spPr>
        <p:txBody>
          <a:bodyPr anchor="b">
            <a:normAutofit/>
          </a:bodyPr>
          <a:lstStyle>
            <a:lvl1pPr algn="l">
              <a:defRPr sz="4800">
                <a:solidFill>
                  <a:schemeClr val="tx2"/>
                </a:solidFill>
                <a:effectLst/>
              </a:defRPr>
            </a:lvl1pPr>
          </a:lstStyle>
          <a:p>
            <a:r>
              <a:rPr lang="nl-NL"/>
              <a:t>Klik om stijl te bewerken</a:t>
            </a:r>
            <a:endParaRPr lang="nl-NL" dirty="0"/>
          </a:p>
        </p:txBody>
      </p:sp>
      <p:sp>
        <p:nvSpPr>
          <p:cNvPr id="12" name="Ondertitel 2">
            <a:extLst>
              <a:ext uri="{FF2B5EF4-FFF2-40B4-BE49-F238E27FC236}">
                <a16:creationId xmlns:a16="http://schemas.microsoft.com/office/drawing/2014/main" id="{597E7F16-E22E-5F37-411D-943E40470849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5877013" y="2518373"/>
            <a:ext cx="4826924" cy="1122074"/>
          </a:xfrm>
        </p:spPr>
        <p:txBody>
          <a:bodyPr/>
          <a:lstStyle>
            <a:lvl1pPr marL="0" indent="0" algn="l">
              <a:buNone/>
              <a:defRPr sz="2400">
                <a:solidFill>
                  <a:schemeClr val="tx2"/>
                </a:solidFill>
                <a:effectLst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nl-NL"/>
              <a:t>Klikken om de ondertitelstijl van het model te bewerken</a:t>
            </a:r>
            <a:endParaRPr lang="nl-NL" dirty="0"/>
          </a:p>
        </p:txBody>
      </p:sp>
      <p:graphicFrame>
        <p:nvGraphicFramePr>
          <p:cNvPr id="13" name="Tabel 12">
            <a:extLst>
              <a:ext uri="{FF2B5EF4-FFF2-40B4-BE49-F238E27FC236}">
                <a16:creationId xmlns:a16="http://schemas.microsoft.com/office/drawing/2014/main" id="{18716C2A-073D-16EF-4885-E0AD11F5BBF7}"/>
              </a:ext>
            </a:extLst>
          </p:cNvPr>
          <p:cNvGraphicFramePr>
            <a:graphicFrameLocks noGrp="1"/>
          </p:cNvGraphicFramePr>
          <p:nvPr userDrawn="1">
            <p:extLst>
              <p:ext uri="{D42A27DB-BD31-4B8C-83A1-F6EECF244321}">
                <p14:modId xmlns:p14="http://schemas.microsoft.com/office/powerpoint/2010/main" val="3006617146"/>
              </p:ext>
            </p:extLst>
          </p:nvPr>
        </p:nvGraphicFramePr>
        <p:xfrm>
          <a:off x="5972723" y="3827205"/>
          <a:ext cx="647602" cy="847164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647602">
                  <a:extLst>
                    <a:ext uri="{9D8B030D-6E8A-4147-A177-3AD203B41FA5}">
                      <a16:colId xmlns:a16="http://schemas.microsoft.com/office/drawing/2014/main" val="1466305088"/>
                    </a:ext>
                  </a:extLst>
                </a:gridCol>
              </a:tblGrid>
              <a:tr h="282388">
                <a:tc>
                  <a:txBody>
                    <a:bodyPr/>
                    <a:lstStyle/>
                    <a:p>
                      <a:pPr algn="l"/>
                      <a:r>
                        <a:rPr lang="nl-NL" sz="1400" b="1" dirty="0">
                          <a:solidFill>
                            <a:schemeClr val="tx2"/>
                          </a:solidFill>
                          <a:effectLst/>
                          <a:latin typeface="+mj-lt"/>
                          <a:cs typeface="Segoe UI Semibold" panose="020B0702040204020203" pitchFamily="34" charset="0"/>
                        </a:rPr>
                        <a:t>Auteur</a:t>
                      </a:r>
                      <a:endParaRPr lang="nl-NL" sz="1400" b="1" dirty="0">
                        <a:solidFill>
                          <a:schemeClr val="tx2"/>
                        </a:solidFill>
                        <a:effectLst/>
                        <a:latin typeface="+mj-lt"/>
                        <a:ea typeface="Calibri" panose="020F0502020204030204" pitchFamily="34" charset="0"/>
                        <a:cs typeface="Segoe UI Semibold" panose="020B0702040204020203" pitchFamily="34" charset="0"/>
                      </a:endParaRPr>
                    </a:p>
                  </a:txBody>
                  <a:tcPr marL="0" marR="36000" marT="0" marB="36000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5068165"/>
                  </a:ext>
                </a:extLst>
              </a:tr>
              <a:tr h="282388">
                <a:tc>
                  <a:txBody>
                    <a:bodyPr/>
                    <a:lstStyle/>
                    <a:p>
                      <a:pPr algn="l"/>
                      <a:r>
                        <a:rPr lang="nl-NL" sz="1400" b="1" dirty="0">
                          <a:solidFill>
                            <a:schemeClr val="tx2"/>
                          </a:solidFill>
                          <a:effectLst/>
                          <a:latin typeface="+mj-lt"/>
                          <a:cs typeface="Segoe UI Semibold" panose="020B0702040204020203" pitchFamily="34" charset="0"/>
                        </a:rPr>
                        <a:t>Datum</a:t>
                      </a:r>
                      <a:endParaRPr lang="nl-NL" sz="1400" b="1" dirty="0">
                        <a:solidFill>
                          <a:schemeClr val="tx2"/>
                        </a:solidFill>
                        <a:effectLst/>
                        <a:latin typeface="+mj-lt"/>
                        <a:ea typeface="Calibri" panose="020F0502020204030204" pitchFamily="34" charset="0"/>
                        <a:cs typeface="Segoe UI Semibold" panose="020B0702040204020203" pitchFamily="34" charset="0"/>
                      </a:endParaRPr>
                    </a:p>
                  </a:txBody>
                  <a:tcPr marL="0" marR="36000" marT="0" marB="36000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403549219"/>
                  </a:ext>
                </a:extLst>
              </a:tr>
              <a:tr h="282388">
                <a:tc>
                  <a:txBody>
                    <a:bodyPr/>
                    <a:lstStyle/>
                    <a:p>
                      <a:pPr algn="l"/>
                      <a:endParaRPr lang="nl-NL" sz="1400" b="1" dirty="0">
                        <a:solidFill>
                          <a:schemeClr val="tx2"/>
                        </a:solidFill>
                        <a:effectLst/>
                        <a:latin typeface="+mj-lt"/>
                        <a:ea typeface="Calibri" panose="020F0502020204030204" pitchFamily="34" charset="0"/>
                        <a:cs typeface="Segoe UI Semibold" panose="020B0702040204020203" pitchFamily="34" charset="0"/>
                      </a:endParaRPr>
                    </a:p>
                  </a:txBody>
                  <a:tcPr marL="0" marR="36000" marT="0" marB="36000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570756723"/>
                  </a:ext>
                </a:extLst>
              </a:tr>
            </a:tbl>
          </a:graphicData>
        </a:graphic>
      </p:graphicFrame>
      <p:sp>
        <p:nvSpPr>
          <p:cNvPr id="14" name="Tijdelijke aanduiding voor tekst 6">
            <a:extLst>
              <a:ext uri="{FF2B5EF4-FFF2-40B4-BE49-F238E27FC236}">
                <a16:creationId xmlns:a16="http://schemas.microsoft.com/office/drawing/2014/main" id="{C23177D5-467B-5ED9-E89C-75F22ECC051A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6602096" y="3832745"/>
            <a:ext cx="2653506" cy="216000"/>
          </a:xfrm>
        </p:spPr>
        <p:txBody>
          <a:bodyPr anchor="ctr">
            <a:noAutofit/>
          </a:bodyPr>
          <a:lstStyle>
            <a:lvl1pPr marL="0" indent="0">
              <a:buNone/>
              <a:defRPr sz="1400">
                <a:solidFill>
                  <a:schemeClr val="tx2"/>
                </a:solidFill>
                <a:effectLst/>
                <a:latin typeface="+mj-lt"/>
              </a:defRPr>
            </a:lvl1pPr>
          </a:lstStyle>
          <a:p>
            <a:pPr lvl="0"/>
            <a:r>
              <a:rPr lang="nl-NL" dirty="0"/>
              <a:t>[Auteur]</a:t>
            </a:r>
          </a:p>
        </p:txBody>
      </p:sp>
      <p:sp>
        <p:nvSpPr>
          <p:cNvPr id="2" name="Tijdelijke aanduiding voor datum 1">
            <a:extLst>
              <a:ext uri="{FF2B5EF4-FFF2-40B4-BE49-F238E27FC236}">
                <a16:creationId xmlns:a16="http://schemas.microsoft.com/office/drawing/2014/main" id="{56F841BB-C5FE-4709-DC70-04383DC7E4A8}"/>
              </a:ext>
            </a:extLst>
          </p:cNvPr>
          <p:cNvSpPr>
            <a:spLocks noGrp="1"/>
          </p:cNvSpPr>
          <p:nvPr>
            <p:ph type="dt" sz="half" idx="26"/>
          </p:nvPr>
        </p:nvSpPr>
        <p:spPr>
          <a:xfrm>
            <a:off x="6602096" y="4127886"/>
            <a:ext cx="1981596" cy="184616"/>
          </a:xfrm>
        </p:spPr>
        <p:txBody>
          <a:bodyPr/>
          <a:lstStyle>
            <a:lvl1pPr>
              <a:defRPr sz="1400" b="0">
                <a:solidFill>
                  <a:schemeClr val="tx2"/>
                </a:solidFill>
              </a:defRPr>
            </a:lvl1pPr>
          </a:lstStyle>
          <a:p>
            <a:fld id="{002A0C75-8C73-4BC2-A110-8B70C26DE224}" type="datetime1">
              <a:rPr lang="nl-NL" smtClean="0"/>
              <a:pPr/>
              <a:t>28-1-2026</a:t>
            </a:fld>
            <a:endParaRPr lang="nl-NL" dirty="0"/>
          </a:p>
        </p:txBody>
      </p:sp>
      <p:sp>
        <p:nvSpPr>
          <p:cNvPr id="3" name="Tijdelijke aanduiding voor voettekst 2">
            <a:extLst>
              <a:ext uri="{FF2B5EF4-FFF2-40B4-BE49-F238E27FC236}">
                <a16:creationId xmlns:a16="http://schemas.microsoft.com/office/drawing/2014/main" id="{2C58BC21-08B5-9740-1E7D-0B157197D2FC}"/>
              </a:ext>
            </a:extLst>
          </p:cNvPr>
          <p:cNvSpPr>
            <a:spLocks noGrp="1"/>
          </p:cNvSpPr>
          <p:nvPr>
            <p:ph type="ftr" sz="quarter" idx="27"/>
          </p:nvPr>
        </p:nvSpPr>
        <p:spPr>
          <a:xfrm>
            <a:off x="2411187" y="6927292"/>
            <a:ext cx="8588828" cy="184616"/>
          </a:xfrm>
        </p:spPr>
        <p:txBody>
          <a:bodyPr/>
          <a:lstStyle/>
          <a:p>
            <a:endParaRPr lang="nl-NL" dirty="0"/>
          </a:p>
        </p:txBody>
      </p:sp>
      <p:sp>
        <p:nvSpPr>
          <p:cNvPr id="4" name="Tijdelijke aanduiding voor dianummer 3">
            <a:extLst>
              <a:ext uri="{FF2B5EF4-FFF2-40B4-BE49-F238E27FC236}">
                <a16:creationId xmlns:a16="http://schemas.microsoft.com/office/drawing/2014/main" id="{08572001-2FAD-178C-FEBB-1598D2C9FA18}"/>
              </a:ext>
            </a:extLst>
          </p:cNvPr>
          <p:cNvSpPr>
            <a:spLocks noGrp="1"/>
          </p:cNvSpPr>
          <p:nvPr>
            <p:ph type="sldNum" sz="quarter" idx="28"/>
          </p:nvPr>
        </p:nvSpPr>
        <p:spPr>
          <a:xfrm>
            <a:off x="11085198" y="6927292"/>
            <a:ext cx="768135" cy="184616"/>
          </a:xfrm>
        </p:spPr>
        <p:txBody>
          <a:bodyPr/>
          <a:lstStyle/>
          <a:p>
            <a:fld id="{A648B885-FF76-47CB-8BBD-27E7EBF07CA9}" type="slidenum">
              <a:rPr lang="nl-NL" smtClean="0"/>
              <a:pPr/>
              <a:t>‹nr.›</a:t>
            </a:fld>
            <a:endParaRPr lang="nl-NL" dirty="0"/>
          </a:p>
        </p:txBody>
      </p:sp>
    </p:spTree>
    <p:extLst>
      <p:ext uri="{BB962C8B-B14F-4D97-AF65-F5344CB8AC3E}">
        <p14:creationId xmlns:p14="http://schemas.microsoft.com/office/powerpoint/2010/main" val="26404820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iteldia zonder fo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Gelijkbenige driehoek 8">
            <a:extLst>
              <a:ext uri="{FF2B5EF4-FFF2-40B4-BE49-F238E27FC236}">
                <a16:creationId xmlns:a16="http://schemas.microsoft.com/office/drawing/2014/main" id="{FBED7AAB-CDAA-72E0-3A43-540D621F3688}"/>
              </a:ext>
            </a:extLst>
          </p:cNvPr>
          <p:cNvSpPr/>
          <p:nvPr userDrawn="1"/>
        </p:nvSpPr>
        <p:spPr>
          <a:xfrm>
            <a:off x="1753986" y="4031673"/>
            <a:ext cx="5505341" cy="2826326"/>
          </a:xfrm>
          <a:prstGeom prst="triangle">
            <a:avLst/>
          </a:prstGeom>
          <a:solidFill>
            <a:schemeClr val="accent3">
              <a:alpha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nl-NL"/>
          </a:p>
        </p:txBody>
      </p:sp>
      <p:sp>
        <p:nvSpPr>
          <p:cNvPr id="5" name="Tijdelijke aanduiding voor voettekst 4">
            <a:extLst>
              <a:ext uri="{FF2B5EF4-FFF2-40B4-BE49-F238E27FC236}">
                <a16:creationId xmlns:a16="http://schemas.microsoft.com/office/drawing/2014/main" id="{AAE88A44-0518-7593-2358-9798869F50B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2411186" y="6863443"/>
            <a:ext cx="8588828" cy="365125"/>
          </a:xfrm>
        </p:spPr>
        <p:txBody>
          <a:bodyPr/>
          <a:lstStyle>
            <a:lvl1pPr>
              <a:defRPr>
                <a:solidFill>
                  <a:schemeClr val="accent3"/>
                </a:solidFill>
              </a:defRPr>
            </a:lvl1pPr>
          </a:lstStyle>
          <a:p>
            <a:endParaRPr lang="nl-NL" dirty="0"/>
          </a:p>
        </p:txBody>
      </p:sp>
      <p:sp>
        <p:nvSpPr>
          <p:cNvPr id="6" name="Tijdelijke aanduiding voor dianummer 5">
            <a:extLst>
              <a:ext uri="{FF2B5EF4-FFF2-40B4-BE49-F238E27FC236}">
                <a16:creationId xmlns:a16="http://schemas.microsoft.com/office/drawing/2014/main" id="{E1E47005-03CE-1172-0884-71CE6F5D31A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119757" y="6865861"/>
            <a:ext cx="768135" cy="365125"/>
          </a:xfrm>
        </p:spPr>
        <p:txBody>
          <a:bodyPr/>
          <a:lstStyle>
            <a:lvl1pPr>
              <a:defRPr>
                <a:solidFill>
                  <a:schemeClr val="accent3"/>
                </a:solidFill>
              </a:defRPr>
            </a:lvl1pPr>
          </a:lstStyle>
          <a:p>
            <a:fld id="{A648B885-FF76-47CB-8BBD-27E7EBF07CA9}" type="slidenum">
              <a:rPr lang="nl-NL" smtClean="0"/>
              <a:pPr/>
              <a:t>‹nr.›</a:t>
            </a:fld>
            <a:endParaRPr lang="nl-NL" dirty="0"/>
          </a:p>
        </p:txBody>
      </p:sp>
      <p:sp>
        <p:nvSpPr>
          <p:cNvPr id="7" name="Vrije vorm: vorm 6">
            <a:extLst>
              <a:ext uri="{FF2B5EF4-FFF2-40B4-BE49-F238E27FC236}">
                <a16:creationId xmlns:a16="http://schemas.microsoft.com/office/drawing/2014/main" id="{91BD37D6-B25E-967C-E52E-4F310795267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0" y="0"/>
            <a:ext cx="5838825" cy="5842635"/>
          </a:xfrm>
          <a:custGeom>
            <a:avLst/>
            <a:gdLst>
              <a:gd name="connsiteX0" fmla="*/ 5841340 w 5841339"/>
              <a:gd name="connsiteY0" fmla="*/ 0 h 5841720"/>
              <a:gd name="connsiteX1" fmla="*/ 3301403 w 5841339"/>
              <a:gd name="connsiteY1" fmla="*/ 0 h 5841720"/>
              <a:gd name="connsiteX2" fmla="*/ 1655826 w 5841339"/>
              <a:gd name="connsiteY2" fmla="*/ 1645666 h 5841720"/>
              <a:gd name="connsiteX3" fmla="*/ 10268 w 5841339"/>
              <a:gd name="connsiteY3" fmla="*/ 0 h 5841720"/>
              <a:gd name="connsiteX4" fmla="*/ 0 w 5841339"/>
              <a:gd name="connsiteY4" fmla="*/ 0 h 5841720"/>
              <a:gd name="connsiteX5" fmla="*/ 0 w 5841339"/>
              <a:gd name="connsiteY5" fmla="*/ 5841721 h 5841720"/>
              <a:gd name="connsiteX6" fmla="*/ 5841340 w 5841339"/>
              <a:gd name="connsiteY6" fmla="*/ 0 h 584172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5841339" h="5841720">
                <a:moveTo>
                  <a:pt x="5841340" y="0"/>
                </a:moveTo>
                <a:lnTo>
                  <a:pt x="3301403" y="0"/>
                </a:lnTo>
                <a:lnTo>
                  <a:pt x="1655826" y="1645666"/>
                </a:lnTo>
                <a:lnTo>
                  <a:pt x="10268" y="0"/>
                </a:lnTo>
                <a:lnTo>
                  <a:pt x="0" y="0"/>
                </a:lnTo>
                <a:lnTo>
                  <a:pt x="0" y="5841721"/>
                </a:lnTo>
                <a:lnTo>
                  <a:pt x="5841340" y="0"/>
                </a:lnTo>
                <a:close/>
              </a:path>
            </a:pathLst>
          </a:custGeom>
          <a:solidFill>
            <a:srgbClr val="0085C6">
              <a:alpha val="74902"/>
            </a:srgbClr>
          </a:solidFill>
          <a:ln w="12695" cap="flat">
            <a:noFill/>
            <a:prstDash val="solid"/>
            <a:miter/>
          </a:ln>
        </p:spPr>
        <p:txBody>
          <a:bodyPr rot="0" spcFirstLastPara="0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endParaRPr lang="nl-NL"/>
          </a:p>
        </p:txBody>
      </p:sp>
      <p:pic>
        <p:nvPicPr>
          <p:cNvPr id="10" name="ArtworkLogo">
            <a:extLst>
              <a:ext uri="{FF2B5EF4-FFF2-40B4-BE49-F238E27FC236}">
                <a16:creationId xmlns:a16="http://schemas.microsoft.com/office/drawing/2014/main" id="{194D9AE6-EEA9-67DA-1E28-74BBFD1DB53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9275617" y="5109583"/>
            <a:ext cx="2324793" cy="1185262"/>
          </a:xfrm>
          <a:prstGeom prst="rect">
            <a:avLst/>
          </a:prstGeom>
        </p:spPr>
      </p:pic>
      <p:sp>
        <p:nvSpPr>
          <p:cNvPr id="11" name="Titel 1">
            <a:extLst>
              <a:ext uri="{FF2B5EF4-FFF2-40B4-BE49-F238E27FC236}">
                <a16:creationId xmlns:a16="http://schemas.microsoft.com/office/drawing/2014/main" id="{124A8B8A-5A12-77BC-D52C-3D92C108CCC1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5877012" y="423332"/>
            <a:ext cx="5976321" cy="2002965"/>
          </a:xfrm>
        </p:spPr>
        <p:txBody>
          <a:bodyPr anchor="b">
            <a:normAutofit/>
          </a:bodyPr>
          <a:lstStyle>
            <a:lvl1pPr algn="l">
              <a:defRPr sz="4800">
                <a:solidFill>
                  <a:schemeClr val="accent3"/>
                </a:solidFill>
                <a:effectLst/>
              </a:defRPr>
            </a:lvl1pPr>
          </a:lstStyle>
          <a:p>
            <a:r>
              <a:rPr lang="nl-NL"/>
              <a:t>Klik om stijl te bewerken</a:t>
            </a:r>
            <a:endParaRPr lang="nl-NL" dirty="0"/>
          </a:p>
        </p:txBody>
      </p:sp>
      <p:sp>
        <p:nvSpPr>
          <p:cNvPr id="12" name="Ondertitel 2">
            <a:extLst>
              <a:ext uri="{FF2B5EF4-FFF2-40B4-BE49-F238E27FC236}">
                <a16:creationId xmlns:a16="http://schemas.microsoft.com/office/drawing/2014/main" id="{844E863F-F9EF-7570-3F26-F8FBEC0B2255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5877013" y="2518373"/>
            <a:ext cx="4826924" cy="1122074"/>
          </a:xfrm>
        </p:spPr>
        <p:txBody>
          <a:bodyPr/>
          <a:lstStyle>
            <a:lvl1pPr marL="0" indent="0" algn="l">
              <a:buNone/>
              <a:defRPr sz="2400">
                <a:solidFill>
                  <a:schemeClr val="tx2"/>
                </a:solidFill>
                <a:effectLst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nl-NL"/>
              <a:t>Klikken om de ondertitelstijl van het model te bewerken</a:t>
            </a:r>
            <a:endParaRPr lang="nl-NL" dirty="0"/>
          </a:p>
        </p:txBody>
      </p:sp>
      <p:graphicFrame>
        <p:nvGraphicFramePr>
          <p:cNvPr id="13" name="Tabel 12">
            <a:extLst>
              <a:ext uri="{FF2B5EF4-FFF2-40B4-BE49-F238E27FC236}">
                <a16:creationId xmlns:a16="http://schemas.microsoft.com/office/drawing/2014/main" id="{AA9BA80B-FC9C-A07E-26AC-C724F6640AA3}"/>
              </a:ext>
            </a:extLst>
          </p:cNvPr>
          <p:cNvGraphicFramePr>
            <a:graphicFrameLocks noGrp="1"/>
          </p:cNvGraphicFramePr>
          <p:nvPr userDrawn="1">
            <p:extLst>
              <p:ext uri="{D42A27DB-BD31-4B8C-83A1-F6EECF244321}">
                <p14:modId xmlns:p14="http://schemas.microsoft.com/office/powerpoint/2010/main" val="1684564836"/>
              </p:ext>
            </p:extLst>
          </p:nvPr>
        </p:nvGraphicFramePr>
        <p:xfrm>
          <a:off x="5972723" y="3827205"/>
          <a:ext cx="647602" cy="847164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647602">
                  <a:extLst>
                    <a:ext uri="{9D8B030D-6E8A-4147-A177-3AD203B41FA5}">
                      <a16:colId xmlns:a16="http://schemas.microsoft.com/office/drawing/2014/main" val="1466305088"/>
                    </a:ext>
                  </a:extLst>
                </a:gridCol>
              </a:tblGrid>
              <a:tr h="282388">
                <a:tc>
                  <a:txBody>
                    <a:bodyPr/>
                    <a:lstStyle/>
                    <a:p>
                      <a:pPr algn="l"/>
                      <a:r>
                        <a:rPr lang="nl-NL" sz="1400" b="1" dirty="0">
                          <a:solidFill>
                            <a:schemeClr val="accent3"/>
                          </a:solidFill>
                          <a:effectLst/>
                          <a:latin typeface="+mj-lt"/>
                          <a:cs typeface="Segoe UI Semibold" panose="020B0702040204020203" pitchFamily="34" charset="0"/>
                        </a:rPr>
                        <a:t>Auteur</a:t>
                      </a:r>
                      <a:endParaRPr lang="nl-NL" sz="1400" b="1" dirty="0">
                        <a:solidFill>
                          <a:schemeClr val="accent3"/>
                        </a:solidFill>
                        <a:effectLst/>
                        <a:latin typeface="+mj-lt"/>
                        <a:ea typeface="Calibri" panose="020F0502020204030204" pitchFamily="34" charset="0"/>
                        <a:cs typeface="Segoe UI Semibold" panose="020B0702040204020203" pitchFamily="34" charset="0"/>
                      </a:endParaRPr>
                    </a:p>
                  </a:txBody>
                  <a:tcPr marL="0" marR="36000" marT="0" marB="36000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5068165"/>
                  </a:ext>
                </a:extLst>
              </a:tr>
              <a:tr h="282388">
                <a:tc>
                  <a:txBody>
                    <a:bodyPr/>
                    <a:lstStyle/>
                    <a:p>
                      <a:pPr algn="l"/>
                      <a:r>
                        <a:rPr lang="nl-NL" sz="1400" b="1" dirty="0">
                          <a:solidFill>
                            <a:schemeClr val="accent3"/>
                          </a:solidFill>
                          <a:effectLst/>
                          <a:latin typeface="+mj-lt"/>
                          <a:cs typeface="Segoe UI Semibold" panose="020B0702040204020203" pitchFamily="34" charset="0"/>
                        </a:rPr>
                        <a:t>Datum</a:t>
                      </a:r>
                      <a:endParaRPr lang="nl-NL" sz="1400" b="1" dirty="0">
                        <a:solidFill>
                          <a:schemeClr val="accent3"/>
                        </a:solidFill>
                        <a:effectLst/>
                        <a:latin typeface="+mj-lt"/>
                        <a:ea typeface="Calibri" panose="020F0502020204030204" pitchFamily="34" charset="0"/>
                        <a:cs typeface="Segoe UI Semibold" panose="020B0702040204020203" pitchFamily="34" charset="0"/>
                      </a:endParaRPr>
                    </a:p>
                  </a:txBody>
                  <a:tcPr marL="0" marR="36000" marT="0" marB="36000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403549219"/>
                  </a:ext>
                </a:extLst>
              </a:tr>
              <a:tr h="282388">
                <a:tc>
                  <a:txBody>
                    <a:bodyPr/>
                    <a:lstStyle/>
                    <a:p>
                      <a:pPr algn="l"/>
                      <a:r>
                        <a:rPr lang="nl-NL" sz="1400" b="1" dirty="0">
                          <a:solidFill>
                            <a:schemeClr val="accent3"/>
                          </a:solidFill>
                          <a:effectLst/>
                          <a:latin typeface="+mj-lt"/>
                          <a:cs typeface="Segoe UI Semibold" panose="020B0702040204020203" pitchFamily="34" charset="0"/>
                        </a:rPr>
                        <a:t>Status</a:t>
                      </a:r>
                      <a:endParaRPr lang="nl-NL" sz="1400" b="1" dirty="0">
                        <a:solidFill>
                          <a:schemeClr val="accent3"/>
                        </a:solidFill>
                        <a:effectLst/>
                        <a:latin typeface="+mj-lt"/>
                        <a:ea typeface="Calibri" panose="020F0502020204030204" pitchFamily="34" charset="0"/>
                        <a:cs typeface="Segoe UI Semibold" panose="020B0702040204020203" pitchFamily="34" charset="0"/>
                      </a:endParaRPr>
                    </a:p>
                  </a:txBody>
                  <a:tcPr marL="0" marR="36000" marT="0" marB="36000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570756723"/>
                  </a:ext>
                </a:extLst>
              </a:tr>
            </a:tbl>
          </a:graphicData>
        </a:graphic>
      </p:graphicFrame>
      <p:sp>
        <p:nvSpPr>
          <p:cNvPr id="14" name="Tijdelijke aanduiding voor tekst 6">
            <a:extLst>
              <a:ext uri="{FF2B5EF4-FFF2-40B4-BE49-F238E27FC236}">
                <a16:creationId xmlns:a16="http://schemas.microsoft.com/office/drawing/2014/main" id="{6436DDAC-09F2-5DB1-A9D5-31E000C2BE6F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6602096" y="3832745"/>
            <a:ext cx="2653506" cy="216000"/>
          </a:xfrm>
        </p:spPr>
        <p:txBody>
          <a:bodyPr anchor="ctr">
            <a:noAutofit/>
          </a:bodyPr>
          <a:lstStyle>
            <a:lvl1pPr marL="0" indent="0">
              <a:buNone/>
              <a:defRPr sz="1400">
                <a:solidFill>
                  <a:schemeClr val="tx2"/>
                </a:solidFill>
                <a:effectLst/>
                <a:latin typeface="+mj-lt"/>
              </a:defRPr>
            </a:lvl1pPr>
          </a:lstStyle>
          <a:p>
            <a:pPr lvl="0"/>
            <a:r>
              <a:rPr lang="nl-NL" dirty="0"/>
              <a:t>[Auteur]</a:t>
            </a:r>
          </a:p>
        </p:txBody>
      </p:sp>
      <p:sp>
        <p:nvSpPr>
          <p:cNvPr id="15" name="Tijdelijke aanduiding voor datum 15">
            <a:extLst>
              <a:ext uri="{FF2B5EF4-FFF2-40B4-BE49-F238E27FC236}">
                <a16:creationId xmlns:a16="http://schemas.microsoft.com/office/drawing/2014/main" id="{8B674381-211C-FF9F-C574-A4844D268B57}"/>
              </a:ext>
            </a:extLst>
          </p:cNvPr>
          <p:cNvSpPr>
            <a:spLocks noGrp="1"/>
          </p:cNvSpPr>
          <p:nvPr>
            <p:ph type="dt" sz="half" idx="22"/>
          </p:nvPr>
        </p:nvSpPr>
        <p:spPr>
          <a:xfrm>
            <a:off x="6602096" y="4105752"/>
            <a:ext cx="2653506" cy="216000"/>
          </a:xfrm>
        </p:spPr>
        <p:txBody>
          <a:bodyPr/>
          <a:lstStyle>
            <a:lvl1pPr>
              <a:defRPr lang="nl-NL" sz="1400" b="0" kern="1200" smtClean="0">
                <a:solidFill>
                  <a:schemeClr val="tx2"/>
                </a:solidFill>
                <a:effectLst/>
                <a:latin typeface="+mj-lt"/>
                <a:ea typeface="+mn-ea"/>
                <a:cs typeface="+mn-cs"/>
              </a:defRPr>
            </a:lvl1pPr>
          </a:lstStyle>
          <a:p>
            <a:fld id="{A2D4CE28-2779-4906-957D-A173F7999FCA}" type="datetime1">
              <a:rPr lang="nl-NL" smtClean="0"/>
              <a:pPr/>
              <a:t>28-1-2026</a:t>
            </a:fld>
            <a:endParaRPr lang="nl-NL" dirty="0"/>
          </a:p>
        </p:txBody>
      </p:sp>
      <p:sp>
        <p:nvSpPr>
          <p:cNvPr id="16" name="Tijdelijke aanduiding voor tekst 6">
            <a:extLst>
              <a:ext uri="{FF2B5EF4-FFF2-40B4-BE49-F238E27FC236}">
                <a16:creationId xmlns:a16="http://schemas.microsoft.com/office/drawing/2014/main" id="{465BD4F6-E566-373F-AA82-95B04BC4D722}"/>
              </a:ext>
            </a:extLst>
          </p:cNvPr>
          <p:cNvSpPr>
            <a:spLocks noGrp="1"/>
          </p:cNvSpPr>
          <p:nvPr>
            <p:ph type="body" sz="quarter" idx="25" hasCustomPrompt="1"/>
          </p:nvPr>
        </p:nvSpPr>
        <p:spPr>
          <a:xfrm>
            <a:off x="6602096" y="4408262"/>
            <a:ext cx="2653506" cy="216000"/>
          </a:xfrm>
        </p:spPr>
        <p:txBody>
          <a:bodyPr anchor="ctr">
            <a:noAutofit/>
          </a:bodyPr>
          <a:lstStyle>
            <a:lvl1pPr marL="0" indent="0">
              <a:buNone/>
              <a:defRPr sz="1400">
                <a:solidFill>
                  <a:schemeClr val="tx2"/>
                </a:solidFill>
                <a:effectLst/>
                <a:latin typeface="+mj-lt"/>
              </a:defRPr>
            </a:lvl1pPr>
          </a:lstStyle>
          <a:p>
            <a:pPr lvl="0"/>
            <a:r>
              <a:rPr lang="nl-NL" dirty="0"/>
              <a:t>[Openbaar]</a:t>
            </a:r>
          </a:p>
        </p:txBody>
      </p:sp>
    </p:spTree>
    <p:extLst>
      <p:ext uri="{BB962C8B-B14F-4D97-AF65-F5344CB8AC3E}">
        <p14:creationId xmlns:p14="http://schemas.microsoft.com/office/powerpoint/2010/main" val="129570920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secHead" preserve="1">
  <p:cSld name="Sectiedia groen">
    <p:bg>
      <p:bgPr>
        <a:solidFill>
          <a:schemeClr val="accen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D2350027-561D-9815-D6C8-7833745CE74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>
                <a:solidFill>
                  <a:schemeClr val="bg1"/>
                </a:solidFill>
              </a:defRPr>
            </a:lvl1pPr>
          </a:lstStyle>
          <a:p>
            <a:r>
              <a:rPr lang="nl-NL"/>
              <a:t>Klik om stijl te bewerken</a:t>
            </a:r>
            <a:endParaRPr lang="nl-NL" dirty="0"/>
          </a:p>
        </p:txBody>
      </p:sp>
      <p:sp>
        <p:nvSpPr>
          <p:cNvPr id="3" name="Tijdelijke aanduiding voor tekst 2">
            <a:extLst>
              <a:ext uri="{FF2B5EF4-FFF2-40B4-BE49-F238E27FC236}">
                <a16:creationId xmlns:a16="http://schemas.microsoft.com/office/drawing/2014/main" id="{508DF9C5-40B2-777B-7728-7B2F79024E5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bg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nl-NL"/>
              <a:t>Klikken om de tekststijl van het model te bewerken</a:t>
            </a:r>
          </a:p>
        </p:txBody>
      </p:sp>
      <p:sp>
        <p:nvSpPr>
          <p:cNvPr id="4" name="Tijdelijke aanduiding voor datum 3">
            <a:extLst>
              <a:ext uri="{FF2B5EF4-FFF2-40B4-BE49-F238E27FC236}">
                <a16:creationId xmlns:a16="http://schemas.microsoft.com/office/drawing/2014/main" id="{0ED844BF-4A37-C943-19BA-B6BE1D0E8A38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320734" y="6858000"/>
            <a:ext cx="1981596" cy="365125"/>
          </a:xfrm>
        </p:spPr>
        <p:txBody>
          <a:bodyPr/>
          <a:lstStyle/>
          <a:p>
            <a:fld id="{B234C477-5CCC-4E58-9207-9007DC239AB4}" type="datetime1">
              <a:rPr lang="nl-NL" smtClean="0"/>
              <a:t>28-1-2026</a:t>
            </a:fld>
            <a:endParaRPr lang="nl-NL" dirty="0"/>
          </a:p>
        </p:txBody>
      </p:sp>
      <p:sp>
        <p:nvSpPr>
          <p:cNvPr id="5" name="Tijdelijke aanduiding voor voettekst 4">
            <a:extLst>
              <a:ext uri="{FF2B5EF4-FFF2-40B4-BE49-F238E27FC236}">
                <a16:creationId xmlns:a16="http://schemas.microsoft.com/office/drawing/2014/main" id="{08791B4C-CA2E-3C32-B006-50106C38A9A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2411186" y="6858000"/>
            <a:ext cx="8588828" cy="365125"/>
          </a:xfrm>
        </p:spPr>
        <p:txBody>
          <a:bodyPr/>
          <a:lstStyle/>
          <a:p>
            <a:endParaRPr lang="nl-NL"/>
          </a:p>
        </p:txBody>
      </p:sp>
      <p:sp>
        <p:nvSpPr>
          <p:cNvPr id="6" name="Tijdelijke aanduiding voor dianummer 5">
            <a:extLst>
              <a:ext uri="{FF2B5EF4-FFF2-40B4-BE49-F238E27FC236}">
                <a16:creationId xmlns:a16="http://schemas.microsoft.com/office/drawing/2014/main" id="{A93452BF-6401-2945-19C5-200889360AB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119757" y="6858000"/>
            <a:ext cx="768135" cy="365125"/>
          </a:xfrm>
        </p:spPr>
        <p:txBody>
          <a:bodyPr/>
          <a:lstStyle/>
          <a:p>
            <a:fld id="{A648B885-FF76-47CB-8BBD-27E7EBF07CA9}" type="slidenum">
              <a:rPr lang="nl-NL" smtClean="0"/>
              <a:t>‹nr.›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368126713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secHead" preserve="1">
  <p:cSld name="Sectiedia grijs">
    <p:bg>
      <p:bgPr>
        <a:solidFill>
          <a:schemeClr val="accen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D2350027-561D-9815-D6C8-7833745CE74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>
                <a:solidFill>
                  <a:schemeClr val="bg1"/>
                </a:solidFill>
              </a:defRPr>
            </a:lvl1pPr>
          </a:lstStyle>
          <a:p>
            <a:r>
              <a:rPr lang="nl-NL"/>
              <a:t>Klik om stijl te bewerken</a:t>
            </a:r>
            <a:endParaRPr lang="nl-NL" dirty="0"/>
          </a:p>
        </p:txBody>
      </p:sp>
      <p:sp>
        <p:nvSpPr>
          <p:cNvPr id="3" name="Tijdelijke aanduiding voor tekst 2">
            <a:extLst>
              <a:ext uri="{FF2B5EF4-FFF2-40B4-BE49-F238E27FC236}">
                <a16:creationId xmlns:a16="http://schemas.microsoft.com/office/drawing/2014/main" id="{508DF9C5-40B2-777B-7728-7B2F79024E5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bg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nl-NL"/>
              <a:t>Klikken om de tekststijl van het model te bewerken</a:t>
            </a:r>
          </a:p>
        </p:txBody>
      </p:sp>
      <p:sp>
        <p:nvSpPr>
          <p:cNvPr id="4" name="Tijdelijke aanduiding voor datum 3">
            <a:extLst>
              <a:ext uri="{FF2B5EF4-FFF2-40B4-BE49-F238E27FC236}">
                <a16:creationId xmlns:a16="http://schemas.microsoft.com/office/drawing/2014/main" id="{0ED844BF-4A37-C943-19BA-B6BE1D0E8A38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320734" y="6858000"/>
            <a:ext cx="1981596" cy="365125"/>
          </a:xfrm>
        </p:spPr>
        <p:txBody>
          <a:bodyPr/>
          <a:lstStyle/>
          <a:p>
            <a:fld id="{B234C477-5CCC-4E58-9207-9007DC239AB4}" type="datetime1">
              <a:rPr lang="nl-NL" smtClean="0"/>
              <a:t>28-1-2026</a:t>
            </a:fld>
            <a:endParaRPr lang="nl-NL" dirty="0"/>
          </a:p>
        </p:txBody>
      </p:sp>
      <p:sp>
        <p:nvSpPr>
          <p:cNvPr id="5" name="Tijdelijke aanduiding voor voettekst 4">
            <a:extLst>
              <a:ext uri="{FF2B5EF4-FFF2-40B4-BE49-F238E27FC236}">
                <a16:creationId xmlns:a16="http://schemas.microsoft.com/office/drawing/2014/main" id="{08791B4C-CA2E-3C32-B006-50106C38A9A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2411186" y="6858000"/>
            <a:ext cx="8588828" cy="365125"/>
          </a:xfrm>
        </p:spPr>
        <p:txBody>
          <a:bodyPr/>
          <a:lstStyle/>
          <a:p>
            <a:endParaRPr lang="nl-NL"/>
          </a:p>
        </p:txBody>
      </p:sp>
      <p:sp>
        <p:nvSpPr>
          <p:cNvPr id="6" name="Tijdelijke aanduiding voor dianummer 5">
            <a:extLst>
              <a:ext uri="{FF2B5EF4-FFF2-40B4-BE49-F238E27FC236}">
                <a16:creationId xmlns:a16="http://schemas.microsoft.com/office/drawing/2014/main" id="{A93452BF-6401-2945-19C5-200889360AB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119757" y="6858000"/>
            <a:ext cx="768135" cy="365125"/>
          </a:xfrm>
        </p:spPr>
        <p:txBody>
          <a:bodyPr/>
          <a:lstStyle/>
          <a:p>
            <a:fld id="{A648B885-FF76-47CB-8BBD-27E7EBF07CA9}" type="slidenum">
              <a:rPr lang="nl-NL" smtClean="0"/>
              <a:t>‹nr.›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141281957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secHead" preserve="1">
  <p:cSld name="Sectiedia blauw">
    <p:bg>
      <p:bgPr>
        <a:solidFill>
          <a:schemeClr val="accent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D2350027-561D-9815-D6C8-7833745CE74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>
                <a:solidFill>
                  <a:schemeClr val="bg1"/>
                </a:solidFill>
              </a:defRPr>
            </a:lvl1pPr>
          </a:lstStyle>
          <a:p>
            <a:r>
              <a:rPr lang="nl-NL"/>
              <a:t>Klik om stijl te bewerken</a:t>
            </a:r>
            <a:endParaRPr lang="nl-NL" dirty="0"/>
          </a:p>
        </p:txBody>
      </p:sp>
      <p:sp>
        <p:nvSpPr>
          <p:cNvPr id="3" name="Tijdelijke aanduiding voor tekst 2">
            <a:extLst>
              <a:ext uri="{FF2B5EF4-FFF2-40B4-BE49-F238E27FC236}">
                <a16:creationId xmlns:a16="http://schemas.microsoft.com/office/drawing/2014/main" id="{508DF9C5-40B2-777B-7728-7B2F79024E5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bg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nl-NL"/>
              <a:t>Klikken om de tekststijl van het model te bewerken</a:t>
            </a:r>
          </a:p>
        </p:txBody>
      </p:sp>
      <p:sp>
        <p:nvSpPr>
          <p:cNvPr id="4" name="Tijdelijke aanduiding voor datum 3">
            <a:extLst>
              <a:ext uri="{FF2B5EF4-FFF2-40B4-BE49-F238E27FC236}">
                <a16:creationId xmlns:a16="http://schemas.microsoft.com/office/drawing/2014/main" id="{0ED844BF-4A37-C943-19BA-B6BE1D0E8A38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320734" y="6858000"/>
            <a:ext cx="1981596" cy="365125"/>
          </a:xfrm>
        </p:spPr>
        <p:txBody>
          <a:bodyPr/>
          <a:lstStyle/>
          <a:p>
            <a:fld id="{B234C477-5CCC-4E58-9207-9007DC239AB4}" type="datetime1">
              <a:rPr lang="nl-NL" smtClean="0"/>
              <a:t>28-1-2026</a:t>
            </a:fld>
            <a:endParaRPr lang="nl-NL" dirty="0"/>
          </a:p>
        </p:txBody>
      </p:sp>
      <p:sp>
        <p:nvSpPr>
          <p:cNvPr id="5" name="Tijdelijke aanduiding voor voettekst 4">
            <a:extLst>
              <a:ext uri="{FF2B5EF4-FFF2-40B4-BE49-F238E27FC236}">
                <a16:creationId xmlns:a16="http://schemas.microsoft.com/office/drawing/2014/main" id="{08791B4C-CA2E-3C32-B006-50106C38A9A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2411186" y="6858000"/>
            <a:ext cx="8588828" cy="365125"/>
          </a:xfrm>
        </p:spPr>
        <p:txBody>
          <a:bodyPr/>
          <a:lstStyle/>
          <a:p>
            <a:endParaRPr lang="nl-NL"/>
          </a:p>
        </p:txBody>
      </p:sp>
      <p:sp>
        <p:nvSpPr>
          <p:cNvPr id="6" name="Tijdelijke aanduiding voor dianummer 5">
            <a:extLst>
              <a:ext uri="{FF2B5EF4-FFF2-40B4-BE49-F238E27FC236}">
                <a16:creationId xmlns:a16="http://schemas.microsoft.com/office/drawing/2014/main" id="{A93452BF-6401-2945-19C5-200889360AB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119757" y="6858000"/>
            <a:ext cx="768135" cy="365125"/>
          </a:xfrm>
        </p:spPr>
        <p:txBody>
          <a:bodyPr/>
          <a:lstStyle/>
          <a:p>
            <a:fld id="{A648B885-FF76-47CB-8BBD-27E7EBF07CA9}" type="slidenum">
              <a:rPr lang="nl-NL" smtClean="0"/>
              <a:t>‹nr.›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348215982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Inhoud van twe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186C8B7F-8EAE-DFFE-3C9F-C75106A36E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nl-NL"/>
              <a:t>Klik om stijl te bewerken</a:t>
            </a:r>
          </a:p>
        </p:txBody>
      </p:sp>
      <p:sp>
        <p:nvSpPr>
          <p:cNvPr id="3" name="Tijdelijke aanduiding voor inhoud 2">
            <a:extLst>
              <a:ext uri="{FF2B5EF4-FFF2-40B4-BE49-F238E27FC236}">
                <a16:creationId xmlns:a16="http://schemas.microsoft.com/office/drawing/2014/main" id="{C4A234CF-E505-C018-55A9-3F18862543F8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300038" y="1520825"/>
            <a:ext cx="5651500" cy="4932363"/>
          </a:xfrm>
        </p:spPr>
        <p:txBody>
          <a:bodyPr>
            <a:normAutofit/>
          </a:bodyPr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</a:lstStyle>
          <a:p>
            <a:pPr lvl="0"/>
            <a:r>
              <a:rPr lang="nl-NL"/>
              <a:t>Klikken om de tekststijl van het model te bewerken</a:t>
            </a:r>
          </a:p>
          <a:p>
            <a:pPr lvl="1"/>
            <a:r>
              <a:rPr lang="nl-NL"/>
              <a:t>Tweede niveau</a:t>
            </a:r>
          </a:p>
          <a:p>
            <a:pPr lvl="2"/>
            <a:r>
              <a:rPr lang="nl-NL"/>
              <a:t>Derde niveau</a:t>
            </a:r>
          </a:p>
          <a:p>
            <a:pPr lvl="3"/>
            <a:r>
              <a:rPr lang="nl-NL"/>
              <a:t>Vierde niveau</a:t>
            </a:r>
          </a:p>
          <a:p>
            <a:pPr lvl="4"/>
            <a:r>
              <a:rPr lang="nl-NL"/>
              <a:t>Vijfde niveau</a:t>
            </a:r>
            <a:endParaRPr lang="nl-NL" dirty="0"/>
          </a:p>
        </p:txBody>
      </p:sp>
      <p:sp>
        <p:nvSpPr>
          <p:cNvPr id="4" name="Tijdelijke aanduiding voor inhoud 3">
            <a:extLst>
              <a:ext uri="{FF2B5EF4-FFF2-40B4-BE49-F238E27FC236}">
                <a16:creationId xmlns:a16="http://schemas.microsoft.com/office/drawing/2014/main" id="{8F7909C5-632E-90BD-3A91-D79DFB8F628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240464" y="1529616"/>
            <a:ext cx="5651500" cy="4932363"/>
          </a:xfrm>
        </p:spPr>
        <p:txBody>
          <a:bodyPr>
            <a:normAutofit/>
          </a:bodyPr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</a:lstStyle>
          <a:p>
            <a:pPr lvl="0"/>
            <a:r>
              <a:rPr lang="nl-NL"/>
              <a:t>Klikken om de tekststijl van het model te bewerken</a:t>
            </a:r>
          </a:p>
          <a:p>
            <a:pPr lvl="1"/>
            <a:r>
              <a:rPr lang="nl-NL"/>
              <a:t>Tweede niveau</a:t>
            </a:r>
          </a:p>
          <a:p>
            <a:pPr lvl="2"/>
            <a:r>
              <a:rPr lang="nl-NL"/>
              <a:t>Derde niveau</a:t>
            </a:r>
          </a:p>
          <a:p>
            <a:pPr lvl="3"/>
            <a:r>
              <a:rPr lang="nl-NL"/>
              <a:t>Vierde niveau</a:t>
            </a:r>
          </a:p>
          <a:p>
            <a:pPr lvl="4"/>
            <a:r>
              <a:rPr lang="nl-NL"/>
              <a:t>Vijfde niveau</a:t>
            </a:r>
            <a:endParaRPr lang="nl-NL" dirty="0"/>
          </a:p>
        </p:txBody>
      </p:sp>
      <p:sp>
        <p:nvSpPr>
          <p:cNvPr id="5" name="Tijdelijke aanduiding voor datum 4">
            <a:extLst>
              <a:ext uri="{FF2B5EF4-FFF2-40B4-BE49-F238E27FC236}">
                <a16:creationId xmlns:a16="http://schemas.microsoft.com/office/drawing/2014/main" id="{24BEC6D9-4EE8-76E6-0339-AB3A98617EA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0A2F211-4CA0-46C3-BAC9-237EE5A60786}" type="datetime1">
              <a:rPr lang="nl-NL" smtClean="0"/>
              <a:t>28-1-2026</a:t>
            </a:fld>
            <a:endParaRPr lang="nl-NL"/>
          </a:p>
        </p:txBody>
      </p:sp>
      <p:sp>
        <p:nvSpPr>
          <p:cNvPr id="6" name="Tijdelijke aanduiding voor voettekst 5">
            <a:extLst>
              <a:ext uri="{FF2B5EF4-FFF2-40B4-BE49-F238E27FC236}">
                <a16:creationId xmlns:a16="http://schemas.microsoft.com/office/drawing/2014/main" id="{A1FB164C-CDA8-CCEC-0F77-77468940A15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NL" dirty="0"/>
          </a:p>
        </p:txBody>
      </p:sp>
      <p:sp>
        <p:nvSpPr>
          <p:cNvPr id="7" name="Tijdelijke aanduiding voor dianummer 6">
            <a:extLst>
              <a:ext uri="{FF2B5EF4-FFF2-40B4-BE49-F238E27FC236}">
                <a16:creationId xmlns:a16="http://schemas.microsoft.com/office/drawing/2014/main" id="{FBFC3D39-BA73-DF9B-C19E-88D5E815830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648B885-FF76-47CB-8BBD-27E7EBF07CA9}" type="slidenum">
              <a:rPr lang="nl-NL" smtClean="0"/>
              <a:t>‹nr.›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46750862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_Inhoud van twe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186C8B7F-8EAE-DFFE-3C9F-C75106A36E4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0039" y="1"/>
            <a:ext cx="5651499" cy="1280159"/>
          </a:xfrm>
        </p:spPr>
        <p:txBody>
          <a:bodyPr rIns="108000"/>
          <a:lstStyle/>
          <a:p>
            <a:r>
              <a:rPr lang="nl-NL"/>
              <a:t>Klik om stijl te bewerken</a:t>
            </a:r>
            <a:endParaRPr lang="nl-NL" dirty="0"/>
          </a:p>
        </p:txBody>
      </p:sp>
      <p:sp>
        <p:nvSpPr>
          <p:cNvPr id="3" name="Tijdelijke aanduiding voor inhoud 2">
            <a:extLst>
              <a:ext uri="{FF2B5EF4-FFF2-40B4-BE49-F238E27FC236}">
                <a16:creationId xmlns:a16="http://schemas.microsoft.com/office/drawing/2014/main" id="{C4A234CF-E505-C018-55A9-3F18862543F8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300038" y="1520825"/>
            <a:ext cx="5651498" cy="5187706"/>
          </a:xfrm>
        </p:spPr>
        <p:txBody>
          <a:bodyPr rIns="108000">
            <a:normAutofit/>
          </a:bodyPr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</a:lstStyle>
          <a:p>
            <a:pPr lvl="0"/>
            <a:r>
              <a:rPr lang="nl-NL"/>
              <a:t>Klikken om de tekststijl van het model te bewerken</a:t>
            </a:r>
          </a:p>
          <a:p>
            <a:pPr lvl="1"/>
            <a:r>
              <a:rPr lang="nl-NL"/>
              <a:t>Tweede niveau</a:t>
            </a:r>
          </a:p>
          <a:p>
            <a:pPr lvl="2"/>
            <a:r>
              <a:rPr lang="nl-NL"/>
              <a:t>Derde niveau</a:t>
            </a:r>
          </a:p>
          <a:p>
            <a:pPr lvl="3"/>
            <a:r>
              <a:rPr lang="nl-NL"/>
              <a:t>Vierde niveau</a:t>
            </a:r>
          </a:p>
          <a:p>
            <a:pPr lvl="4"/>
            <a:r>
              <a:rPr lang="nl-NL"/>
              <a:t>Vijfde niveau</a:t>
            </a:r>
            <a:endParaRPr lang="nl-NL" dirty="0"/>
          </a:p>
        </p:txBody>
      </p:sp>
      <p:sp>
        <p:nvSpPr>
          <p:cNvPr id="5" name="Tijdelijke aanduiding voor datum 4">
            <a:extLst>
              <a:ext uri="{FF2B5EF4-FFF2-40B4-BE49-F238E27FC236}">
                <a16:creationId xmlns:a16="http://schemas.microsoft.com/office/drawing/2014/main" id="{24BEC6D9-4EE8-76E6-0339-AB3A98617EA1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320735" y="6953862"/>
            <a:ext cx="1981596" cy="184616"/>
          </a:xfrm>
        </p:spPr>
        <p:txBody>
          <a:bodyPr/>
          <a:lstStyle/>
          <a:p>
            <a:fld id="{E0A2F211-4CA0-46C3-BAC9-237EE5A60786}" type="datetime1">
              <a:rPr lang="nl-NL" smtClean="0"/>
              <a:t>28-1-2026</a:t>
            </a:fld>
            <a:endParaRPr lang="nl-NL"/>
          </a:p>
        </p:txBody>
      </p:sp>
      <p:sp>
        <p:nvSpPr>
          <p:cNvPr id="6" name="Tijdelijke aanduiding voor voettekst 5">
            <a:extLst>
              <a:ext uri="{FF2B5EF4-FFF2-40B4-BE49-F238E27FC236}">
                <a16:creationId xmlns:a16="http://schemas.microsoft.com/office/drawing/2014/main" id="{A1FB164C-CDA8-CCEC-0F77-77468940A15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2411187" y="6953862"/>
            <a:ext cx="8588828" cy="184616"/>
          </a:xfrm>
        </p:spPr>
        <p:txBody>
          <a:bodyPr/>
          <a:lstStyle/>
          <a:p>
            <a:endParaRPr lang="nl-NL" dirty="0"/>
          </a:p>
        </p:txBody>
      </p:sp>
      <p:sp>
        <p:nvSpPr>
          <p:cNvPr id="7" name="Tijdelijke aanduiding voor dianummer 6">
            <a:extLst>
              <a:ext uri="{FF2B5EF4-FFF2-40B4-BE49-F238E27FC236}">
                <a16:creationId xmlns:a16="http://schemas.microsoft.com/office/drawing/2014/main" id="{FBFC3D39-BA73-DF9B-C19E-88D5E815830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119758" y="6953862"/>
            <a:ext cx="768135" cy="184616"/>
          </a:xfrm>
        </p:spPr>
        <p:txBody>
          <a:bodyPr/>
          <a:lstStyle/>
          <a:p>
            <a:fld id="{A648B885-FF76-47CB-8BBD-27E7EBF07CA9}" type="slidenum">
              <a:rPr lang="nl-NL" smtClean="0"/>
              <a:t>‹nr.›</a:t>
            </a:fld>
            <a:endParaRPr lang="nl-NL"/>
          </a:p>
        </p:txBody>
      </p:sp>
      <p:sp>
        <p:nvSpPr>
          <p:cNvPr id="9" name="Tijdelijke aanduiding voor afbeelding 8">
            <a:extLst>
              <a:ext uri="{FF2B5EF4-FFF2-40B4-BE49-F238E27FC236}">
                <a16:creationId xmlns:a16="http://schemas.microsoft.com/office/drawing/2014/main" id="{1038B7A9-983C-A565-EC4B-ED55929A29E6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6096000" y="0"/>
            <a:ext cx="6096000" cy="6858000"/>
          </a:xfrm>
          <a:solidFill>
            <a:schemeClr val="bg1">
              <a:lumMod val="95000"/>
            </a:schemeClr>
          </a:solidFill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2"/>
                </a:solidFill>
              </a:defRPr>
            </a:lvl1pPr>
          </a:lstStyle>
          <a:p>
            <a:r>
              <a:rPr lang="nl-NL"/>
              <a:t>Klik op het pictogram als u een afbeelding wilt toevoegen</a:t>
            </a:r>
          </a:p>
        </p:txBody>
      </p:sp>
    </p:spTree>
    <p:extLst>
      <p:ext uri="{BB962C8B-B14F-4D97-AF65-F5344CB8AC3E}">
        <p14:creationId xmlns:p14="http://schemas.microsoft.com/office/powerpoint/2010/main" val="4266137948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3_Inhoud van twe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186C8B7F-8EAE-DFFE-3C9F-C75106A36E4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40464" y="1"/>
            <a:ext cx="5651499" cy="1280159"/>
          </a:xfrm>
        </p:spPr>
        <p:txBody>
          <a:bodyPr lIns="108000"/>
          <a:lstStyle/>
          <a:p>
            <a:r>
              <a:rPr lang="nl-NL"/>
              <a:t>Klik om stijl te bewerken</a:t>
            </a:r>
            <a:endParaRPr lang="nl-NL" dirty="0"/>
          </a:p>
        </p:txBody>
      </p:sp>
      <p:sp>
        <p:nvSpPr>
          <p:cNvPr id="3" name="Tijdelijke aanduiding voor inhoud 2">
            <a:extLst>
              <a:ext uri="{FF2B5EF4-FFF2-40B4-BE49-F238E27FC236}">
                <a16:creationId xmlns:a16="http://schemas.microsoft.com/office/drawing/2014/main" id="{C4A234CF-E505-C018-55A9-3F18862543F8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6240463" y="1520825"/>
            <a:ext cx="5651500" cy="4932363"/>
          </a:xfrm>
        </p:spPr>
        <p:txBody>
          <a:bodyPr lIns="108000">
            <a:normAutofit/>
          </a:bodyPr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</a:lstStyle>
          <a:p>
            <a:pPr lvl="0"/>
            <a:r>
              <a:rPr lang="nl-NL"/>
              <a:t>Klikken om de tekststijl van het model te bewerken</a:t>
            </a:r>
          </a:p>
          <a:p>
            <a:pPr lvl="1"/>
            <a:r>
              <a:rPr lang="nl-NL"/>
              <a:t>Tweede niveau</a:t>
            </a:r>
          </a:p>
          <a:p>
            <a:pPr lvl="2"/>
            <a:r>
              <a:rPr lang="nl-NL"/>
              <a:t>Derde niveau</a:t>
            </a:r>
          </a:p>
          <a:p>
            <a:pPr lvl="3"/>
            <a:r>
              <a:rPr lang="nl-NL"/>
              <a:t>Vierde niveau</a:t>
            </a:r>
          </a:p>
          <a:p>
            <a:pPr lvl="4"/>
            <a:r>
              <a:rPr lang="nl-NL"/>
              <a:t>Vijfde niveau</a:t>
            </a:r>
            <a:endParaRPr lang="nl-NL" dirty="0"/>
          </a:p>
        </p:txBody>
      </p:sp>
      <p:sp>
        <p:nvSpPr>
          <p:cNvPr id="5" name="Tijdelijke aanduiding voor datum 4">
            <a:extLst>
              <a:ext uri="{FF2B5EF4-FFF2-40B4-BE49-F238E27FC236}">
                <a16:creationId xmlns:a16="http://schemas.microsoft.com/office/drawing/2014/main" id="{24BEC6D9-4EE8-76E6-0339-AB3A98617EA1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320735" y="6909900"/>
            <a:ext cx="1981596" cy="184616"/>
          </a:xfrm>
        </p:spPr>
        <p:txBody>
          <a:bodyPr/>
          <a:lstStyle/>
          <a:p>
            <a:fld id="{E0A2F211-4CA0-46C3-BAC9-237EE5A60786}" type="datetime1">
              <a:rPr lang="nl-NL" smtClean="0"/>
              <a:t>28-1-2026</a:t>
            </a:fld>
            <a:endParaRPr lang="nl-NL"/>
          </a:p>
        </p:txBody>
      </p:sp>
      <p:sp>
        <p:nvSpPr>
          <p:cNvPr id="6" name="Tijdelijke aanduiding voor voettekst 5">
            <a:extLst>
              <a:ext uri="{FF2B5EF4-FFF2-40B4-BE49-F238E27FC236}">
                <a16:creationId xmlns:a16="http://schemas.microsoft.com/office/drawing/2014/main" id="{A1FB164C-CDA8-CCEC-0F77-77468940A15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2411187" y="6909900"/>
            <a:ext cx="8588828" cy="184616"/>
          </a:xfrm>
        </p:spPr>
        <p:txBody>
          <a:bodyPr/>
          <a:lstStyle/>
          <a:p>
            <a:endParaRPr lang="nl-NL" dirty="0"/>
          </a:p>
        </p:txBody>
      </p:sp>
      <p:sp>
        <p:nvSpPr>
          <p:cNvPr id="7" name="Tijdelijke aanduiding voor dianummer 6">
            <a:extLst>
              <a:ext uri="{FF2B5EF4-FFF2-40B4-BE49-F238E27FC236}">
                <a16:creationId xmlns:a16="http://schemas.microsoft.com/office/drawing/2014/main" id="{FBFC3D39-BA73-DF9B-C19E-88D5E815830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648B885-FF76-47CB-8BBD-27E7EBF07CA9}" type="slidenum">
              <a:rPr lang="nl-NL" smtClean="0"/>
              <a:t>‹nr.›</a:t>
            </a:fld>
            <a:endParaRPr lang="nl-NL"/>
          </a:p>
        </p:txBody>
      </p:sp>
      <p:sp>
        <p:nvSpPr>
          <p:cNvPr id="10" name="Tijdelijke aanduiding voor afbeelding 8">
            <a:extLst>
              <a:ext uri="{FF2B5EF4-FFF2-40B4-BE49-F238E27FC236}">
                <a16:creationId xmlns:a16="http://schemas.microsoft.com/office/drawing/2014/main" id="{9FB750C7-4805-0ECC-3FA0-D2C3B8780142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0" y="0"/>
            <a:ext cx="6096000" cy="6857999"/>
          </a:xfrm>
          <a:solidFill>
            <a:schemeClr val="bg1">
              <a:lumMod val="95000"/>
            </a:schemeClr>
          </a:solidFill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2"/>
                </a:solidFill>
              </a:defRPr>
            </a:lvl1pPr>
          </a:lstStyle>
          <a:p>
            <a:r>
              <a:rPr lang="nl-NL"/>
              <a:t>Klik op het pictogram als u een afbeelding wilt toevoegen</a:t>
            </a:r>
            <a:endParaRPr lang="nl-NL" dirty="0"/>
          </a:p>
        </p:txBody>
      </p:sp>
    </p:spTree>
    <p:extLst>
      <p:ext uri="{BB962C8B-B14F-4D97-AF65-F5344CB8AC3E}">
        <p14:creationId xmlns:p14="http://schemas.microsoft.com/office/powerpoint/2010/main" val="970231302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woObj" preserve="1">
  <p:cSld name="Inhoud van twee wi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186C8B7F-8EAE-DFFE-3C9F-C75106A36E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nl-NL"/>
              <a:t>Klik om stijl te bewerken</a:t>
            </a:r>
          </a:p>
        </p:txBody>
      </p:sp>
      <p:sp>
        <p:nvSpPr>
          <p:cNvPr id="3" name="Tijdelijke aanduiding voor inhoud 2">
            <a:extLst>
              <a:ext uri="{FF2B5EF4-FFF2-40B4-BE49-F238E27FC236}">
                <a16:creationId xmlns:a16="http://schemas.microsoft.com/office/drawing/2014/main" id="{C4A234CF-E505-C018-55A9-3F18862543F8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300038" y="1520825"/>
            <a:ext cx="5651500" cy="4932363"/>
          </a:xfrm>
        </p:spPr>
        <p:txBody>
          <a:bodyPr>
            <a:normAutofit/>
          </a:bodyPr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</a:lstStyle>
          <a:p>
            <a:pPr lvl="0"/>
            <a:r>
              <a:rPr lang="nl-NL"/>
              <a:t>Klikken om de tekststijl van het model te bewerken</a:t>
            </a:r>
          </a:p>
          <a:p>
            <a:pPr lvl="1"/>
            <a:r>
              <a:rPr lang="nl-NL"/>
              <a:t>Tweede niveau</a:t>
            </a:r>
          </a:p>
          <a:p>
            <a:pPr lvl="2"/>
            <a:r>
              <a:rPr lang="nl-NL"/>
              <a:t>Derde niveau</a:t>
            </a:r>
          </a:p>
          <a:p>
            <a:pPr lvl="3"/>
            <a:r>
              <a:rPr lang="nl-NL"/>
              <a:t>Vierde niveau</a:t>
            </a:r>
          </a:p>
          <a:p>
            <a:pPr lvl="4"/>
            <a:r>
              <a:rPr lang="nl-NL"/>
              <a:t>Vijfde niveau</a:t>
            </a:r>
            <a:endParaRPr lang="nl-NL" dirty="0"/>
          </a:p>
        </p:txBody>
      </p:sp>
      <p:sp>
        <p:nvSpPr>
          <p:cNvPr id="4" name="Tijdelijke aanduiding voor inhoud 3">
            <a:extLst>
              <a:ext uri="{FF2B5EF4-FFF2-40B4-BE49-F238E27FC236}">
                <a16:creationId xmlns:a16="http://schemas.microsoft.com/office/drawing/2014/main" id="{8F7909C5-632E-90BD-3A91-D79DFB8F628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240464" y="1520824"/>
            <a:ext cx="5651500" cy="4932363"/>
          </a:xfrm>
        </p:spPr>
        <p:txBody>
          <a:bodyPr>
            <a:normAutofit/>
          </a:bodyPr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</a:lstStyle>
          <a:p>
            <a:pPr lvl="0"/>
            <a:r>
              <a:rPr lang="nl-NL"/>
              <a:t>Klikken om de tekststijl van het model te bewerken</a:t>
            </a:r>
          </a:p>
          <a:p>
            <a:pPr lvl="1"/>
            <a:r>
              <a:rPr lang="nl-NL"/>
              <a:t>Tweede niveau</a:t>
            </a:r>
          </a:p>
          <a:p>
            <a:pPr lvl="2"/>
            <a:r>
              <a:rPr lang="nl-NL"/>
              <a:t>Derde niveau</a:t>
            </a:r>
          </a:p>
          <a:p>
            <a:pPr lvl="3"/>
            <a:r>
              <a:rPr lang="nl-NL"/>
              <a:t>Vierde niveau</a:t>
            </a:r>
          </a:p>
          <a:p>
            <a:pPr lvl="4"/>
            <a:r>
              <a:rPr lang="nl-NL"/>
              <a:t>Vijfde niveau</a:t>
            </a:r>
            <a:endParaRPr lang="nl-NL" dirty="0"/>
          </a:p>
        </p:txBody>
      </p:sp>
      <p:sp>
        <p:nvSpPr>
          <p:cNvPr id="5" name="Tijdelijke aanduiding voor datum 4">
            <a:extLst>
              <a:ext uri="{FF2B5EF4-FFF2-40B4-BE49-F238E27FC236}">
                <a16:creationId xmlns:a16="http://schemas.microsoft.com/office/drawing/2014/main" id="{24BEC6D9-4EE8-76E6-0339-AB3A98617EA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0A2F211-4CA0-46C3-BAC9-237EE5A60786}" type="datetime1">
              <a:rPr lang="nl-NL" smtClean="0"/>
              <a:t>28-1-2026</a:t>
            </a:fld>
            <a:endParaRPr lang="nl-NL"/>
          </a:p>
        </p:txBody>
      </p:sp>
      <p:sp>
        <p:nvSpPr>
          <p:cNvPr id="6" name="Tijdelijke aanduiding voor voettekst 5">
            <a:extLst>
              <a:ext uri="{FF2B5EF4-FFF2-40B4-BE49-F238E27FC236}">
                <a16:creationId xmlns:a16="http://schemas.microsoft.com/office/drawing/2014/main" id="{A1FB164C-CDA8-CCEC-0F77-77468940A15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NL" dirty="0"/>
          </a:p>
        </p:txBody>
      </p:sp>
      <p:sp>
        <p:nvSpPr>
          <p:cNvPr id="7" name="Tijdelijke aanduiding voor dianummer 6">
            <a:extLst>
              <a:ext uri="{FF2B5EF4-FFF2-40B4-BE49-F238E27FC236}">
                <a16:creationId xmlns:a16="http://schemas.microsoft.com/office/drawing/2014/main" id="{FBFC3D39-BA73-DF9B-C19E-88D5E815830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648B885-FF76-47CB-8BBD-27E7EBF07CA9}" type="slidenum">
              <a:rPr lang="nl-NL" smtClean="0"/>
              <a:t>‹nr.›</a:t>
            </a:fld>
            <a:endParaRPr lang="nl-NL"/>
          </a:p>
        </p:txBody>
      </p:sp>
      <p:sp>
        <p:nvSpPr>
          <p:cNvPr id="8" name="Rechthoek 7">
            <a:extLst>
              <a:ext uri="{FF2B5EF4-FFF2-40B4-BE49-F238E27FC236}">
                <a16:creationId xmlns:a16="http://schemas.microsoft.com/office/drawing/2014/main" id="{AA4B9750-6228-FC32-2ECA-1DB369F716F0}"/>
              </a:ext>
            </a:extLst>
          </p:cNvPr>
          <p:cNvSpPr/>
          <p:nvPr userDrawn="1"/>
        </p:nvSpPr>
        <p:spPr>
          <a:xfrm>
            <a:off x="-1" y="0"/>
            <a:ext cx="180000" cy="6870065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nl-NL"/>
          </a:p>
        </p:txBody>
      </p:sp>
      <p:pic>
        <p:nvPicPr>
          <p:cNvPr id="9" name="ArtworkLogo">
            <a:extLst>
              <a:ext uri="{FF2B5EF4-FFF2-40B4-BE49-F238E27FC236}">
                <a16:creationId xmlns:a16="http://schemas.microsoft.com/office/drawing/2014/main" id="{99569BF7-1D6F-9277-D1CE-2CCC6A1FEED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0283929" y="303802"/>
            <a:ext cx="1629294" cy="83067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97512793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7_Inhoud van twe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186C8B7F-8EAE-DFFE-3C9F-C75106A36E4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0039" y="1"/>
            <a:ext cx="5651499" cy="1280159"/>
          </a:xfrm>
        </p:spPr>
        <p:txBody>
          <a:bodyPr rIns="108000"/>
          <a:lstStyle/>
          <a:p>
            <a:r>
              <a:rPr lang="nl-NL"/>
              <a:t>Klik om stijl te bewerken</a:t>
            </a:r>
            <a:endParaRPr lang="nl-NL" dirty="0"/>
          </a:p>
        </p:txBody>
      </p:sp>
      <p:sp>
        <p:nvSpPr>
          <p:cNvPr id="3" name="Tijdelijke aanduiding voor inhoud 2">
            <a:extLst>
              <a:ext uri="{FF2B5EF4-FFF2-40B4-BE49-F238E27FC236}">
                <a16:creationId xmlns:a16="http://schemas.microsoft.com/office/drawing/2014/main" id="{C4A234CF-E505-C018-55A9-3F18862543F8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300038" y="1520824"/>
            <a:ext cx="5651498" cy="5152537"/>
          </a:xfrm>
        </p:spPr>
        <p:txBody>
          <a:bodyPr rIns="108000">
            <a:normAutofit/>
          </a:bodyPr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</a:lstStyle>
          <a:p>
            <a:pPr lvl="0"/>
            <a:r>
              <a:rPr lang="nl-NL"/>
              <a:t>Klikken om de tekststijl van het model te bewerken</a:t>
            </a:r>
          </a:p>
          <a:p>
            <a:pPr lvl="1"/>
            <a:r>
              <a:rPr lang="nl-NL"/>
              <a:t>Tweede niveau</a:t>
            </a:r>
          </a:p>
          <a:p>
            <a:pPr lvl="2"/>
            <a:r>
              <a:rPr lang="nl-NL"/>
              <a:t>Derde niveau</a:t>
            </a:r>
          </a:p>
          <a:p>
            <a:pPr lvl="3"/>
            <a:r>
              <a:rPr lang="nl-NL"/>
              <a:t>Vierde niveau</a:t>
            </a:r>
          </a:p>
          <a:p>
            <a:pPr lvl="4"/>
            <a:r>
              <a:rPr lang="nl-NL"/>
              <a:t>Vijfde niveau</a:t>
            </a:r>
            <a:endParaRPr lang="nl-NL" dirty="0"/>
          </a:p>
        </p:txBody>
      </p:sp>
      <p:sp>
        <p:nvSpPr>
          <p:cNvPr id="5" name="Tijdelijke aanduiding voor datum 4">
            <a:extLst>
              <a:ext uri="{FF2B5EF4-FFF2-40B4-BE49-F238E27FC236}">
                <a16:creationId xmlns:a16="http://schemas.microsoft.com/office/drawing/2014/main" id="{24BEC6D9-4EE8-76E6-0339-AB3A98617EA1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320735" y="6971445"/>
            <a:ext cx="1981596" cy="184616"/>
          </a:xfrm>
        </p:spPr>
        <p:txBody>
          <a:bodyPr/>
          <a:lstStyle/>
          <a:p>
            <a:fld id="{E0A2F211-4CA0-46C3-BAC9-237EE5A60786}" type="datetime1">
              <a:rPr lang="nl-NL" smtClean="0"/>
              <a:t>28-1-2026</a:t>
            </a:fld>
            <a:endParaRPr lang="nl-NL"/>
          </a:p>
        </p:txBody>
      </p:sp>
      <p:sp>
        <p:nvSpPr>
          <p:cNvPr id="6" name="Tijdelijke aanduiding voor voettekst 5">
            <a:extLst>
              <a:ext uri="{FF2B5EF4-FFF2-40B4-BE49-F238E27FC236}">
                <a16:creationId xmlns:a16="http://schemas.microsoft.com/office/drawing/2014/main" id="{A1FB164C-CDA8-CCEC-0F77-77468940A15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2411187" y="6971445"/>
            <a:ext cx="8588828" cy="184616"/>
          </a:xfrm>
        </p:spPr>
        <p:txBody>
          <a:bodyPr/>
          <a:lstStyle/>
          <a:p>
            <a:endParaRPr lang="nl-NL" dirty="0"/>
          </a:p>
        </p:txBody>
      </p:sp>
      <p:sp>
        <p:nvSpPr>
          <p:cNvPr id="7" name="Tijdelijke aanduiding voor dianummer 6">
            <a:extLst>
              <a:ext uri="{FF2B5EF4-FFF2-40B4-BE49-F238E27FC236}">
                <a16:creationId xmlns:a16="http://schemas.microsoft.com/office/drawing/2014/main" id="{FBFC3D39-BA73-DF9B-C19E-88D5E815830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119758" y="6971445"/>
            <a:ext cx="768135" cy="184616"/>
          </a:xfrm>
        </p:spPr>
        <p:txBody>
          <a:bodyPr/>
          <a:lstStyle/>
          <a:p>
            <a:fld id="{A648B885-FF76-47CB-8BBD-27E7EBF07CA9}" type="slidenum">
              <a:rPr lang="nl-NL" smtClean="0"/>
              <a:t>‹nr.›</a:t>
            </a:fld>
            <a:endParaRPr lang="nl-NL"/>
          </a:p>
        </p:txBody>
      </p:sp>
      <p:sp>
        <p:nvSpPr>
          <p:cNvPr id="9" name="Tijdelijke aanduiding voor afbeelding 8">
            <a:extLst>
              <a:ext uri="{FF2B5EF4-FFF2-40B4-BE49-F238E27FC236}">
                <a16:creationId xmlns:a16="http://schemas.microsoft.com/office/drawing/2014/main" id="{1038B7A9-983C-A565-EC4B-ED55929A29E6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6096000" y="0"/>
            <a:ext cx="6096000" cy="6858000"/>
          </a:xfrm>
          <a:solidFill>
            <a:schemeClr val="bg1">
              <a:lumMod val="95000"/>
            </a:schemeClr>
          </a:solidFill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2"/>
                </a:solidFill>
              </a:defRPr>
            </a:lvl1pPr>
          </a:lstStyle>
          <a:p>
            <a:r>
              <a:rPr lang="nl-NL"/>
              <a:t>Klik op het pictogram als u een afbeelding wilt toevoegen</a:t>
            </a:r>
          </a:p>
        </p:txBody>
      </p:sp>
      <p:sp>
        <p:nvSpPr>
          <p:cNvPr id="8" name="Rechthoek 7">
            <a:extLst>
              <a:ext uri="{FF2B5EF4-FFF2-40B4-BE49-F238E27FC236}">
                <a16:creationId xmlns:a16="http://schemas.microsoft.com/office/drawing/2014/main" id="{01697A7E-ACCE-5011-540F-ABCB2C8EB371}"/>
              </a:ext>
            </a:extLst>
          </p:cNvPr>
          <p:cNvSpPr/>
          <p:nvPr userDrawn="1"/>
        </p:nvSpPr>
        <p:spPr>
          <a:xfrm>
            <a:off x="-1" y="0"/>
            <a:ext cx="180000" cy="6870065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2540938635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8_Inhoud van twe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186C8B7F-8EAE-DFFE-3C9F-C75106A36E4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40464" y="1"/>
            <a:ext cx="5651499" cy="1280159"/>
          </a:xfrm>
        </p:spPr>
        <p:txBody>
          <a:bodyPr lIns="108000"/>
          <a:lstStyle/>
          <a:p>
            <a:r>
              <a:rPr lang="nl-NL"/>
              <a:t>Klik om stijl te bewerken</a:t>
            </a:r>
            <a:endParaRPr lang="nl-NL" dirty="0"/>
          </a:p>
        </p:txBody>
      </p:sp>
      <p:sp>
        <p:nvSpPr>
          <p:cNvPr id="3" name="Tijdelijke aanduiding voor inhoud 2">
            <a:extLst>
              <a:ext uri="{FF2B5EF4-FFF2-40B4-BE49-F238E27FC236}">
                <a16:creationId xmlns:a16="http://schemas.microsoft.com/office/drawing/2014/main" id="{C4A234CF-E505-C018-55A9-3F18862543F8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6240463" y="1520825"/>
            <a:ext cx="5651500" cy="4932363"/>
          </a:xfrm>
        </p:spPr>
        <p:txBody>
          <a:bodyPr lIns="108000">
            <a:normAutofit/>
          </a:bodyPr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</a:lstStyle>
          <a:p>
            <a:pPr lvl="0"/>
            <a:r>
              <a:rPr lang="nl-NL"/>
              <a:t>Klikken om de tekststijl van het model te bewerken</a:t>
            </a:r>
          </a:p>
          <a:p>
            <a:pPr lvl="1"/>
            <a:r>
              <a:rPr lang="nl-NL"/>
              <a:t>Tweede niveau</a:t>
            </a:r>
          </a:p>
          <a:p>
            <a:pPr lvl="2"/>
            <a:r>
              <a:rPr lang="nl-NL"/>
              <a:t>Derde niveau</a:t>
            </a:r>
          </a:p>
          <a:p>
            <a:pPr lvl="3"/>
            <a:r>
              <a:rPr lang="nl-NL"/>
              <a:t>Vierde niveau</a:t>
            </a:r>
          </a:p>
          <a:p>
            <a:pPr lvl="4"/>
            <a:r>
              <a:rPr lang="nl-NL"/>
              <a:t>Vijfde niveau</a:t>
            </a:r>
            <a:endParaRPr lang="nl-NL" dirty="0"/>
          </a:p>
        </p:txBody>
      </p:sp>
      <p:sp>
        <p:nvSpPr>
          <p:cNvPr id="5" name="Tijdelijke aanduiding voor datum 4">
            <a:extLst>
              <a:ext uri="{FF2B5EF4-FFF2-40B4-BE49-F238E27FC236}">
                <a16:creationId xmlns:a16="http://schemas.microsoft.com/office/drawing/2014/main" id="{24BEC6D9-4EE8-76E6-0339-AB3A98617EA1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320735" y="6971456"/>
            <a:ext cx="1981596" cy="184616"/>
          </a:xfrm>
        </p:spPr>
        <p:txBody>
          <a:bodyPr/>
          <a:lstStyle/>
          <a:p>
            <a:fld id="{E0A2F211-4CA0-46C3-BAC9-237EE5A60786}" type="datetime1">
              <a:rPr lang="nl-NL" smtClean="0"/>
              <a:t>28-1-2026</a:t>
            </a:fld>
            <a:endParaRPr lang="nl-NL"/>
          </a:p>
        </p:txBody>
      </p:sp>
      <p:sp>
        <p:nvSpPr>
          <p:cNvPr id="6" name="Tijdelijke aanduiding voor voettekst 5">
            <a:extLst>
              <a:ext uri="{FF2B5EF4-FFF2-40B4-BE49-F238E27FC236}">
                <a16:creationId xmlns:a16="http://schemas.microsoft.com/office/drawing/2014/main" id="{A1FB164C-CDA8-CCEC-0F77-77468940A15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2411187" y="6971456"/>
            <a:ext cx="8588828" cy="184616"/>
          </a:xfrm>
        </p:spPr>
        <p:txBody>
          <a:bodyPr/>
          <a:lstStyle/>
          <a:p>
            <a:endParaRPr lang="nl-NL" dirty="0"/>
          </a:p>
        </p:txBody>
      </p:sp>
      <p:sp>
        <p:nvSpPr>
          <p:cNvPr id="7" name="Tijdelijke aanduiding voor dianummer 6">
            <a:extLst>
              <a:ext uri="{FF2B5EF4-FFF2-40B4-BE49-F238E27FC236}">
                <a16:creationId xmlns:a16="http://schemas.microsoft.com/office/drawing/2014/main" id="{FBFC3D39-BA73-DF9B-C19E-88D5E815830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648B885-FF76-47CB-8BBD-27E7EBF07CA9}" type="slidenum">
              <a:rPr lang="nl-NL" smtClean="0"/>
              <a:t>‹nr.›</a:t>
            </a:fld>
            <a:endParaRPr lang="nl-NL"/>
          </a:p>
        </p:txBody>
      </p:sp>
      <p:sp>
        <p:nvSpPr>
          <p:cNvPr id="10" name="Tijdelijke aanduiding voor afbeelding 8">
            <a:extLst>
              <a:ext uri="{FF2B5EF4-FFF2-40B4-BE49-F238E27FC236}">
                <a16:creationId xmlns:a16="http://schemas.microsoft.com/office/drawing/2014/main" id="{9FB750C7-4805-0ECC-3FA0-D2C3B8780142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0" y="0"/>
            <a:ext cx="6096000" cy="6858000"/>
          </a:xfrm>
          <a:solidFill>
            <a:schemeClr val="bg1">
              <a:lumMod val="95000"/>
            </a:schemeClr>
          </a:solidFill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2"/>
                </a:solidFill>
              </a:defRPr>
            </a:lvl1pPr>
          </a:lstStyle>
          <a:p>
            <a:r>
              <a:rPr lang="nl-NL"/>
              <a:t>Klik op het pictogram als u een afbeelding wilt toevoegen</a:t>
            </a:r>
          </a:p>
        </p:txBody>
      </p:sp>
    </p:spTree>
    <p:extLst>
      <p:ext uri="{BB962C8B-B14F-4D97-AF65-F5344CB8AC3E}">
        <p14:creationId xmlns:p14="http://schemas.microsoft.com/office/powerpoint/2010/main" val="2424000483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4_Inhoud van twee">
    <p:bg>
      <p:bgPr>
        <a:solidFill>
          <a:schemeClr val="accen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ijdelijke aanduiding voor afbeelding 8">
            <a:extLst>
              <a:ext uri="{FF2B5EF4-FFF2-40B4-BE49-F238E27FC236}">
                <a16:creationId xmlns:a16="http://schemas.microsoft.com/office/drawing/2014/main" id="{1038B7A9-983C-A565-EC4B-ED55929A29E6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6096000" y="0"/>
            <a:ext cx="6096000" cy="6858000"/>
          </a:xfrm>
          <a:solidFill>
            <a:schemeClr val="bg1">
              <a:lumMod val="95000"/>
            </a:schemeClr>
          </a:solidFill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2"/>
                </a:solidFill>
              </a:defRPr>
            </a:lvl1pPr>
          </a:lstStyle>
          <a:p>
            <a:r>
              <a:rPr lang="nl-NL"/>
              <a:t>Klik op het pictogram als u een afbeelding wilt toevoegen</a:t>
            </a:r>
          </a:p>
        </p:txBody>
      </p:sp>
      <p:sp>
        <p:nvSpPr>
          <p:cNvPr id="2" name="Titel 1">
            <a:extLst>
              <a:ext uri="{FF2B5EF4-FFF2-40B4-BE49-F238E27FC236}">
                <a16:creationId xmlns:a16="http://schemas.microsoft.com/office/drawing/2014/main" id="{186C8B7F-8EAE-DFFE-3C9F-C75106A36E4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0039" y="1"/>
            <a:ext cx="5651499" cy="1280159"/>
          </a:xfrm>
        </p:spPr>
        <p:txBody>
          <a:bodyPr/>
          <a:lstStyle>
            <a:lvl1pPr>
              <a:defRPr sz="3600">
                <a:solidFill>
                  <a:schemeClr val="bg1"/>
                </a:solidFill>
              </a:defRPr>
            </a:lvl1pPr>
          </a:lstStyle>
          <a:p>
            <a:r>
              <a:rPr lang="nl-NL"/>
              <a:t>Klik om stijl te bewerken</a:t>
            </a:r>
            <a:endParaRPr lang="nl-NL" dirty="0"/>
          </a:p>
        </p:txBody>
      </p:sp>
      <p:sp>
        <p:nvSpPr>
          <p:cNvPr id="3" name="Tijdelijke aanduiding voor inhoud 2">
            <a:extLst>
              <a:ext uri="{FF2B5EF4-FFF2-40B4-BE49-F238E27FC236}">
                <a16:creationId xmlns:a16="http://schemas.microsoft.com/office/drawing/2014/main" id="{C4A234CF-E505-C018-55A9-3F18862543F8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300038" y="1520825"/>
            <a:ext cx="5651498" cy="4571999"/>
          </a:xfrm>
        </p:spPr>
        <p:txBody>
          <a:bodyPr>
            <a:normAutofit/>
          </a:bodyPr>
          <a:lstStyle>
            <a:lvl1pPr marL="0" indent="0">
              <a:buNone/>
              <a:defRPr sz="2000">
                <a:solidFill>
                  <a:schemeClr val="bg1"/>
                </a:solidFill>
              </a:defRPr>
            </a:lvl1pPr>
            <a:lvl2pPr marL="457200" indent="0">
              <a:buNone/>
              <a:defRPr sz="1800">
                <a:solidFill>
                  <a:schemeClr val="bg1"/>
                </a:solidFill>
              </a:defRPr>
            </a:lvl2pPr>
            <a:lvl3pPr marL="914400" indent="0">
              <a:buNone/>
              <a:defRPr sz="1600">
                <a:solidFill>
                  <a:schemeClr val="bg1"/>
                </a:solidFill>
              </a:defRPr>
            </a:lvl3pPr>
            <a:lvl4pPr marL="1371600" indent="0">
              <a:buNone/>
              <a:defRPr sz="1400">
                <a:solidFill>
                  <a:schemeClr val="bg1"/>
                </a:solidFill>
              </a:defRPr>
            </a:lvl4pPr>
            <a:lvl5pPr marL="1828800" indent="0">
              <a:buNone/>
              <a:defRPr sz="1400">
                <a:solidFill>
                  <a:schemeClr val="bg1"/>
                </a:solidFill>
              </a:defRPr>
            </a:lvl5pPr>
          </a:lstStyle>
          <a:p>
            <a:pPr lvl="0"/>
            <a:r>
              <a:rPr lang="nl-NL"/>
              <a:t>Klikken om de tekststijl van het model te bewerken</a:t>
            </a:r>
          </a:p>
          <a:p>
            <a:pPr lvl="1"/>
            <a:r>
              <a:rPr lang="nl-NL"/>
              <a:t>Tweede niveau</a:t>
            </a:r>
          </a:p>
          <a:p>
            <a:pPr lvl="2"/>
            <a:r>
              <a:rPr lang="nl-NL"/>
              <a:t>Derde niveau</a:t>
            </a:r>
          </a:p>
          <a:p>
            <a:pPr lvl="3"/>
            <a:r>
              <a:rPr lang="nl-NL"/>
              <a:t>Vierde niveau</a:t>
            </a:r>
          </a:p>
          <a:p>
            <a:pPr lvl="4"/>
            <a:r>
              <a:rPr lang="nl-NL"/>
              <a:t>Vijfde niveau</a:t>
            </a:r>
            <a:endParaRPr lang="nl-NL" dirty="0"/>
          </a:p>
        </p:txBody>
      </p:sp>
      <p:sp>
        <p:nvSpPr>
          <p:cNvPr id="5" name="Tijdelijke aanduiding voor datum 4">
            <a:extLst>
              <a:ext uri="{FF2B5EF4-FFF2-40B4-BE49-F238E27FC236}">
                <a16:creationId xmlns:a16="http://schemas.microsoft.com/office/drawing/2014/main" id="{24BEC6D9-4EE8-76E6-0339-AB3A98617EA1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320735" y="6918696"/>
            <a:ext cx="1981596" cy="184616"/>
          </a:xfrm>
        </p:spPr>
        <p:txBody>
          <a:bodyPr/>
          <a:lstStyle/>
          <a:p>
            <a:fld id="{E0A2F211-4CA0-46C3-BAC9-237EE5A60786}" type="datetime1">
              <a:rPr lang="nl-NL" smtClean="0"/>
              <a:t>28-1-2026</a:t>
            </a:fld>
            <a:endParaRPr lang="nl-NL"/>
          </a:p>
        </p:txBody>
      </p:sp>
      <p:sp>
        <p:nvSpPr>
          <p:cNvPr id="6" name="Tijdelijke aanduiding voor voettekst 5">
            <a:extLst>
              <a:ext uri="{FF2B5EF4-FFF2-40B4-BE49-F238E27FC236}">
                <a16:creationId xmlns:a16="http://schemas.microsoft.com/office/drawing/2014/main" id="{A1FB164C-CDA8-CCEC-0F77-77468940A15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2411187" y="6918696"/>
            <a:ext cx="8588828" cy="184616"/>
          </a:xfrm>
        </p:spPr>
        <p:txBody>
          <a:bodyPr/>
          <a:lstStyle/>
          <a:p>
            <a:endParaRPr lang="nl-NL" dirty="0"/>
          </a:p>
        </p:txBody>
      </p:sp>
      <p:sp>
        <p:nvSpPr>
          <p:cNvPr id="7" name="Tijdelijke aanduiding voor dianummer 6">
            <a:extLst>
              <a:ext uri="{FF2B5EF4-FFF2-40B4-BE49-F238E27FC236}">
                <a16:creationId xmlns:a16="http://schemas.microsoft.com/office/drawing/2014/main" id="{FBFC3D39-BA73-DF9B-C19E-88D5E815830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119758" y="6918696"/>
            <a:ext cx="768135" cy="184616"/>
          </a:xfrm>
        </p:spPr>
        <p:txBody>
          <a:bodyPr/>
          <a:lstStyle/>
          <a:p>
            <a:fld id="{A648B885-FF76-47CB-8BBD-27E7EBF07CA9}" type="slidenum">
              <a:rPr lang="nl-NL" smtClean="0"/>
              <a:t>‹nr.›</a:t>
            </a:fld>
            <a:endParaRPr lang="nl-NL" dirty="0"/>
          </a:p>
        </p:txBody>
      </p:sp>
    </p:spTree>
    <p:extLst>
      <p:ext uri="{BB962C8B-B14F-4D97-AF65-F5344CB8AC3E}">
        <p14:creationId xmlns:p14="http://schemas.microsoft.com/office/powerpoint/2010/main" val="183118308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5_Inhoud van twee">
    <p:bg>
      <p:bgPr>
        <a:solidFill>
          <a:schemeClr val="accen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ijdelijke aanduiding voor afbeelding 8">
            <a:extLst>
              <a:ext uri="{FF2B5EF4-FFF2-40B4-BE49-F238E27FC236}">
                <a16:creationId xmlns:a16="http://schemas.microsoft.com/office/drawing/2014/main" id="{1038B7A9-983C-A565-EC4B-ED55929A29E6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6096000" y="0"/>
            <a:ext cx="6096000" cy="6858000"/>
          </a:xfrm>
          <a:solidFill>
            <a:schemeClr val="bg1">
              <a:lumMod val="95000"/>
            </a:schemeClr>
          </a:solidFill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2"/>
                </a:solidFill>
              </a:defRPr>
            </a:lvl1pPr>
          </a:lstStyle>
          <a:p>
            <a:r>
              <a:rPr lang="nl-NL"/>
              <a:t>Klik op het pictogram als u een afbeelding wilt toevoegen</a:t>
            </a:r>
          </a:p>
        </p:txBody>
      </p:sp>
      <p:sp>
        <p:nvSpPr>
          <p:cNvPr id="2" name="Titel 1">
            <a:extLst>
              <a:ext uri="{FF2B5EF4-FFF2-40B4-BE49-F238E27FC236}">
                <a16:creationId xmlns:a16="http://schemas.microsoft.com/office/drawing/2014/main" id="{186C8B7F-8EAE-DFFE-3C9F-C75106A36E4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0039" y="1"/>
            <a:ext cx="5651499" cy="1280159"/>
          </a:xfrm>
        </p:spPr>
        <p:txBody>
          <a:bodyPr/>
          <a:lstStyle>
            <a:lvl1pPr>
              <a:defRPr sz="3600">
                <a:solidFill>
                  <a:schemeClr val="bg1"/>
                </a:solidFill>
              </a:defRPr>
            </a:lvl1pPr>
          </a:lstStyle>
          <a:p>
            <a:r>
              <a:rPr lang="nl-NL"/>
              <a:t>Klik om stijl te bewerken</a:t>
            </a:r>
            <a:endParaRPr lang="nl-NL" dirty="0"/>
          </a:p>
        </p:txBody>
      </p:sp>
      <p:sp>
        <p:nvSpPr>
          <p:cNvPr id="3" name="Tijdelijke aanduiding voor inhoud 2">
            <a:extLst>
              <a:ext uri="{FF2B5EF4-FFF2-40B4-BE49-F238E27FC236}">
                <a16:creationId xmlns:a16="http://schemas.microsoft.com/office/drawing/2014/main" id="{C4A234CF-E505-C018-55A9-3F18862543F8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300038" y="1520825"/>
            <a:ext cx="5651498" cy="4571999"/>
          </a:xfrm>
        </p:spPr>
        <p:txBody>
          <a:bodyPr>
            <a:normAutofit/>
          </a:bodyPr>
          <a:lstStyle>
            <a:lvl1pPr marL="0" indent="0">
              <a:buNone/>
              <a:defRPr sz="2000">
                <a:solidFill>
                  <a:schemeClr val="bg1"/>
                </a:solidFill>
              </a:defRPr>
            </a:lvl1pPr>
            <a:lvl2pPr marL="457200" indent="0">
              <a:buNone/>
              <a:defRPr sz="1800">
                <a:solidFill>
                  <a:schemeClr val="bg1"/>
                </a:solidFill>
              </a:defRPr>
            </a:lvl2pPr>
            <a:lvl3pPr marL="914400" indent="0">
              <a:buNone/>
              <a:defRPr sz="1600">
                <a:solidFill>
                  <a:schemeClr val="bg1"/>
                </a:solidFill>
              </a:defRPr>
            </a:lvl3pPr>
            <a:lvl4pPr marL="1371600" indent="0">
              <a:buNone/>
              <a:defRPr sz="1400">
                <a:solidFill>
                  <a:schemeClr val="bg1"/>
                </a:solidFill>
              </a:defRPr>
            </a:lvl4pPr>
            <a:lvl5pPr marL="1828800" indent="0">
              <a:buNone/>
              <a:defRPr sz="1400">
                <a:solidFill>
                  <a:schemeClr val="bg1"/>
                </a:solidFill>
              </a:defRPr>
            </a:lvl5pPr>
          </a:lstStyle>
          <a:p>
            <a:pPr lvl="0"/>
            <a:r>
              <a:rPr lang="nl-NL"/>
              <a:t>Klikken om de tekststijl van het model te bewerken</a:t>
            </a:r>
          </a:p>
          <a:p>
            <a:pPr lvl="1"/>
            <a:r>
              <a:rPr lang="nl-NL"/>
              <a:t>Tweede niveau</a:t>
            </a:r>
          </a:p>
          <a:p>
            <a:pPr lvl="2"/>
            <a:r>
              <a:rPr lang="nl-NL"/>
              <a:t>Derde niveau</a:t>
            </a:r>
          </a:p>
          <a:p>
            <a:pPr lvl="3"/>
            <a:r>
              <a:rPr lang="nl-NL"/>
              <a:t>Vierde niveau</a:t>
            </a:r>
          </a:p>
          <a:p>
            <a:pPr lvl="4"/>
            <a:r>
              <a:rPr lang="nl-NL"/>
              <a:t>Vijfde niveau</a:t>
            </a:r>
            <a:endParaRPr lang="nl-NL" dirty="0"/>
          </a:p>
        </p:txBody>
      </p:sp>
      <p:sp>
        <p:nvSpPr>
          <p:cNvPr id="5" name="Tijdelijke aanduiding voor datum 4">
            <a:extLst>
              <a:ext uri="{FF2B5EF4-FFF2-40B4-BE49-F238E27FC236}">
                <a16:creationId xmlns:a16="http://schemas.microsoft.com/office/drawing/2014/main" id="{24BEC6D9-4EE8-76E6-0339-AB3A98617EA1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320735" y="6909900"/>
            <a:ext cx="1981596" cy="184616"/>
          </a:xfrm>
        </p:spPr>
        <p:txBody>
          <a:bodyPr/>
          <a:lstStyle/>
          <a:p>
            <a:fld id="{E0A2F211-4CA0-46C3-BAC9-237EE5A60786}" type="datetime1">
              <a:rPr lang="nl-NL" smtClean="0"/>
              <a:t>28-1-2026</a:t>
            </a:fld>
            <a:endParaRPr lang="nl-NL"/>
          </a:p>
        </p:txBody>
      </p:sp>
      <p:sp>
        <p:nvSpPr>
          <p:cNvPr id="6" name="Tijdelijke aanduiding voor voettekst 5">
            <a:extLst>
              <a:ext uri="{FF2B5EF4-FFF2-40B4-BE49-F238E27FC236}">
                <a16:creationId xmlns:a16="http://schemas.microsoft.com/office/drawing/2014/main" id="{A1FB164C-CDA8-CCEC-0F77-77468940A15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2411187" y="6909900"/>
            <a:ext cx="8588828" cy="184616"/>
          </a:xfrm>
        </p:spPr>
        <p:txBody>
          <a:bodyPr/>
          <a:lstStyle/>
          <a:p>
            <a:endParaRPr lang="nl-NL" dirty="0"/>
          </a:p>
        </p:txBody>
      </p:sp>
      <p:sp>
        <p:nvSpPr>
          <p:cNvPr id="7" name="Tijdelijke aanduiding voor dianummer 6">
            <a:extLst>
              <a:ext uri="{FF2B5EF4-FFF2-40B4-BE49-F238E27FC236}">
                <a16:creationId xmlns:a16="http://schemas.microsoft.com/office/drawing/2014/main" id="{FBFC3D39-BA73-DF9B-C19E-88D5E815830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119758" y="6909900"/>
            <a:ext cx="768135" cy="184616"/>
          </a:xfrm>
        </p:spPr>
        <p:txBody>
          <a:bodyPr/>
          <a:lstStyle/>
          <a:p>
            <a:fld id="{A648B885-FF76-47CB-8BBD-27E7EBF07CA9}" type="slidenum">
              <a:rPr lang="nl-NL" smtClean="0"/>
              <a:t>‹nr.›</a:t>
            </a:fld>
            <a:endParaRPr lang="nl-NL" dirty="0"/>
          </a:p>
        </p:txBody>
      </p:sp>
    </p:spTree>
    <p:extLst>
      <p:ext uri="{BB962C8B-B14F-4D97-AF65-F5344CB8AC3E}">
        <p14:creationId xmlns:p14="http://schemas.microsoft.com/office/powerpoint/2010/main" val="1485846102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6_Inhoud van twee">
    <p:bg>
      <p:bgPr>
        <a:solidFill>
          <a:schemeClr val="accent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ijdelijke aanduiding voor afbeelding 8">
            <a:extLst>
              <a:ext uri="{FF2B5EF4-FFF2-40B4-BE49-F238E27FC236}">
                <a16:creationId xmlns:a16="http://schemas.microsoft.com/office/drawing/2014/main" id="{1038B7A9-983C-A565-EC4B-ED55929A29E6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6096000" y="0"/>
            <a:ext cx="6096000" cy="6858000"/>
          </a:xfrm>
          <a:solidFill>
            <a:schemeClr val="bg1">
              <a:lumMod val="95000"/>
            </a:schemeClr>
          </a:solidFill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2"/>
                </a:solidFill>
              </a:defRPr>
            </a:lvl1pPr>
          </a:lstStyle>
          <a:p>
            <a:r>
              <a:rPr lang="nl-NL"/>
              <a:t>Klik op het pictogram als u een afbeelding wilt toevoegen</a:t>
            </a:r>
          </a:p>
        </p:txBody>
      </p:sp>
      <p:sp>
        <p:nvSpPr>
          <p:cNvPr id="2" name="Titel 1">
            <a:extLst>
              <a:ext uri="{FF2B5EF4-FFF2-40B4-BE49-F238E27FC236}">
                <a16:creationId xmlns:a16="http://schemas.microsoft.com/office/drawing/2014/main" id="{186C8B7F-8EAE-DFFE-3C9F-C75106A36E4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0039" y="1"/>
            <a:ext cx="5651499" cy="1280159"/>
          </a:xfrm>
        </p:spPr>
        <p:txBody>
          <a:bodyPr/>
          <a:lstStyle>
            <a:lvl1pPr>
              <a:defRPr sz="3600">
                <a:solidFill>
                  <a:schemeClr val="bg1"/>
                </a:solidFill>
              </a:defRPr>
            </a:lvl1pPr>
          </a:lstStyle>
          <a:p>
            <a:r>
              <a:rPr lang="nl-NL"/>
              <a:t>Klik om stijl te bewerken</a:t>
            </a:r>
            <a:endParaRPr lang="nl-NL" dirty="0"/>
          </a:p>
        </p:txBody>
      </p:sp>
      <p:sp>
        <p:nvSpPr>
          <p:cNvPr id="3" name="Tijdelijke aanduiding voor inhoud 2">
            <a:extLst>
              <a:ext uri="{FF2B5EF4-FFF2-40B4-BE49-F238E27FC236}">
                <a16:creationId xmlns:a16="http://schemas.microsoft.com/office/drawing/2014/main" id="{C4A234CF-E505-C018-55A9-3F18862543F8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300038" y="1520825"/>
            <a:ext cx="5651498" cy="4571999"/>
          </a:xfrm>
        </p:spPr>
        <p:txBody>
          <a:bodyPr>
            <a:normAutofit/>
          </a:bodyPr>
          <a:lstStyle>
            <a:lvl1pPr marL="0" indent="0">
              <a:buNone/>
              <a:defRPr sz="2000">
                <a:solidFill>
                  <a:schemeClr val="bg1"/>
                </a:solidFill>
              </a:defRPr>
            </a:lvl1pPr>
            <a:lvl2pPr marL="457200" indent="0">
              <a:buNone/>
              <a:defRPr sz="1800">
                <a:solidFill>
                  <a:schemeClr val="bg1"/>
                </a:solidFill>
              </a:defRPr>
            </a:lvl2pPr>
            <a:lvl3pPr marL="914400" indent="0">
              <a:buNone/>
              <a:defRPr sz="1600">
                <a:solidFill>
                  <a:schemeClr val="bg1"/>
                </a:solidFill>
              </a:defRPr>
            </a:lvl3pPr>
            <a:lvl4pPr marL="1371600" indent="0">
              <a:buNone/>
              <a:defRPr sz="1400">
                <a:solidFill>
                  <a:schemeClr val="bg1"/>
                </a:solidFill>
              </a:defRPr>
            </a:lvl4pPr>
            <a:lvl5pPr marL="1828800" indent="0">
              <a:buNone/>
              <a:defRPr sz="1400">
                <a:solidFill>
                  <a:schemeClr val="bg1"/>
                </a:solidFill>
              </a:defRPr>
            </a:lvl5pPr>
          </a:lstStyle>
          <a:p>
            <a:pPr lvl="0"/>
            <a:r>
              <a:rPr lang="nl-NL"/>
              <a:t>Klikken om de tekststijl van het model te bewerken</a:t>
            </a:r>
          </a:p>
          <a:p>
            <a:pPr lvl="1"/>
            <a:r>
              <a:rPr lang="nl-NL"/>
              <a:t>Tweede niveau</a:t>
            </a:r>
          </a:p>
          <a:p>
            <a:pPr lvl="2"/>
            <a:r>
              <a:rPr lang="nl-NL"/>
              <a:t>Derde niveau</a:t>
            </a:r>
          </a:p>
          <a:p>
            <a:pPr lvl="3"/>
            <a:r>
              <a:rPr lang="nl-NL"/>
              <a:t>Vierde niveau</a:t>
            </a:r>
          </a:p>
          <a:p>
            <a:pPr lvl="4"/>
            <a:r>
              <a:rPr lang="nl-NL"/>
              <a:t>Vijfde niveau</a:t>
            </a:r>
            <a:endParaRPr lang="nl-NL" dirty="0"/>
          </a:p>
        </p:txBody>
      </p:sp>
      <p:sp>
        <p:nvSpPr>
          <p:cNvPr id="5" name="Tijdelijke aanduiding voor datum 4">
            <a:extLst>
              <a:ext uri="{FF2B5EF4-FFF2-40B4-BE49-F238E27FC236}">
                <a16:creationId xmlns:a16="http://schemas.microsoft.com/office/drawing/2014/main" id="{24BEC6D9-4EE8-76E6-0339-AB3A98617EA1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320735" y="6892315"/>
            <a:ext cx="1981596" cy="184616"/>
          </a:xfrm>
        </p:spPr>
        <p:txBody>
          <a:bodyPr/>
          <a:lstStyle/>
          <a:p>
            <a:fld id="{E0A2F211-4CA0-46C3-BAC9-237EE5A60786}" type="datetime1">
              <a:rPr lang="nl-NL" smtClean="0"/>
              <a:t>28-1-2026</a:t>
            </a:fld>
            <a:endParaRPr lang="nl-NL"/>
          </a:p>
        </p:txBody>
      </p:sp>
      <p:sp>
        <p:nvSpPr>
          <p:cNvPr id="6" name="Tijdelijke aanduiding voor voettekst 5">
            <a:extLst>
              <a:ext uri="{FF2B5EF4-FFF2-40B4-BE49-F238E27FC236}">
                <a16:creationId xmlns:a16="http://schemas.microsoft.com/office/drawing/2014/main" id="{A1FB164C-CDA8-CCEC-0F77-77468940A15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2411187" y="6892315"/>
            <a:ext cx="8588828" cy="184616"/>
          </a:xfrm>
        </p:spPr>
        <p:txBody>
          <a:bodyPr/>
          <a:lstStyle/>
          <a:p>
            <a:endParaRPr lang="nl-NL" dirty="0"/>
          </a:p>
        </p:txBody>
      </p:sp>
      <p:sp>
        <p:nvSpPr>
          <p:cNvPr id="7" name="Tijdelijke aanduiding voor dianummer 6">
            <a:extLst>
              <a:ext uri="{FF2B5EF4-FFF2-40B4-BE49-F238E27FC236}">
                <a16:creationId xmlns:a16="http://schemas.microsoft.com/office/drawing/2014/main" id="{FBFC3D39-BA73-DF9B-C19E-88D5E815830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119758" y="6892315"/>
            <a:ext cx="768135" cy="184616"/>
          </a:xfrm>
        </p:spPr>
        <p:txBody>
          <a:bodyPr/>
          <a:lstStyle/>
          <a:p>
            <a:fld id="{A648B885-FF76-47CB-8BBD-27E7EBF07CA9}" type="slidenum">
              <a:rPr lang="nl-NL" smtClean="0"/>
              <a:t>‹nr.›</a:t>
            </a:fld>
            <a:endParaRPr lang="nl-NL" dirty="0"/>
          </a:p>
        </p:txBody>
      </p:sp>
    </p:spTree>
    <p:extLst>
      <p:ext uri="{BB962C8B-B14F-4D97-AF65-F5344CB8AC3E}">
        <p14:creationId xmlns:p14="http://schemas.microsoft.com/office/powerpoint/2010/main" val="1626998363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Dia met thema'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186C8B7F-8EAE-DFFE-3C9F-C75106A36E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nl-NL"/>
              <a:t>Klik om stijl te bewerken</a:t>
            </a:r>
          </a:p>
        </p:txBody>
      </p:sp>
      <p:sp>
        <p:nvSpPr>
          <p:cNvPr id="5" name="Tijdelijke aanduiding voor datum 4">
            <a:extLst>
              <a:ext uri="{FF2B5EF4-FFF2-40B4-BE49-F238E27FC236}">
                <a16:creationId xmlns:a16="http://schemas.microsoft.com/office/drawing/2014/main" id="{24BEC6D9-4EE8-76E6-0339-AB3A98617EA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505C2FD-3A9E-4FB6-9665-708E4478422C}" type="datetime1">
              <a:rPr lang="nl-NL" smtClean="0"/>
              <a:t>28-1-2026</a:t>
            </a:fld>
            <a:endParaRPr lang="nl-NL"/>
          </a:p>
        </p:txBody>
      </p:sp>
      <p:sp>
        <p:nvSpPr>
          <p:cNvPr id="6" name="Tijdelijke aanduiding voor voettekst 5">
            <a:extLst>
              <a:ext uri="{FF2B5EF4-FFF2-40B4-BE49-F238E27FC236}">
                <a16:creationId xmlns:a16="http://schemas.microsoft.com/office/drawing/2014/main" id="{A1FB164C-CDA8-CCEC-0F77-77468940A15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7" name="Tijdelijke aanduiding voor dianummer 6">
            <a:extLst>
              <a:ext uri="{FF2B5EF4-FFF2-40B4-BE49-F238E27FC236}">
                <a16:creationId xmlns:a16="http://schemas.microsoft.com/office/drawing/2014/main" id="{FBFC3D39-BA73-DF9B-C19E-88D5E815830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648B885-FF76-47CB-8BBD-27E7EBF07CA9}" type="slidenum">
              <a:rPr lang="nl-NL" smtClean="0"/>
              <a:t>‹nr.›</a:t>
            </a:fld>
            <a:endParaRPr lang="nl-NL"/>
          </a:p>
        </p:txBody>
      </p:sp>
      <p:sp>
        <p:nvSpPr>
          <p:cNvPr id="11" name="Tijdelijke aanduiding voor tekst 8">
            <a:extLst>
              <a:ext uri="{FF2B5EF4-FFF2-40B4-BE49-F238E27FC236}">
                <a16:creationId xmlns:a16="http://schemas.microsoft.com/office/drawing/2014/main" id="{092EB4F2-6BF4-2A49-29B5-4F85BDB33D16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300037" y="3606827"/>
            <a:ext cx="3412305" cy="308785"/>
          </a:xfrm>
        </p:spPr>
        <p:txBody>
          <a:bodyPr lIns="0" rIns="0" anchor="ctr">
            <a:noAutofit/>
          </a:bodyPr>
          <a:lstStyle>
            <a:lvl1pPr marL="0" indent="0">
              <a:buNone/>
              <a:defRPr sz="1800" b="1">
                <a:solidFill>
                  <a:schemeClr val="tx2"/>
                </a:solidFill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nl-NL" dirty="0"/>
              <a:t>Titel</a:t>
            </a:r>
          </a:p>
        </p:txBody>
      </p:sp>
      <p:sp>
        <p:nvSpPr>
          <p:cNvPr id="14" name="Tijdelijke aanduiding voor tekst 15">
            <a:extLst>
              <a:ext uri="{FF2B5EF4-FFF2-40B4-BE49-F238E27FC236}">
                <a16:creationId xmlns:a16="http://schemas.microsoft.com/office/drawing/2014/main" id="{5037B0F5-CB2A-FC8C-6198-5AD67C9D7830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320195" y="4112209"/>
            <a:ext cx="3391381" cy="2340979"/>
          </a:xfrm>
        </p:spPr>
        <p:txBody>
          <a:bodyPr lIns="0">
            <a:normAutofit/>
          </a:bodyPr>
          <a:lstStyle>
            <a:lvl1pPr marL="0" indent="0">
              <a:lnSpc>
                <a:spcPct val="95000"/>
              </a:lnSpc>
              <a:buNone/>
              <a:defRPr sz="1400">
                <a:solidFill>
                  <a:schemeClr val="tx2"/>
                </a:solidFill>
              </a:defRPr>
            </a:lvl1pPr>
            <a:lvl2pPr marL="457200" indent="0">
              <a:lnSpc>
                <a:spcPct val="95000"/>
              </a:lnSpc>
              <a:buNone/>
              <a:defRPr sz="1200">
                <a:solidFill>
                  <a:schemeClr val="tx2"/>
                </a:solidFill>
              </a:defRPr>
            </a:lvl2pPr>
            <a:lvl3pPr marL="914400" indent="0">
              <a:lnSpc>
                <a:spcPct val="95000"/>
              </a:lnSpc>
              <a:buNone/>
              <a:defRPr sz="1100">
                <a:solidFill>
                  <a:schemeClr val="tx2"/>
                </a:solidFill>
              </a:defRPr>
            </a:lvl3pPr>
            <a:lvl4pPr marL="1371600" indent="0">
              <a:lnSpc>
                <a:spcPct val="95000"/>
              </a:lnSpc>
              <a:buNone/>
              <a:defRPr sz="1050">
                <a:solidFill>
                  <a:schemeClr val="tx2"/>
                </a:solidFill>
              </a:defRPr>
            </a:lvl4pPr>
            <a:lvl5pPr marL="1828800" indent="0">
              <a:lnSpc>
                <a:spcPct val="95000"/>
              </a:lnSpc>
              <a:buNone/>
              <a:defRPr sz="1050">
                <a:solidFill>
                  <a:schemeClr val="tx2"/>
                </a:solidFill>
              </a:defRPr>
            </a:lvl5pPr>
          </a:lstStyle>
          <a:p>
            <a:pPr lvl="0"/>
            <a:r>
              <a:rPr lang="nl-NL"/>
              <a:t>Klikken om de tekststijl van het model te bewerken</a:t>
            </a:r>
          </a:p>
          <a:p>
            <a:pPr lvl="1"/>
            <a:r>
              <a:rPr lang="nl-NL"/>
              <a:t>Tweede niveau</a:t>
            </a:r>
          </a:p>
          <a:p>
            <a:pPr lvl="2"/>
            <a:r>
              <a:rPr lang="nl-NL"/>
              <a:t>Derde niveau</a:t>
            </a:r>
          </a:p>
          <a:p>
            <a:pPr lvl="3"/>
            <a:r>
              <a:rPr lang="nl-NL"/>
              <a:t>Vierde niveau</a:t>
            </a:r>
          </a:p>
          <a:p>
            <a:pPr lvl="4"/>
            <a:r>
              <a:rPr lang="nl-NL"/>
              <a:t>Vijfde niveau</a:t>
            </a:r>
            <a:endParaRPr lang="nl-NL" dirty="0"/>
          </a:p>
        </p:txBody>
      </p:sp>
      <p:sp>
        <p:nvSpPr>
          <p:cNvPr id="17" name="Tijdelijke aanduiding voor tekst 8">
            <a:extLst>
              <a:ext uri="{FF2B5EF4-FFF2-40B4-BE49-F238E27FC236}">
                <a16:creationId xmlns:a16="http://schemas.microsoft.com/office/drawing/2014/main" id="{BE0659CB-6E14-2168-A79C-393B3A523EE1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8500582" y="3604037"/>
            <a:ext cx="3391381" cy="308785"/>
          </a:xfrm>
        </p:spPr>
        <p:txBody>
          <a:bodyPr lIns="0" rIns="0" anchor="ctr">
            <a:noAutofit/>
          </a:bodyPr>
          <a:lstStyle>
            <a:lvl1pPr marL="0" indent="0">
              <a:buNone/>
              <a:defRPr sz="1800" b="1">
                <a:solidFill>
                  <a:schemeClr val="tx2"/>
                </a:solidFill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nl-NL" dirty="0"/>
              <a:t>Titel</a:t>
            </a:r>
          </a:p>
        </p:txBody>
      </p:sp>
      <p:sp>
        <p:nvSpPr>
          <p:cNvPr id="18" name="Tijdelijke aanduiding voor tekst 15">
            <a:extLst>
              <a:ext uri="{FF2B5EF4-FFF2-40B4-BE49-F238E27FC236}">
                <a16:creationId xmlns:a16="http://schemas.microsoft.com/office/drawing/2014/main" id="{A6D4F84C-3FA7-9394-9AAA-A500F44CE46A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>
          <a:xfrm>
            <a:off x="8500355" y="4112209"/>
            <a:ext cx="3391381" cy="2340979"/>
          </a:xfrm>
        </p:spPr>
        <p:txBody>
          <a:bodyPr lIns="0">
            <a:normAutofit/>
          </a:bodyPr>
          <a:lstStyle>
            <a:lvl1pPr marL="0" indent="0">
              <a:lnSpc>
                <a:spcPct val="95000"/>
              </a:lnSpc>
              <a:buNone/>
              <a:defRPr sz="1400">
                <a:solidFill>
                  <a:schemeClr val="tx2"/>
                </a:solidFill>
              </a:defRPr>
            </a:lvl1pPr>
            <a:lvl2pPr marL="457200" indent="0">
              <a:lnSpc>
                <a:spcPct val="95000"/>
              </a:lnSpc>
              <a:buNone/>
              <a:defRPr sz="1200">
                <a:solidFill>
                  <a:schemeClr val="tx2"/>
                </a:solidFill>
              </a:defRPr>
            </a:lvl2pPr>
            <a:lvl3pPr marL="914400" indent="0">
              <a:lnSpc>
                <a:spcPct val="95000"/>
              </a:lnSpc>
              <a:buNone/>
              <a:defRPr sz="1100">
                <a:solidFill>
                  <a:schemeClr val="tx2"/>
                </a:solidFill>
              </a:defRPr>
            </a:lvl3pPr>
            <a:lvl4pPr marL="1371600" indent="0">
              <a:lnSpc>
                <a:spcPct val="95000"/>
              </a:lnSpc>
              <a:buNone/>
              <a:defRPr sz="1050">
                <a:solidFill>
                  <a:schemeClr val="tx2"/>
                </a:solidFill>
              </a:defRPr>
            </a:lvl4pPr>
            <a:lvl5pPr marL="1828800" indent="0">
              <a:lnSpc>
                <a:spcPct val="95000"/>
              </a:lnSpc>
              <a:buNone/>
              <a:defRPr sz="1050">
                <a:solidFill>
                  <a:schemeClr val="tx2"/>
                </a:solidFill>
              </a:defRPr>
            </a:lvl5pPr>
          </a:lstStyle>
          <a:p>
            <a:pPr lvl="0"/>
            <a:r>
              <a:rPr lang="nl-NL"/>
              <a:t>Klikken om de tekststijl van het model te bewerken</a:t>
            </a:r>
          </a:p>
          <a:p>
            <a:pPr lvl="1"/>
            <a:r>
              <a:rPr lang="nl-NL"/>
              <a:t>Tweede niveau</a:t>
            </a:r>
          </a:p>
          <a:p>
            <a:pPr lvl="2"/>
            <a:r>
              <a:rPr lang="nl-NL"/>
              <a:t>Derde niveau</a:t>
            </a:r>
          </a:p>
          <a:p>
            <a:pPr lvl="3"/>
            <a:r>
              <a:rPr lang="nl-NL"/>
              <a:t>Vierde niveau</a:t>
            </a:r>
          </a:p>
          <a:p>
            <a:pPr lvl="4"/>
            <a:r>
              <a:rPr lang="nl-NL"/>
              <a:t>Vijfde niveau</a:t>
            </a:r>
            <a:endParaRPr lang="nl-NL" dirty="0"/>
          </a:p>
        </p:txBody>
      </p:sp>
      <p:sp>
        <p:nvSpPr>
          <p:cNvPr id="19" name="Tijdelijke aanduiding voor tekst 8">
            <a:extLst>
              <a:ext uri="{FF2B5EF4-FFF2-40B4-BE49-F238E27FC236}">
                <a16:creationId xmlns:a16="http://schemas.microsoft.com/office/drawing/2014/main" id="{74A7EE85-3357-ABAF-D191-9DB06D4E2A43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4400309" y="3614923"/>
            <a:ext cx="3391381" cy="308785"/>
          </a:xfrm>
        </p:spPr>
        <p:txBody>
          <a:bodyPr lIns="0" rIns="0" anchor="ctr">
            <a:noAutofit/>
          </a:bodyPr>
          <a:lstStyle>
            <a:lvl1pPr marL="0" indent="0">
              <a:buNone/>
              <a:defRPr sz="1800" b="1">
                <a:solidFill>
                  <a:schemeClr val="tx2"/>
                </a:solidFill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nl-NL" dirty="0"/>
              <a:t>Titel</a:t>
            </a:r>
          </a:p>
        </p:txBody>
      </p:sp>
      <p:sp>
        <p:nvSpPr>
          <p:cNvPr id="20" name="Tijdelijke aanduiding voor tekst 15">
            <a:extLst>
              <a:ext uri="{FF2B5EF4-FFF2-40B4-BE49-F238E27FC236}">
                <a16:creationId xmlns:a16="http://schemas.microsoft.com/office/drawing/2014/main" id="{A834E811-F800-B2BB-BC3E-B2936BEBBAF8}"/>
              </a:ext>
            </a:extLst>
          </p:cNvPr>
          <p:cNvSpPr>
            <a:spLocks noGrp="1"/>
          </p:cNvSpPr>
          <p:nvPr>
            <p:ph type="body" sz="quarter" idx="20"/>
          </p:nvPr>
        </p:nvSpPr>
        <p:spPr>
          <a:xfrm>
            <a:off x="4400309" y="4112209"/>
            <a:ext cx="3442995" cy="2340979"/>
          </a:xfrm>
        </p:spPr>
        <p:txBody>
          <a:bodyPr lIns="0">
            <a:normAutofit/>
          </a:bodyPr>
          <a:lstStyle>
            <a:lvl1pPr marL="0" indent="0">
              <a:lnSpc>
                <a:spcPct val="95000"/>
              </a:lnSpc>
              <a:buNone/>
              <a:defRPr sz="1400">
                <a:solidFill>
                  <a:schemeClr val="tx2"/>
                </a:solidFill>
              </a:defRPr>
            </a:lvl1pPr>
            <a:lvl2pPr marL="457200" indent="0">
              <a:lnSpc>
                <a:spcPct val="95000"/>
              </a:lnSpc>
              <a:buNone/>
              <a:defRPr sz="1200">
                <a:solidFill>
                  <a:schemeClr val="tx2"/>
                </a:solidFill>
              </a:defRPr>
            </a:lvl2pPr>
            <a:lvl3pPr marL="914400" indent="0">
              <a:lnSpc>
                <a:spcPct val="95000"/>
              </a:lnSpc>
              <a:buNone/>
              <a:defRPr sz="1100">
                <a:solidFill>
                  <a:schemeClr val="tx2"/>
                </a:solidFill>
              </a:defRPr>
            </a:lvl3pPr>
            <a:lvl4pPr marL="1371600" indent="0">
              <a:lnSpc>
                <a:spcPct val="95000"/>
              </a:lnSpc>
              <a:buNone/>
              <a:defRPr sz="1050">
                <a:solidFill>
                  <a:schemeClr val="tx2"/>
                </a:solidFill>
              </a:defRPr>
            </a:lvl4pPr>
            <a:lvl5pPr marL="1828800" indent="0">
              <a:lnSpc>
                <a:spcPct val="95000"/>
              </a:lnSpc>
              <a:buNone/>
              <a:defRPr sz="1050">
                <a:solidFill>
                  <a:schemeClr val="tx2"/>
                </a:solidFill>
              </a:defRPr>
            </a:lvl5pPr>
          </a:lstStyle>
          <a:p>
            <a:pPr lvl="0"/>
            <a:r>
              <a:rPr lang="nl-NL"/>
              <a:t>Klikken om de tekststijl van het model te bewerken</a:t>
            </a:r>
          </a:p>
          <a:p>
            <a:pPr lvl="1"/>
            <a:r>
              <a:rPr lang="nl-NL"/>
              <a:t>Tweede niveau</a:t>
            </a:r>
          </a:p>
          <a:p>
            <a:pPr lvl="2"/>
            <a:r>
              <a:rPr lang="nl-NL"/>
              <a:t>Derde niveau</a:t>
            </a:r>
          </a:p>
          <a:p>
            <a:pPr lvl="3"/>
            <a:r>
              <a:rPr lang="nl-NL"/>
              <a:t>Vierde niveau</a:t>
            </a:r>
          </a:p>
          <a:p>
            <a:pPr lvl="4"/>
            <a:r>
              <a:rPr lang="nl-NL"/>
              <a:t>Vijfde niveau</a:t>
            </a:r>
            <a:endParaRPr lang="nl-NL" dirty="0"/>
          </a:p>
        </p:txBody>
      </p:sp>
      <p:sp>
        <p:nvSpPr>
          <p:cNvPr id="22" name="Tijdelijke aanduiding voor afbeelding 21">
            <a:extLst>
              <a:ext uri="{FF2B5EF4-FFF2-40B4-BE49-F238E27FC236}">
                <a16:creationId xmlns:a16="http://schemas.microsoft.com/office/drawing/2014/main" id="{1AAB14BD-6D7A-1F8E-0A43-628CE143A5B8}"/>
              </a:ext>
            </a:extLst>
          </p:cNvPr>
          <p:cNvSpPr>
            <a:spLocks noGrp="1"/>
          </p:cNvSpPr>
          <p:nvPr>
            <p:ph type="pic" sz="quarter" idx="21"/>
          </p:nvPr>
        </p:nvSpPr>
        <p:spPr>
          <a:xfrm>
            <a:off x="299270" y="1510538"/>
            <a:ext cx="3412305" cy="1918462"/>
          </a:xfrm>
          <a:solidFill>
            <a:schemeClr val="bg1">
              <a:lumMod val="95000"/>
            </a:schemeClr>
          </a:solidFill>
        </p:spPr>
        <p:txBody>
          <a:bodyPr>
            <a:normAutofit/>
          </a:bodyPr>
          <a:lstStyle>
            <a:lvl1pPr marL="0" indent="0" algn="ctr">
              <a:buNone/>
              <a:defRPr sz="1800">
                <a:solidFill>
                  <a:schemeClr val="tx2"/>
                </a:solidFill>
              </a:defRPr>
            </a:lvl1pPr>
          </a:lstStyle>
          <a:p>
            <a:r>
              <a:rPr lang="nl-NL"/>
              <a:t>Klik op het pictogram als u een afbeelding wilt toevoegen</a:t>
            </a:r>
            <a:endParaRPr lang="nl-NL" dirty="0"/>
          </a:p>
        </p:txBody>
      </p:sp>
      <p:sp>
        <p:nvSpPr>
          <p:cNvPr id="23" name="Tijdelijke aanduiding voor afbeelding 21">
            <a:extLst>
              <a:ext uri="{FF2B5EF4-FFF2-40B4-BE49-F238E27FC236}">
                <a16:creationId xmlns:a16="http://schemas.microsoft.com/office/drawing/2014/main" id="{43A54D3D-7CE2-6CA6-6477-72263150EABD}"/>
              </a:ext>
            </a:extLst>
          </p:cNvPr>
          <p:cNvSpPr>
            <a:spLocks noGrp="1"/>
          </p:cNvSpPr>
          <p:nvPr>
            <p:ph type="pic" sz="quarter" idx="22"/>
          </p:nvPr>
        </p:nvSpPr>
        <p:spPr>
          <a:xfrm>
            <a:off x="4400563" y="1520824"/>
            <a:ext cx="3390900" cy="1896083"/>
          </a:xfrm>
          <a:solidFill>
            <a:schemeClr val="bg1">
              <a:lumMod val="95000"/>
            </a:schemeClr>
          </a:solidFill>
        </p:spPr>
        <p:txBody>
          <a:bodyPr>
            <a:normAutofit/>
          </a:bodyPr>
          <a:lstStyle>
            <a:lvl1pPr marL="0" indent="0" algn="ctr">
              <a:buNone/>
              <a:defRPr sz="1800">
                <a:solidFill>
                  <a:schemeClr val="tx2"/>
                </a:solidFill>
              </a:defRPr>
            </a:lvl1pPr>
          </a:lstStyle>
          <a:p>
            <a:r>
              <a:rPr lang="nl-NL"/>
              <a:t>Klik op het pictogram als u een afbeelding wilt toevoegen</a:t>
            </a:r>
            <a:endParaRPr lang="nl-NL" dirty="0"/>
          </a:p>
        </p:txBody>
      </p:sp>
      <p:sp>
        <p:nvSpPr>
          <p:cNvPr id="24" name="Tijdelijke aanduiding voor afbeelding 21">
            <a:extLst>
              <a:ext uri="{FF2B5EF4-FFF2-40B4-BE49-F238E27FC236}">
                <a16:creationId xmlns:a16="http://schemas.microsoft.com/office/drawing/2014/main" id="{6BAB077A-65C4-42E8-210F-E56864579A38}"/>
              </a:ext>
            </a:extLst>
          </p:cNvPr>
          <p:cNvSpPr>
            <a:spLocks noGrp="1"/>
          </p:cNvSpPr>
          <p:nvPr>
            <p:ph type="pic" sz="quarter" idx="23"/>
          </p:nvPr>
        </p:nvSpPr>
        <p:spPr>
          <a:xfrm>
            <a:off x="8501063" y="1520825"/>
            <a:ext cx="3390900" cy="1908176"/>
          </a:xfrm>
          <a:solidFill>
            <a:schemeClr val="bg1">
              <a:lumMod val="95000"/>
            </a:schemeClr>
          </a:solidFill>
        </p:spPr>
        <p:txBody>
          <a:bodyPr>
            <a:normAutofit/>
          </a:bodyPr>
          <a:lstStyle>
            <a:lvl1pPr marL="0" indent="0" algn="ctr">
              <a:buNone/>
              <a:defRPr sz="1800">
                <a:solidFill>
                  <a:schemeClr val="tx2"/>
                </a:solidFill>
              </a:defRPr>
            </a:lvl1pPr>
          </a:lstStyle>
          <a:p>
            <a:r>
              <a:rPr lang="nl-NL"/>
              <a:t>Klik op het pictogram als u een afbeelding wilt toevoegen</a:t>
            </a:r>
            <a:endParaRPr lang="nl-NL" dirty="0"/>
          </a:p>
        </p:txBody>
      </p:sp>
    </p:spTree>
    <p:extLst>
      <p:ext uri="{BB962C8B-B14F-4D97-AF65-F5344CB8AC3E}">
        <p14:creationId xmlns:p14="http://schemas.microsoft.com/office/powerpoint/2010/main" val="2542986073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eam van twe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9F6A9BEB-31D7-5990-1454-20C0B1CCBFA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nl-NL"/>
              <a:t>Klik om stijl te bewerken</a:t>
            </a:r>
          </a:p>
        </p:txBody>
      </p:sp>
      <p:sp>
        <p:nvSpPr>
          <p:cNvPr id="4" name="Tijdelijke aanduiding voor datum 3">
            <a:extLst>
              <a:ext uri="{FF2B5EF4-FFF2-40B4-BE49-F238E27FC236}">
                <a16:creationId xmlns:a16="http://schemas.microsoft.com/office/drawing/2014/main" id="{801B9DCB-6767-0FAB-4EEB-51B8FE43A62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72D8C46-45ED-4977-8DF5-FEAAF18B775F}" type="datetime1">
              <a:rPr lang="nl-NL" smtClean="0"/>
              <a:t>28-1-2026</a:t>
            </a:fld>
            <a:endParaRPr lang="nl-NL"/>
          </a:p>
        </p:txBody>
      </p:sp>
      <p:sp>
        <p:nvSpPr>
          <p:cNvPr id="5" name="Tijdelijke aanduiding voor voettekst 4">
            <a:extLst>
              <a:ext uri="{FF2B5EF4-FFF2-40B4-BE49-F238E27FC236}">
                <a16:creationId xmlns:a16="http://schemas.microsoft.com/office/drawing/2014/main" id="{3217A91C-110C-441A-26CF-15C3C777103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6" name="Tijdelijke aanduiding voor dianummer 5">
            <a:extLst>
              <a:ext uri="{FF2B5EF4-FFF2-40B4-BE49-F238E27FC236}">
                <a16:creationId xmlns:a16="http://schemas.microsoft.com/office/drawing/2014/main" id="{1616AD90-C02F-C9FA-46E8-39CDB253049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648B885-FF76-47CB-8BBD-27E7EBF07CA9}" type="slidenum">
              <a:rPr lang="nl-NL" smtClean="0"/>
              <a:t>‹nr.›</a:t>
            </a:fld>
            <a:endParaRPr lang="nl-NL"/>
          </a:p>
        </p:txBody>
      </p:sp>
      <p:sp>
        <p:nvSpPr>
          <p:cNvPr id="7" name="Picture Placeholder 10">
            <a:extLst>
              <a:ext uri="{FF2B5EF4-FFF2-40B4-BE49-F238E27FC236}">
                <a16:creationId xmlns:a16="http://schemas.microsoft.com/office/drawing/2014/main" id="{34C0A1A6-72F3-0B92-4C73-E68902C2BD58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300039" y="1520826"/>
            <a:ext cx="1800000" cy="1800000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/>
          <a:lstStyle>
            <a:lvl1pPr marL="0" indent="0" algn="ctr">
              <a:buNone/>
              <a:defRPr sz="1600">
                <a:solidFill>
                  <a:schemeClr val="bg1">
                    <a:lumMod val="65000"/>
                  </a:schemeClr>
                </a:solidFill>
              </a:defRPr>
            </a:lvl1pPr>
          </a:lstStyle>
          <a:p>
            <a:r>
              <a:rPr lang="fr-FR" dirty="0"/>
              <a:t>	</a:t>
            </a:r>
          </a:p>
          <a:p>
            <a:endParaRPr lang="fr-FR" dirty="0"/>
          </a:p>
          <a:p>
            <a:endParaRPr lang="fr-FR" dirty="0"/>
          </a:p>
          <a:p>
            <a:r>
              <a:rPr lang="fr-FR" dirty="0" err="1"/>
              <a:t>Afbeelding</a:t>
            </a:r>
            <a:endParaRPr lang="fr-FR" dirty="0"/>
          </a:p>
        </p:txBody>
      </p:sp>
      <p:sp>
        <p:nvSpPr>
          <p:cNvPr id="9" name="Tijdelijke aanduiding voor tekst 3">
            <a:extLst>
              <a:ext uri="{FF2B5EF4-FFF2-40B4-BE49-F238E27FC236}">
                <a16:creationId xmlns:a16="http://schemas.microsoft.com/office/drawing/2014/main" id="{C819F858-9DE3-548D-8A0E-0F7AEABA908C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2562224" y="1520824"/>
            <a:ext cx="3389313" cy="4932364"/>
          </a:xfrm>
        </p:spPr>
        <p:txBody>
          <a:bodyPr>
            <a:normAutofit/>
          </a:bodyPr>
          <a:lstStyle>
            <a:lvl1pPr marL="0" indent="0">
              <a:buNone/>
              <a:defRPr sz="1800"/>
            </a:lvl1pPr>
            <a:lvl2pPr marL="457200" indent="0">
              <a:buNone/>
              <a:defRPr sz="1800"/>
            </a:lvl2pPr>
            <a:lvl3pPr marL="914400" indent="0">
              <a:buNone/>
              <a:defRPr sz="1600"/>
            </a:lvl3pPr>
            <a:lvl4pPr marL="1371600" indent="0">
              <a:buNone/>
              <a:defRPr sz="1400"/>
            </a:lvl4pPr>
            <a:lvl5pPr marL="1828800" indent="0">
              <a:buNone/>
              <a:defRPr sz="1200"/>
            </a:lvl5pPr>
          </a:lstStyle>
          <a:p>
            <a:pPr lvl="0"/>
            <a:r>
              <a:rPr lang="nl-NL"/>
              <a:t>Klikken om de tekststijl van het model te bewerken</a:t>
            </a:r>
          </a:p>
          <a:p>
            <a:pPr lvl="1"/>
            <a:r>
              <a:rPr lang="nl-NL"/>
              <a:t>Tweede niveau</a:t>
            </a:r>
          </a:p>
          <a:p>
            <a:pPr lvl="2"/>
            <a:r>
              <a:rPr lang="nl-NL"/>
              <a:t>Derde niveau</a:t>
            </a:r>
          </a:p>
          <a:p>
            <a:pPr lvl="3"/>
            <a:r>
              <a:rPr lang="nl-NL"/>
              <a:t>Vierde niveau</a:t>
            </a:r>
          </a:p>
          <a:p>
            <a:pPr lvl="4"/>
            <a:r>
              <a:rPr lang="nl-NL"/>
              <a:t>Vijfde niveau</a:t>
            </a:r>
            <a:endParaRPr lang="nl-NL" dirty="0"/>
          </a:p>
        </p:txBody>
      </p:sp>
      <p:sp>
        <p:nvSpPr>
          <p:cNvPr id="11" name="Tijdelijke aanduiding voor tekst 5">
            <a:extLst>
              <a:ext uri="{FF2B5EF4-FFF2-40B4-BE49-F238E27FC236}">
                <a16:creationId xmlns:a16="http://schemas.microsoft.com/office/drawing/2014/main" id="{DBED99CA-91B8-1548-5F03-07EF089CEDE5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300460" y="3616323"/>
            <a:ext cx="2036762" cy="669925"/>
          </a:xfrm>
        </p:spPr>
        <p:txBody>
          <a:bodyPr>
            <a:noAutofit/>
          </a:bodyPr>
          <a:lstStyle>
            <a:lvl1pPr marL="0" indent="0">
              <a:buNone/>
              <a:defRPr sz="1600" b="1">
                <a:solidFill>
                  <a:schemeClr val="tx2"/>
                </a:solidFill>
              </a:defRPr>
            </a:lvl1pPr>
            <a:lvl2pPr marL="358775" indent="0">
              <a:buNone/>
              <a:defRPr/>
            </a:lvl2pPr>
          </a:lstStyle>
          <a:p>
            <a:pPr lvl="0"/>
            <a:r>
              <a:rPr lang="nl-NL" dirty="0"/>
              <a:t>Voornaam Achternaam</a:t>
            </a:r>
          </a:p>
        </p:txBody>
      </p:sp>
      <p:sp>
        <p:nvSpPr>
          <p:cNvPr id="13" name="Picture Placeholder 10">
            <a:extLst>
              <a:ext uri="{FF2B5EF4-FFF2-40B4-BE49-F238E27FC236}">
                <a16:creationId xmlns:a16="http://schemas.microsoft.com/office/drawing/2014/main" id="{5781FE0B-A698-85E7-8C44-C9D6FF2CF35E}"/>
              </a:ext>
            </a:extLst>
          </p:cNvPr>
          <p:cNvSpPr>
            <a:spLocks noGrp="1"/>
          </p:cNvSpPr>
          <p:nvPr>
            <p:ph type="pic" sz="quarter" idx="18" hasCustomPrompt="1"/>
          </p:nvPr>
        </p:nvSpPr>
        <p:spPr>
          <a:xfrm>
            <a:off x="6240465" y="1520827"/>
            <a:ext cx="1800000" cy="1800000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/>
          <a:lstStyle>
            <a:lvl1pPr marL="0" indent="0" algn="ctr">
              <a:buNone/>
              <a:defRPr sz="1600">
                <a:solidFill>
                  <a:schemeClr val="bg1">
                    <a:lumMod val="65000"/>
                  </a:schemeClr>
                </a:solidFill>
              </a:defRPr>
            </a:lvl1pPr>
          </a:lstStyle>
          <a:p>
            <a:r>
              <a:rPr lang="fr-FR" dirty="0"/>
              <a:t>	</a:t>
            </a:r>
          </a:p>
          <a:p>
            <a:endParaRPr lang="fr-FR" dirty="0"/>
          </a:p>
          <a:p>
            <a:endParaRPr lang="fr-FR" dirty="0"/>
          </a:p>
          <a:p>
            <a:r>
              <a:rPr lang="fr-FR" dirty="0" err="1"/>
              <a:t>Afbeelding</a:t>
            </a:r>
            <a:endParaRPr lang="fr-FR" dirty="0"/>
          </a:p>
        </p:txBody>
      </p:sp>
      <p:sp>
        <p:nvSpPr>
          <p:cNvPr id="14" name="Tijdelijke aanduiding voor tekst 3">
            <a:extLst>
              <a:ext uri="{FF2B5EF4-FFF2-40B4-BE49-F238E27FC236}">
                <a16:creationId xmlns:a16="http://schemas.microsoft.com/office/drawing/2014/main" id="{2DB970C1-4D66-6D68-5008-5F90B69486D7}"/>
              </a:ext>
            </a:extLst>
          </p:cNvPr>
          <p:cNvSpPr>
            <a:spLocks noGrp="1"/>
          </p:cNvSpPr>
          <p:nvPr>
            <p:ph type="body" sz="quarter" idx="19"/>
          </p:nvPr>
        </p:nvSpPr>
        <p:spPr>
          <a:xfrm>
            <a:off x="8502650" y="1520825"/>
            <a:ext cx="3389313" cy="4932363"/>
          </a:xfrm>
        </p:spPr>
        <p:txBody>
          <a:bodyPr>
            <a:normAutofit/>
          </a:bodyPr>
          <a:lstStyle>
            <a:lvl1pPr marL="0" indent="0">
              <a:buNone/>
              <a:defRPr sz="1800"/>
            </a:lvl1pPr>
            <a:lvl2pPr marL="457200" indent="0">
              <a:buNone/>
              <a:defRPr sz="1800"/>
            </a:lvl2pPr>
            <a:lvl3pPr marL="914400" indent="0">
              <a:buNone/>
              <a:defRPr sz="1600"/>
            </a:lvl3pPr>
            <a:lvl4pPr marL="1371600" indent="0">
              <a:buNone/>
              <a:defRPr sz="1400"/>
            </a:lvl4pPr>
            <a:lvl5pPr marL="1828800" indent="0">
              <a:buNone/>
              <a:defRPr sz="1200"/>
            </a:lvl5pPr>
          </a:lstStyle>
          <a:p>
            <a:pPr lvl="0"/>
            <a:r>
              <a:rPr lang="nl-NL"/>
              <a:t>Klikken om de tekststijl van het model te bewerken</a:t>
            </a:r>
          </a:p>
          <a:p>
            <a:pPr lvl="1"/>
            <a:r>
              <a:rPr lang="nl-NL"/>
              <a:t>Tweede niveau</a:t>
            </a:r>
          </a:p>
          <a:p>
            <a:pPr lvl="2"/>
            <a:r>
              <a:rPr lang="nl-NL"/>
              <a:t>Derde niveau</a:t>
            </a:r>
          </a:p>
          <a:p>
            <a:pPr lvl="3"/>
            <a:r>
              <a:rPr lang="nl-NL"/>
              <a:t>Vierde niveau</a:t>
            </a:r>
          </a:p>
          <a:p>
            <a:pPr lvl="4"/>
            <a:r>
              <a:rPr lang="nl-NL"/>
              <a:t>Vijfde niveau</a:t>
            </a:r>
            <a:endParaRPr lang="nl-NL" dirty="0"/>
          </a:p>
        </p:txBody>
      </p:sp>
      <p:sp>
        <p:nvSpPr>
          <p:cNvPr id="15" name="Tijdelijke aanduiding voor tekst 5">
            <a:extLst>
              <a:ext uri="{FF2B5EF4-FFF2-40B4-BE49-F238E27FC236}">
                <a16:creationId xmlns:a16="http://schemas.microsoft.com/office/drawing/2014/main" id="{365D69B6-C0B9-262E-5A90-5383B291BB75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6240886" y="3616324"/>
            <a:ext cx="2036762" cy="669925"/>
          </a:xfrm>
        </p:spPr>
        <p:txBody>
          <a:bodyPr>
            <a:noAutofit/>
          </a:bodyPr>
          <a:lstStyle>
            <a:lvl1pPr marL="0" indent="0">
              <a:buNone/>
              <a:defRPr sz="1600" b="1">
                <a:solidFill>
                  <a:schemeClr val="tx2"/>
                </a:solidFill>
              </a:defRPr>
            </a:lvl1pPr>
            <a:lvl2pPr marL="358775" indent="0">
              <a:buNone/>
              <a:defRPr/>
            </a:lvl2pPr>
          </a:lstStyle>
          <a:p>
            <a:pPr lvl="0"/>
            <a:r>
              <a:rPr lang="nl-NL" dirty="0"/>
              <a:t>Voornaam Achternaam</a:t>
            </a:r>
          </a:p>
        </p:txBody>
      </p:sp>
    </p:spTree>
    <p:extLst>
      <p:ext uri="{BB962C8B-B14F-4D97-AF65-F5344CB8AC3E}">
        <p14:creationId xmlns:p14="http://schemas.microsoft.com/office/powerpoint/2010/main" val="1937565229"/>
      </p:ext>
    </p:extLst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eam van vi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9F6A9BEB-31D7-5990-1454-20C0B1CCBFA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nl-NL"/>
              <a:t>Klik om stijl te bewerken</a:t>
            </a:r>
          </a:p>
        </p:txBody>
      </p:sp>
      <p:sp>
        <p:nvSpPr>
          <p:cNvPr id="4" name="Tijdelijke aanduiding voor datum 3">
            <a:extLst>
              <a:ext uri="{FF2B5EF4-FFF2-40B4-BE49-F238E27FC236}">
                <a16:creationId xmlns:a16="http://schemas.microsoft.com/office/drawing/2014/main" id="{801B9DCB-6767-0FAB-4EEB-51B8FE43A62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72D8C46-45ED-4977-8DF5-FEAAF18B775F}" type="datetime1">
              <a:rPr lang="nl-NL" smtClean="0"/>
              <a:t>28-1-2026</a:t>
            </a:fld>
            <a:endParaRPr lang="nl-NL"/>
          </a:p>
        </p:txBody>
      </p:sp>
      <p:sp>
        <p:nvSpPr>
          <p:cNvPr id="5" name="Tijdelijke aanduiding voor voettekst 4">
            <a:extLst>
              <a:ext uri="{FF2B5EF4-FFF2-40B4-BE49-F238E27FC236}">
                <a16:creationId xmlns:a16="http://schemas.microsoft.com/office/drawing/2014/main" id="{3217A91C-110C-441A-26CF-15C3C777103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6" name="Tijdelijke aanduiding voor dianummer 5">
            <a:extLst>
              <a:ext uri="{FF2B5EF4-FFF2-40B4-BE49-F238E27FC236}">
                <a16:creationId xmlns:a16="http://schemas.microsoft.com/office/drawing/2014/main" id="{1616AD90-C02F-C9FA-46E8-39CDB253049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648B885-FF76-47CB-8BBD-27E7EBF07CA9}" type="slidenum">
              <a:rPr lang="nl-NL" smtClean="0"/>
              <a:t>‹nr.›</a:t>
            </a:fld>
            <a:endParaRPr lang="nl-NL"/>
          </a:p>
        </p:txBody>
      </p:sp>
      <p:sp>
        <p:nvSpPr>
          <p:cNvPr id="7" name="Picture Placeholder 10">
            <a:extLst>
              <a:ext uri="{FF2B5EF4-FFF2-40B4-BE49-F238E27FC236}">
                <a16:creationId xmlns:a16="http://schemas.microsoft.com/office/drawing/2014/main" id="{34C0A1A6-72F3-0B92-4C73-E68902C2BD58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300039" y="1520826"/>
            <a:ext cx="1800000" cy="1800000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/>
          <a:lstStyle>
            <a:lvl1pPr marL="0" indent="0" algn="ctr">
              <a:buNone/>
              <a:defRPr sz="1600">
                <a:solidFill>
                  <a:schemeClr val="bg1">
                    <a:lumMod val="65000"/>
                  </a:schemeClr>
                </a:solidFill>
              </a:defRPr>
            </a:lvl1pPr>
          </a:lstStyle>
          <a:p>
            <a:r>
              <a:rPr lang="fr-FR" dirty="0"/>
              <a:t>	</a:t>
            </a:r>
          </a:p>
          <a:p>
            <a:endParaRPr lang="fr-FR" dirty="0"/>
          </a:p>
          <a:p>
            <a:endParaRPr lang="fr-FR" dirty="0"/>
          </a:p>
          <a:p>
            <a:r>
              <a:rPr lang="fr-FR" dirty="0" err="1"/>
              <a:t>Afbeelding</a:t>
            </a:r>
            <a:endParaRPr lang="fr-FR" dirty="0"/>
          </a:p>
        </p:txBody>
      </p:sp>
      <p:sp>
        <p:nvSpPr>
          <p:cNvPr id="11" name="Tijdelijke aanduiding voor tekst 5">
            <a:extLst>
              <a:ext uri="{FF2B5EF4-FFF2-40B4-BE49-F238E27FC236}">
                <a16:creationId xmlns:a16="http://schemas.microsoft.com/office/drawing/2014/main" id="{DBED99CA-91B8-1548-5F03-07EF089CEDE5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300459" y="3537176"/>
            <a:ext cx="2649569" cy="493036"/>
          </a:xfrm>
        </p:spPr>
        <p:txBody>
          <a:bodyPr>
            <a:noAutofit/>
          </a:bodyPr>
          <a:lstStyle>
            <a:lvl1pPr marL="0" indent="0">
              <a:buNone/>
              <a:defRPr sz="1600" b="1">
                <a:solidFill>
                  <a:schemeClr val="tx2"/>
                </a:solidFill>
              </a:defRPr>
            </a:lvl1pPr>
            <a:lvl2pPr marL="358775" indent="0">
              <a:buNone/>
              <a:defRPr/>
            </a:lvl2pPr>
          </a:lstStyle>
          <a:p>
            <a:pPr lvl="0"/>
            <a:r>
              <a:rPr lang="nl-NL" dirty="0"/>
              <a:t>Voornaam Achternaam</a:t>
            </a:r>
          </a:p>
        </p:txBody>
      </p:sp>
      <p:sp>
        <p:nvSpPr>
          <p:cNvPr id="13" name="Picture Placeholder 10">
            <a:extLst>
              <a:ext uri="{FF2B5EF4-FFF2-40B4-BE49-F238E27FC236}">
                <a16:creationId xmlns:a16="http://schemas.microsoft.com/office/drawing/2014/main" id="{5781FE0B-A698-85E7-8C44-C9D6FF2CF35E}"/>
              </a:ext>
            </a:extLst>
          </p:cNvPr>
          <p:cNvSpPr>
            <a:spLocks noGrp="1"/>
          </p:cNvSpPr>
          <p:nvPr>
            <p:ph type="pic" sz="quarter" idx="18" hasCustomPrompt="1"/>
          </p:nvPr>
        </p:nvSpPr>
        <p:spPr>
          <a:xfrm>
            <a:off x="6240465" y="1520827"/>
            <a:ext cx="1800000" cy="1800000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/>
          <a:lstStyle>
            <a:lvl1pPr marL="0" indent="0" algn="ctr">
              <a:buNone/>
              <a:defRPr sz="1600">
                <a:solidFill>
                  <a:schemeClr val="bg1">
                    <a:lumMod val="65000"/>
                  </a:schemeClr>
                </a:solidFill>
              </a:defRPr>
            </a:lvl1pPr>
          </a:lstStyle>
          <a:p>
            <a:r>
              <a:rPr lang="fr-FR" dirty="0"/>
              <a:t>	</a:t>
            </a:r>
          </a:p>
          <a:p>
            <a:endParaRPr lang="fr-FR" dirty="0"/>
          </a:p>
          <a:p>
            <a:endParaRPr lang="fr-FR" dirty="0"/>
          </a:p>
          <a:p>
            <a:r>
              <a:rPr lang="fr-FR" dirty="0" err="1"/>
              <a:t>Afbeelding</a:t>
            </a:r>
            <a:endParaRPr lang="fr-FR" dirty="0"/>
          </a:p>
        </p:txBody>
      </p:sp>
      <p:sp>
        <p:nvSpPr>
          <p:cNvPr id="15" name="Tijdelijke aanduiding voor tekst 5">
            <a:extLst>
              <a:ext uri="{FF2B5EF4-FFF2-40B4-BE49-F238E27FC236}">
                <a16:creationId xmlns:a16="http://schemas.microsoft.com/office/drawing/2014/main" id="{365D69B6-C0B9-262E-5A90-5383B291BB75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6240885" y="3537177"/>
            <a:ext cx="2649569" cy="493036"/>
          </a:xfrm>
        </p:spPr>
        <p:txBody>
          <a:bodyPr>
            <a:noAutofit/>
          </a:bodyPr>
          <a:lstStyle>
            <a:lvl1pPr marL="0" indent="0">
              <a:buNone/>
              <a:defRPr sz="1600" b="1">
                <a:solidFill>
                  <a:schemeClr val="tx2"/>
                </a:solidFill>
              </a:defRPr>
            </a:lvl1pPr>
            <a:lvl2pPr marL="358775" indent="0">
              <a:buNone/>
              <a:defRPr/>
            </a:lvl2pPr>
          </a:lstStyle>
          <a:p>
            <a:pPr lvl="0"/>
            <a:r>
              <a:rPr lang="nl-NL" dirty="0"/>
              <a:t>Voornaam Achternaam</a:t>
            </a:r>
          </a:p>
        </p:txBody>
      </p:sp>
      <p:sp>
        <p:nvSpPr>
          <p:cNvPr id="12" name="Picture Placeholder 10">
            <a:extLst>
              <a:ext uri="{FF2B5EF4-FFF2-40B4-BE49-F238E27FC236}">
                <a16:creationId xmlns:a16="http://schemas.microsoft.com/office/drawing/2014/main" id="{555C4428-AE70-7C76-7E32-AF3B30C54399}"/>
              </a:ext>
            </a:extLst>
          </p:cNvPr>
          <p:cNvSpPr>
            <a:spLocks noGrp="1"/>
          </p:cNvSpPr>
          <p:nvPr>
            <p:ph type="pic" sz="quarter" idx="21" hasCustomPrompt="1"/>
          </p:nvPr>
        </p:nvSpPr>
        <p:spPr>
          <a:xfrm>
            <a:off x="3300338" y="1520824"/>
            <a:ext cx="1800000" cy="1800000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/>
          <a:lstStyle>
            <a:lvl1pPr marL="0" indent="0" algn="ctr">
              <a:buNone/>
              <a:defRPr sz="1600">
                <a:solidFill>
                  <a:schemeClr val="bg1">
                    <a:lumMod val="65000"/>
                  </a:schemeClr>
                </a:solidFill>
              </a:defRPr>
            </a:lvl1pPr>
          </a:lstStyle>
          <a:p>
            <a:r>
              <a:rPr lang="fr-FR" dirty="0"/>
              <a:t>	</a:t>
            </a:r>
          </a:p>
          <a:p>
            <a:endParaRPr lang="fr-FR" dirty="0"/>
          </a:p>
          <a:p>
            <a:endParaRPr lang="fr-FR" dirty="0"/>
          </a:p>
          <a:p>
            <a:r>
              <a:rPr lang="fr-FR" dirty="0" err="1"/>
              <a:t>Afbeelding</a:t>
            </a:r>
            <a:endParaRPr lang="fr-FR" dirty="0"/>
          </a:p>
        </p:txBody>
      </p:sp>
      <p:sp>
        <p:nvSpPr>
          <p:cNvPr id="16" name="Tijdelijke aanduiding voor tekst 5">
            <a:extLst>
              <a:ext uri="{FF2B5EF4-FFF2-40B4-BE49-F238E27FC236}">
                <a16:creationId xmlns:a16="http://schemas.microsoft.com/office/drawing/2014/main" id="{D42064C9-8132-541A-D245-134159C6D8D1}"/>
              </a:ext>
            </a:extLst>
          </p:cNvPr>
          <p:cNvSpPr>
            <a:spLocks noGrp="1"/>
          </p:cNvSpPr>
          <p:nvPr>
            <p:ph type="body" sz="quarter" idx="22" hasCustomPrompt="1"/>
          </p:nvPr>
        </p:nvSpPr>
        <p:spPr>
          <a:xfrm>
            <a:off x="3300758" y="3537174"/>
            <a:ext cx="2649569" cy="493036"/>
          </a:xfrm>
        </p:spPr>
        <p:txBody>
          <a:bodyPr>
            <a:noAutofit/>
          </a:bodyPr>
          <a:lstStyle>
            <a:lvl1pPr marL="0" indent="0">
              <a:buNone/>
              <a:defRPr sz="1600" b="1">
                <a:solidFill>
                  <a:schemeClr val="tx2"/>
                </a:solidFill>
              </a:defRPr>
            </a:lvl1pPr>
            <a:lvl2pPr marL="358775" indent="0">
              <a:buNone/>
              <a:defRPr/>
            </a:lvl2pPr>
          </a:lstStyle>
          <a:p>
            <a:pPr lvl="0"/>
            <a:r>
              <a:rPr lang="nl-NL" dirty="0"/>
              <a:t>Voornaam Achternaam</a:t>
            </a:r>
          </a:p>
        </p:txBody>
      </p:sp>
      <p:sp>
        <p:nvSpPr>
          <p:cNvPr id="17" name="Picture Placeholder 10">
            <a:extLst>
              <a:ext uri="{FF2B5EF4-FFF2-40B4-BE49-F238E27FC236}">
                <a16:creationId xmlns:a16="http://schemas.microsoft.com/office/drawing/2014/main" id="{D67C95A5-34B5-3F5B-8772-65F674F390F9}"/>
              </a:ext>
            </a:extLst>
          </p:cNvPr>
          <p:cNvSpPr>
            <a:spLocks noGrp="1"/>
          </p:cNvSpPr>
          <p:nvPr>
            <p:ph type="pic" sz="quarter" idx="23" hasCustomPrompt="1"/>
          </p:nvPr>
        </p:nvSpPr>
        <p:spPr>
          <a:xfrm>
            <a:off x="9180171" y="1520824"/>
            <a:ext cx="1800000" cy="1800000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/>
          <a:lstStyle>
            <a:lvl1pPr marL="0" indent="0" algn="ctr">
              <a:buNone/>
              <a:defRPr sz="1600">
                <a:solidFill>
                  <a:schemeClr val="bg1">
                    <a:lumMod val="65000"/>
                  </a:schemeClr>
                </a:solidFill>
              </a:defRPr>
            </a:lvl1pPr>
          </a:lstStyle>
          <a:p>
            <a:r>
              <a:rPr lang="fr-FR" dirty="0"/>
              <a:t>	</a:t>
            </a:r>
          </a:p>
          <a:p>
            <a:endParaRPr lang="fr-FR" dirty="0"/>
          </a:p>
          <a:p>
            <a:endParaRPr lang="fr-FR" dirty="0"/>
          </a:p>
          <a:p>
            <a:r>
              <a:rPr lang="fr-FR" dirty="0" err="1"/>
              <a:t>Afbeelding</a:t>
            </a:r>
            <a:endParaRPr lang="fr-FR" dirty="0"/>
          </a:p>
        </p:txBody>
      </p:sp>
      <p:sp>
        <p:nvSpPr>
          <p:cNvPr id="18" name="Tijdelijke aanduiding voor tekst 5">
            <a:extLst>
              <a:ext uri="{FF2B5EF4-FFF2-40B4-BE49-F238E27FC236}">
                <a16:creationId xmlns:a16="http://schemas.microsoft.com/office/drawing/2014/main" id="{9FA1F461-DD7A-654C-F840-2CF3817ACC93}"/>
              </a:ext>
            </a:extLst>
          </p:cNvPr>
          <p:cNvSpPr>
            <a:spLocks noGrp="1"/>
          </p:cNvSpPr>
          <p:nvPr>
            <p:ph type="body" sz="quarter" idx="24" hasCustomPrompt="1"/>
          </p:nvPr>
        </p:nvSpPr>
        <p:spPr>
          <a:xfrm>
            <a:off x="9180591" y="3537174"/>
            <a:ext cx="2649569" cy="493036"/>
          </a:xfrm>
        </p:spPr>
        <p:txBody>
          <a:bodyPr>
            <a:noAutofit/>
          </a:bodyPr>
          <a:lstStyle>
            <a:lvl1pPr marL="0" indent="0">
              <a:buNone/>
              <a:defRPr sz="1600" b="1">
                <a:solidFill>
                  <a:schemeClr val="tx2"/>
                </a:solidFill>
              </a:defRPr>
            </a:lvl1pPr>
            <a:lvl2pPr marL="358775" indent="0">
              <a:buNone/>
              <a:defRPr/>
            </a:lvl2pPr>
          </a:lstStyle>
          <a:p>
            <a:pPr lvl="0"/>
            <a:r>
              <a:rPr lang="nl-NL" dirty="0"/>
              <a:t>Voornaam Achternaam</a:t>
            </a:r>
          </a:p>
        </p:txBody>
      </p:sp>
      <p:sp>
        <p:nvSpPr>
          <p:cNvPr id="27" name="Tijdelijke aanduiding voor tekst 3">
            <a:extLst>
              <a:ext uri="{FF2B5EF4-FFF2-40B4-BE49-F238E27FC236}">
                <a16:creationId xmlns:a16="http://schemas.microsoft.com/office/drawing/2014/main" id="{7FD9F287-8C74-CCD2-B6D9-30A0651985CF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300038" y="4109356"/>
            <a:ext cx="2649569" cy="2343832"/>
          </a:xfrm>
        </p:spPr>
        <p:txBody>
          <a:bodyPr>
            <a:normAutofit/>
          </a:bodyPr>
          <a:lstStyle>
            <a:lvl1pPr marL="0" indent="0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400"/>
            </a:lvl3pPr>
            <a:lvl4pPr marL="1371600" indent="0">
              <a:buNone/>
              <a:defRPr sz="1200"/>
            </a:lvl4pPr>
            <a:lvl5pPr marL="1828800" indent="0">
              <a:buNone/>
              <a:defRPr sz="1100"/>
            </a:lvl5pPr>
          </a:lstStyle>
          <a:p>
            <a:pPr lvl="0"/>
            <a:r>
              <a:rPr lang="nl-NL"/>
              <a:t>Klikken om de tekststijl van het model te bewerken</a:t>
            </a:r>
          </a:p>
          <a:p>
            <a:pPr lvl="1"/>
            <a:r>
              <a:rPr lang="nl-NL"/>
              <a:t>Tweede niveau</a:t>
            </a:r>
          </a:p>
          <a:p>
            <a:pPr lvl="2"/>
            <a:r>
              <a:rPr lang="nl-NL"/>
              <a:t>Derde niveau</a:t>
            </a:r>
          </a:p>
          <a:p>
            <a:pPr lvl="3"/>
            <a:r>
              <a:rPr lang="nl-NL"/>
              <a:t>Vierde niveau</a:t>
            </a:r>
          </a:p>
          <a:p>
            <a:pPr lvl="4"/>
            <a:r>
              <a:rPr lang="nl-NL"/>
              <a:t>Vijfde niveau</a:t>
            </a:r>
            <a:endParaRPr lang="nl-NL" dirty="0"/>
          </a:p>
        </p:txBody>
      </p:sp>
      <p:sp>
        <p:nvSpPr>
          <p:cNvPr id="28" name="Tijdelijke aanduiding voor tekst 3">
            <a:extLst>
              <a:ext uri="{FF2B5EF4-FFF2-40B4-BE49-F238E27FC236}">
                <a16:creationId xmlns:a16="http://schemas.microsoft.com/office/drawing/2014/main" id="{668A4254-8DED-4F6B-ACDC-4442FC9D542C}"/>
              </a:ext>
            </a:extLst>
          </p:cNvPr>
          <p:cNvSpPr>
            <a:spLocks noGrp="1"/>
          </p:cNvSpPr>
          <p:nvPr>
            <p:ph type="body" sz="quarter" idx="25"/>
          </p:nvPr>
        </p:nvSpPr>
        <p:spPr>
          <a:xfrm>
            <a:off x="3301969" y="4112481"/>
            <a:ext cx="2649569" cy="2343832"/>
          </a:xfrm>
        </p:spPr>
        <p:txBody>
          <a:bodyPr>
            <a:normAutofit/>
          </a:bodyPr>
          <a:lstStyle>
            <a:lvl1pPr marL="0" indent="0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400"/>
            </a:lvl3pPr>
            <a:lvl4pPr marL="1371600" indent="0">
              <a:buNone/>
              <a:defRPr sz="1200"/>
            </a:lvl4pPr>
            <a:lvl5pPr marL="1828800" indent="0">
              <a:buNone/>
              <a:defRPr sz="1100"/>
            </a:lvl5pPr>
          </a:lstStyle>
          <a:p>
            <a:pPr lvl="0"/>
            <a:r>
              <a:rPr lang="nl-NL"/>
              <a:t>Klikken om de tekststijl van het model te bewerken</a:t>
            </a:r>
          </a:p>
          <a:p>
            <a:pPr lvl="1"/>
            <a:r>
              <a:rPr lang="nl-NL"/>
              <a:t>Tweede niveau</a:t>
            </a:r>
          </a:p>
          <a:p>
            <a:pPr lvl="2"/>
            <a:r>
              <a:rPr lang="nl-NL"/>
              <a:t>Derde niveau</a:t>
            </a:r>
          </a:p>
          <a:p>
            <a:pPr lvl="3"/>
            <a:r>
              <a:rPr lang="nl-NL"/>
              <a:t>Vierde niveau</a:t>
            </a:r>
          </a:p>
          <a:p>
            <a:pPr lvl="4"/>
            <a:r>
              <a:rPr lang="nl-NL"/>
              <a:t>Vijfde niveau</a:t>
            </a:r>
            <a:endParaRPr lang="nl-NL" dirty="0"/>
          </a:p>
        </p:txBody>
      </p:sp>
      <p:sp>
        <p:nvSpPr>
          <p:cNvPr id="29" name="Tijdelijke aanduiding voor tekst 3">
            <a:extLst>
              <a:ext uri="{FF2B5EF4-FFF2-40B4-BE49-F238E27FC236}">
                <a16:creationId xmlns:a16="http://schemas.microsoft.com/office/drawing/2014/main" id="{6D5F1858-9EAA-1813-FA9A-8CEAD3E74378}"/>
              </a:ext>
            </a:extLst>
          </p:cNvPr>
          <p:cNvSpPr>
            <a:spLocks noGrp="1"/>
          </p:cNvSpPr>
          <p:nvPr>
            <p:ph type="body" sz="quarter" idx="26"/>
          </p:nvPr>
        </p:nvSpPr>
        <p:spPr>
          <a:xfrm>
            <a:off x="6240463" y="4109356"/>
            <a:ext cx="2649569" cy="2343832"/>
          </a:xfrm>
        </p:spPr>
        <p:txBody>
          <a:bodyPr>
            <a:normAutofit/>
          </a:bodyPr>
          <a:lstStyle>
            <a:lvl1pPr marL="0" indent="0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400"/>
            </a:lvl3pPr>
            <a:lvl4pPr marL="1371600" indent="0">
              <a:buNone/>
              <a:defRPr sz="1200"/>
            </a:lvl4pPr>
            <a:lvl5pPr marL="1828800" indent="0">
              <a:buNone/>
              <a:defRPr sz="1100"/>
            </a:lvl5pPr>
          </a:lstStyle>
          <a:p>
            <a:pPr lvl="0"/>
            <a:r>
              <a:rPr lang="nl-NL"/>
              <a:t>Klikken om de tekststijl van het model te bewerken</a:t>
            </a:r>
          </a:p>
          <a:p>
            <a:pPr lvl="1"/>
            <a:r>
              <a:rPr lang="nl-NL"/>
              <a:t>Tweede niveau</a:t>
            </a:r>
          </a:p>
          <a:p>
            <a:pPr lvl="2"/>
            <a:r>
              <a:rPr lang="nl-NL"/>
              <a:t>Derde niveau</a:t>
            </a:r>
          </a:p>
          <a:p>
            <a:pPr lvl="3"/>
            <a:r>
              <a:rPr lang="nl-NL"/>
              <a:t>Vierde niveau</a:t>
            </a:r>
          </a:p>
          <a:p>
            <a:pPr lvl="4"/>
            <a:r>
              <a:rPr lang="nl-NL"/>
              <a:t>Vijfde niveau</a:t>
            </a:r>
            <a:endParaRPr lang="nl-NL" dirty="0"/>
          </a:p>
        </p:txBody>
      </p:sp>
      <p:sp>
        <p:nvSpPr>
          <p:cNvPr id="30" name="Tijdelijke aanduiding voor tekst 3">
            <a:extLst>
              <a:ext uri="{FF2B5EF4-FFF2-40B4-BE49-F238E27FC236}">
                <a16:creationId xmlns:a16="http://schemas.microsoft.com/office/drawing/2014/main" id="{51E7A658-3083-3474-E913-CDF1BC152F78}"/>
              </a:ext>
            </a:extLst>
          </p:cNvPr>
          <p:cNvSpPr>
            <a:spLocks noGrp="1"/>
          </p:cNvSpPr>
          <p:nvPr>
            <p:ph type="body" sz="quarter" idx="27"/>
          </p:nvPr>
        </p:nvSpPr>
        <p:spPr>
          <a:xfrm>
            <a:off x="9180591" y="4109356"/>
            <a:ext cx="2649569" cy="2343832"/>
          </a:xfrm>
        </p:spPr>
        <p:txBody>
          <a:bodyPr>
            <a:normAutofit/>
          </a:bodyPr>
          <a:lstStyle>
            <a:lvl1pPr marL="0" indent="0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400"/>
            </a:lvl3pPr>
            <a:lvl4pPr marL="1371600" indent="0">
              <a:buNone/>
              <a:defRPr sz="1200"/>
            </a:lvl4pPr>
            <a:lvl5pPr marL="1828800" indent="0">
              <a:buNone/>
              <a:defRPr sz="1100"/>
            </a:lvl5pPr>
          </a:lstStyle>
          <a:p>
            <a:pPr lvl="0"/>
            <a:r>
              <a:rPr lang="nl-NL"/>
              <a:t>Klikken om de tekststijl van het model te bewerken</a:t>
            </a:r>
          </a:p>
          <a:p>
            <a:pPr lvl="1"/>
            <a:r>
              <a:rPr lang="nl-NL"/>
              <a:t>Tweede niveau</a:t>
            </a:r>
          </a:p>
          <a:p>
            <a:pPr lvl="2"/>
            <a:r>
              <a:rPr lang="nl-NL"/>
              <a:t>Derde niveau</a:t>
            </a:r>
          </a:p>
          <a:p>
            <a:pPr lvl="3"/>
            <a:r>
              <a:rPr lang="nl-NL"/>
              <a:t>Vierde niveau</a:t>
            </a:r>
          </a:p>
          <a:p>
            <a:pPr lvl="4"/>
            <a:r>
              <a:rPr lang="nl-NL"/>
              <a:t>Vijfde niveau</a:t>
            </a:r>
            <a:endParaRPr lang="nl-NL" dirty="0"/>
          </a:p>
        </p:txBody>
      </p:sp>
    </p:spTree>
    <p:extLst>
      <p:ext uri="{BB962C8B-B14F-4D97-AF65-F5344CB8AC3E}">
        <p14:creationId xmlns:p14="http://schemas.microsoft.com/office/powerpoint/2010/main" val="2924866977"/>
      </p:ext>
    </p:extLst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eam van ach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9F6A9BEB-31D7-5990-1454-20C0B1CCBFA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nl-NL"/>
              <a:t>Klik om stijl te bewerken</a:t>
            </a:r>
          </a:p>
        </p:txBody>
      </p:sp>
      <p:sp>
        <p:nvSpPr>
          <p:cNvPr id="4" name="Tijdelijke aanduiding voor datum 3">
            <a:extLst>
              <a:ext uri="{FF2B5EF4-FFF2-40B4-BE49-F238E27FC236}">
                <a16:creationId xmlns:a16="http://schemas.microsoft.com/office/drawing/2014/main" id="{801B9DCB-6767-0FAB-4EEB-51B8FE43A62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72D8C46-45ED-4977-8DF5-FEAAF18B775F}" type="datetime1">
              <a:rPr lang="nl-NL" smtClean="0"/>
              <a:t>28-1-2026</a:t>
            </a:fld>
            <a:endParaRPr lang="nl-NL"/>
          </a:p>
        </p:txBody>
      </p:sp>
      <p:sp>
        <p:nvSpPr>
          <p:cNvPr id="5" name="Tijdelijke aanduiding voor voettekst 4">
            <a:extLst>
              <a:ext uri="{FF2B5EF4-FFF2-40B4-BE49-F238E27FC236}">
                <a16:creationId xmlns:a16="http://schemas.microsoft.com/office/drawing/2014/main" id="{3217A91C-110C-441A-26CF-15C3C777103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6" name="Tijdelijke aanduiding voor dianummer 5">
            <a:extLst>
              <a:ext uri="{FF2B5EF4-FFF2-40B4-BE49-F238E27FC236}">
                <a16:creationId xmlns:a16="http://schemas.microsoft.com/office/drawing/2014/main" id="{1616AD90-C02F-C9FA-46E8-39CDB253049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648B885-FF76-47CB-8BBD-27E7EBF07CA9}" type="slidenum">
              <a:rPr lang="nl-NL" smtClean="0"/>
              <a:t>‹nr.›</a:t>
            </a:fld>
            <a:endParaRPr lang="nl-NL"/>
          </a:p>
        </p:txBody>
      </p:sp>
      <p:sp>
        <p:nvSpPr>
          <p:cNvPr id="7" name="Picture Placeholder 10">
            <a:extLst>
              <a:ext uri="{FF2B5EF4-FFF2-40B4-BE49-F238E27FC236}">
                <a16:creationId xmlns:a16="http://schemas.microsoft.com/office/drawing/2014/main" id="{34C0A1A6-72F3-0B92-4C73-E68902C2BD58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300039" y="1520826"/>
            <a:ext cx="1800000" cy="1800000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/>
          <a:lstStyle>
            <a:lvl1pPr marL="0" indent="0" algn="ctr">
              <a:buNone/>
              <a:defRPr sz="1600">
                <a:solidFill>
                  <a:schemeClr val="bg1">
                    <a:lumMod val="65000"/>
                  </a:schemeClr>
                </a:solidFill>
              </a:defRPr>
            </a:lvl1pPr>
          </a:lstStyle>
          <a:p>
            <a:r>
              <a:rPr lang="fr-FR" dirty="0"/>
              <a:t>	</a:t>
            </a:r>
          </a:p>
          <a:p>
            <a:endParaRPr lang="fr-FR" dirty="0"/>
          </a:p>
          <a:p>
            <a:endParaRPr lang="fr-FR" dirty="0"/>
          </a:p>
          <a:p>
            <a:r>
              <a:rPr lang="fr-FR" dirty="0" err="1"/>
              <a:t>Afbeelding</a:t>
            </a:r>
            <a:endParaRPr lang="fr-FR" dirty="0"/>
          </a:p>
        </p:txBody>
      </p:sp>
      <p:sp>
        <p:nvSpPr>
          <p:cNvPr id="11" name="Tijdelijke aanduiding voor tekst 5">
            <a:extLst>
              <a:ext uri="{FF2B5EF4-FFF2-40B4-BE49-F238E27FC236}">
                <a16:creationId xmlns:a16="http://schemas.microsoft.com/office/drawing/2014/main" id="{DBED99CA-91B8-1548-5F03-07EF089CEDE5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300459" y="3448675"/>
            <a:ext cx="2225027" cy="493036"/>
          </a:xfrm>
        </p:spPr>
        <p:txBody>
          <a:bodyPr>
            <a:noAutofit/>
          </a:bodyPr>
          <a:lstStyle>
            <a:lvl1pPr marL="0" indent="0">
              <a:buNone/>
              <a:defRPr sz="1400" b="1">
                <a:solidFill>
                  <a:schemeClr val="tx2"/>
                </a:solidFill>
              </a:defRPr>
            </a:lvl1pPr>
            <a:lvl2pPr marL="358775" indent="0">
              <a:buNone/>
              <a:defRPr/>
            </a:lvl2pPr>
          </a:lstStyle>
          <a:p>
            <a:pPr lvl="0"/>
            <a:r>
              <a:rPr lang="nl-NL" dirty="0"/>
              <a:t>Voornaam Achternaam</a:t>
            </a:r>
          </a:p>
        </p:txBody>
      </p:sp>
      <p:sp>
        <p:nvSpPr>
          <p:cNvPr id="33" name="Picture Placeholder 10">
            <a:extLst>
              <a:ext uri="{FF2B5EF4-FFF2-40B4-BE49-F238E27FC236}">
                <a16:creationId xmlns:a16="http://schemas.microsoft.com/office/drawing/2014/main" id="{83EAE987-BC6E-98C9-FEF9-B8DA8676FABF}"/>
              </a:ext>
            </a:extLst>
          </p:cNvPr>
          <p:cNvSpPr>
            <a:spLocks noGrp="1"/>
          </p:cNvSpPr>
          <p:nvPr>
            <p:ph type="pic" sz="quarter" idx="25" hasCustomPrompt="1"/>
          </p:nvPr>
        </p:nvSpPr>
        <p:spPr>
          <a:xfrm>
            <a:off x="3300338" y="1520826"/>
            <a:ext cx="1800000" cy="1800000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/>
          <a:lstStyle>
            <a:lvl1pPr marL="0" indent="0" algn="ctr">
              <a:buNone/>
              <a:defRPr sz="1600">
                <a:solidFill>
                  <a:schemeClr val="bg1">
                    <a:lumMod val="65000"/>
                  </a:schemeClr>
                </a:solidFill>
              </a:defRPr>
            </a:lvl1pPr>
          </a:lstStyle>
          <a:p>
            <a:r>
              <a:rPr lang="fr-FR" dirty="0"/>
              <a:t>	</a:t>
            </a:r>
          </a:p>
          <a:p>
            <a:endParaRPr lang="fr-FR" dirty="0"/>
          </a:p>
          <a:p>
            <a:endParaRPr lang="fr-FR" dirty="0"/>
          </a:p>
          <a:p>
            <a:r>
              <a:rPr lang="fr-FR" dirty="0" err="1"/>
              <a:t>Afbeelding</a:t>
            </a:r>
            <a:endParaRPr lang="fr-FR" dirty="0"/>
          </a:p>
        </p:txBody>
      </p:sp>
      <p:sp>
        <p:nvSpPr>
          <p:cNvPr id="34" name="Tijdelijke aanduiding voor tekst 5">
            <a:extLst>
              <a:ext uri="{FF2B5EF4-FFF2-40B4-BE49-F238E27FC236}">
                <a16:creationId xmlns:a16="http://schemas.microsoft.com/office/drawing/2014/main" id="{8551C47D-E760-81DA-BB12-1478E64BABB3}"/>
              </a:ext>
            </a:extLst>
          </p:cNvPr>
          <p:cNvSpPr>
            <a:spLocks noGrp="1"/>
          </p:cNvSpPr>
          <p:nvPr>
            <p:ph type="body" sz="quarter" idx="26" hasCustomPrompt="1"/>
          </p:nvPr>
        </p:nvSpPr>
        <p:spPr>
          <a:xfrm>
            <a:off x="3300758" y="3448675"/>
            <a:ext cx="2225027" cy="493036"/>
          </a:xfrm>
        </p:spPr>
        <p:txBody>
          <a:bodyPr>
            <a:noAutofit/>
          </a:bodyPr>
          <a:lstStyle>
            <a:lvl1pPr marL="0" indent="0">
              <a:buNone/>
              <a:defRPr sz="1400" b="1">
                <a:solidFill>
                  <a:schemeClr val="tx2"/>
                </a:solidFill>
              </a:defRPr>
            </a:lvl1pPr>
            <a:lvl2pPr marL="358775" indent="0">
              <a:buNone/>
              <a:defRPr/>
            </a:lvl2pPr>
          </a:lstStyle>
          <a:p>
            <a:pPr lvl="0"/>
            <a:r>
              <a:rPr lang="nl-NL" dirty="0"/>
              <a:t>Voornaam Achternaam</a:t>
            </a:r>
          </a:p>
        </p:txBody>
      </p:sp>
      <p:sp>
        <p:nvSpPr>
          <p:cNvPr id="35" name="Picture Placeholder 10">
            <a:extLst>
              <a:ext uri="{FF2B5EF4-FFF2-40B4-BE49-F238E27FC236}">
                <a16:creationId xmlns:a16="http://schemas.microsoft.com/office/drawing/2014/main" id="{149D2ED7-BAF0-8CC7-E9A1-3715AF497467}"/>
              </a:ext>
            </a:extLst>
          </p:cNvPr>
          <p:cNvSpPr>
            <a:spLocks noGrp="1"/>
          </p:cNvSpPr>
          <p:nvPr>
            <p:ph type="pic" sz="quarter" idx="27" hasCustomPrompt="1"/>
          </p:nvPr>
        </p:nvSpPr>
        <p:spPr>
          <a:xfrm>
            <a:off x="299618" y="4190338"/>
            <a:ext cx="1800000" cy="1800000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/>
          <a:lstStyle>
            <a:lvl1pPr marL="0" indent="0" algn="ctr">
              <a:buNone/>
              <a:defRPr sz="1600">
                <a:solidFill>
                  <a:schemeClr val="bg1">
                    <a:lumMod val="65000"/>
                  </a:schemeClr>
                </a:solidFill>
              </a:defRPr>
            </a:lvl1pPr>
          </a:lstStyle>
          <a:p>
            <a:r>
              <a:rPr lang="fr-FR" dirty="0"/>
              <a:t>	</a:t>
            </a:r>
          </a:p>
          <a:p>
            <a:endParaRPr lang="fr-FR" dirty="0"/>
          </a:p>
          <a:p>
            <a:endParaRPr lang="fr-FR" dirty="0"/>
          </a:p>
          <a:p>
            <a:r>
              <a:rPr lang="fr-FR" dirty="0" err="1"/>
              <a:t>Afbeelding</a:t>
            </a:r>
            <a:endParaRPr lang="fr-FR" dirty="0"/>
          </a:p>
        </p:txBody>
      </p:sp>
      <p:sp>
        <p:nvSpPr>
          <p:cNvPr id="36" name="Tijdelijke aanduiding voor tekst 5">
            <a:extLst>
              <a:ext uri="{FF2B5EF4-FFF2-40B4-BE49-F238E27FC236}">
                <a16:creationId xmlns:a16="http://schemas.microsoft.com/office/drawing/2014/main" id="{2558DFFA-3F27-43D5-8CA0-4F3A0C5E7105}"/>
              </a:ext>
            </a:extLst>
          </p:cNvPr>
          <p:cNvSpPr>
            <a:spLocks noGrp="1"/>
          </p:cNvSpPr>
          <p:nvPr>
            <p:ph type="body" sz="quarter" idx="28" hasCustomPrompt="1"/>
          </p:nvPr>
        </p:nvSpPr>
        <p:spPr>
          <a:xfrm>
            <a:off x="300038" y="6126976"/>
            <a:ext cx="2225027" cy="335128"/>
          </a:xfrm>
        </p:spPr>
        <p:txBody>
          <a:bodyPr>
            <a:noAutofit/>
          </a:bodyPr>
          <a:lstStyle>
            <a:lvl1pPr marL="0" indent="0">
              <a:buNone/>
              <a:defRPr sz="1400" b="1">
                <a:solidFill>
                  <a:schemeClr val="tx2"/>
                </a:solidFill>
              </a:defRPr>
            </a:lvl1pPr>
            <a:lvl2pPr marL="358775" indent="0">
              <a:buNone/>
              <a:defRPr/>
            </a:lvl2pPr>
          </a:lstStyle>
          <a:p>
            <a:pPr lvl="0"/>
            <a:r>
              <a:rPr lang="nl-NL" dirty="0"/>
              <a:t>Voornaam Achternaam</a:t>
            </a:r>
          </a:p>
        </p:txBody>
      </p:sp>
      <p:sp>
        <p:nvSpPr>
          <p:cNvPr id="37" name="Picture Placeholder 10">
            <a:extLst>
              <a:ext uri="{FF2B5EF4-FFF2-40B4-BE49-F238E27FC236}">
                <a16:creationId xmlns:a16="http://schemas.microsoft.com/office/drawing/2014/main" id="{B293267C-B5A4-21D9-7809-72A130D12F57}"/>
              </a:ext>
            </a:extLst>
          </p:cNvPr>
          <p:cNvSpPr>
            <a:spLocks noGrp="1"/>
          </p:cNvSpPr>
          <p:nvPr>
            <p:ph type="pic" sz="quarter" idx="29" hasCustomPrompt="1"/>
          </p:nvPr>
        </p:nvSpPr>
        <p:spPr>
          <a:xfrm>
            <a:off x="3303378" y="4190338"/>
            <a:ext cx="1800000" cy="1800000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/>
          <a:lstStyle>
            <a:lvl1pPr marL="0" indent="0" algn="ctr">
              <a:buNone/>
              <a:defRPr sz="1600">
                <a:solidFill>
                  <a:schemeClr val="bg1">
                    <a:lumMod val="65000"/>
                  </a:schemeClr>
                </a:solidFill>
              </a:defRPr>
            </a:lvl1pPr>
          </a:lstStyle>
          <a:p>
            <a:r>
              <a:rPr lang="fr-FR" dirty="0"/>
              <a:t>	</a:t>
            </a:r>
          </a:p>
          <a:p>
            <a:endParaRPr lang="fr-FR" dirty="0"/>
          </a:p>
          <a:p>
            <a:endParaRPr lang="fr-FR" dirty="0"/>
          </a:p>
          <a:p>
            <a:r>
              <a:rPr lang="fr-FR" dirty="0" err="1"/>
              <a:t>Afbeelding</a:t>
            </a:r>
            <a:endParaRPr lang="fr-FR" dirty="0"/>
          </a:p>
        </p:txBody>
      </p:sp>
      <p:sp>
        <p:nvSpPr>
          <p:cNvPr id="38" name="Tijdelijke aanduiding voor tekst 5">
            <a:extLst>
              <a:ext uri="{FF2B5EF4-FFF2-40B4-BE49-F238E27FC236}">
                <a16:creationId xmlns:a16="http://schemas.microsoft.com/office/drawing/2014/main" id="{B403A794-923A-D330-5799-AF8BAA362413}"/>
              </a:ext>
            </a:extLst>
          </p:cNvPr>
          <p:cNvSpPr>
            <a:spLocks noGrp="1"/>
          </p:cNvSpPr>
          <p:nvPr>
            <p:ph type="body" sz="quarter" idx="30" hasCustomPrompt="1"/>
          </p:nvPr>
        </p:nvSpPr>
        <p:spPr>
          <a:xfrm>
            <a:off x="3303798" y="6126976"/>
            <a:ext cx="2225027" cy="335128"/>
          </a:xfrm>
        </p:spPr>
        <p:txBody>
          <a:bodyPr>
            <a:noAutofit/>
          </a:bodyPr>
          <a:lstStyle>
            <a:lvl1pPr marL="0" indent="0">
              <a:buNone/>
              <a:defRPr sz="1400" b="1">
                <a:solidFill>
                  <a:schemeClr val="tx2"/>
                </a:solidFill>
              </a:defRPr>
            </a:lvl1pPr>
            <a:lvl2pPr marL="358775" indent="0">
              <a:buNone/>
              <a:defRPr/>
            </a:lvl2pPr>
          </a:lstStyle>
          <a:p>
            <a:pPr lvl="0"/>
            <a:r>
              <a:rPr lang="nl-NL" dirty="0"/>
              <a:t>Voornaam Achternaam</a:t>
            </a:r>
          </a:p>
        </p:txBody>
      </p:sp>
      <p:sp>
        <p:nvSpPr>
          <p:cNvPr id="39" name="Picture Placeholder 10">
            <a:extLst>
              <a:ext uri="{FF2B5EF4-FFF2-40B4-BE49-F238E27FC236}">
                <a16:creationId xmlns:a16="http://schemas.microsoft.com/office/drawing/2014/main" id="{56874475-56F7-FB5A-C0AF-25C722E7893A}"/>
              </a:ext>
            </a:extLst>
          </p:cNvPr>
          <p:cNvSpPr>
            <a:spLocks noGrp="1"/>
          </p:cNvSpPr>
          <p:nvPr>
            <p:ph type="pic" sz="quarter" idx="31" hasCustomPrompt="1"/>
          </p:nvPr>
        </p:nvSpPr>
        <p:spPr>
          <a:xfrm>
            <a:off x="6240463" y="1520826"/>
            <a:ext cx="1800000" cy="1800000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/>
          <a:lstStyle>
            <a:lvl1pPr marL="0" indent="0" algn="ctr">
              <a:buNone/>
              <a:defRPr sz="1600">
                <a:solidFill>
                  <a:schemeClr val="bg1">
                    <a:lumMod val="65000"/>
                  </a:schemeClr>
                </a:solidFill>
              </a:defRPr>
            </a:lvl1pPr>
          </a:lstStyle>
          <a:p>
            <a:r>
              <a:rPr lang="fr-FR" dirty="0"/>
              <a:t>	</a:t>
            </a:r>
          </a:p>
          <a:p>
            <a:endParaRPr lang="fr-FR" dirty="0"/>
          </a:p>
          <a:p>
            <a:endParaRPr lang="fr-FR" dirty="0"/>
          </a:p>
          <a:p>
            <a:r>
              <a:rPr lang="fr-FR" dirty="0" err="1"/>
              <a:t>Afbeelding</a:t>
            </a:r>
            <a:endParaRPr lang="fr-FR" dirty="0"/>
          </a:p>
        </p:txBody>
      </p:sp>
      <p:sp>
        <p:nvSpPr>
          <p:cNvPr id="40" name="Tijdelijke aanduiding voor tekst 5">
            <a:extLst>
              <a:ext uri="{FF2B5EF4-FFF2-40B4-BE49-F238E27FC236}">
                <a16:creationId xmlns:a16="http://schemas.microsoft.com/office/drawing/2014/main" id="{37117F0A-E566-A297-35D1-C3C1C5D05454}"/>
              </a:ext>
            </a:extLst>
          </p:cNvPr>
          <p:cNvSpPr>
            <a:spLocks noGrp="1"/>
          </p:cNvSpPr>
          <p:nvPr>
            <p:ph type="body" sz="quarter" idx="32" hasCustomPrompt="1"/>
          </p:nvPr>
        </p:nvSpPr>
        <p:spPr>
          <a:xfrm>
            <a:off x="6240883" y="3448675"/>
            <a:ext cx="2225027" cy="493036"/>
          </a:xfrm>
        </p:spPr>
        <p:txBody>
          <a:bodyPr>
            <a:noAutofit/>
          </a:bodyPr>
          <a:lstStyle>
            <a:lvl1pPr marL="0" indent="0">
              <a:buNone/>
              <a:defRPr sz="1400" b="1">
                <a:solidFill>
                  <a:schemeClr val="tx2"/>
                </a:solidFill>
              </a:defRPr>
            </a:lvl1pPr>
            <a:lvl2pPr marL="358775" indent="0">
              <a:buNone/>
              <a:defRPr/>
            </a:lvl2pPr>
          </a:lstStyle>
          <a:p>
            <a:pPr lvl="0"/>
            <a:r>
              <a:rPr lang="nl-NL" dirty="0"/>
              <a:t>Voornaam Achternaam</a:t>
            </a:r>
          </a:p>
        </p:txBody>
      </p:sp>
      <p:sp>
        <p:nvSpPr>
          <p:cNvPr id="41" name="Picture Placeholder 10">
            <a:extLst>
              <a:ext uri="{FF2B5EF4-FFF2-40B4-BE49-F238E27FC236}">
                <a16:creationId xmlns:a16="http://schemas.microsoft.com/office/drawing/2014/main" id="{07AE13BF-43FA-681D-01F7-768C02D9C028}"/>
              </a:ext>
            </a:extLst>
          </p:cNvPr>
          <p:cNvSpPr>
            <a:spLocks noGrp="1"/>
          </p:cNvSpPr>
          <p:nvPr>
            <p:ph type="pic" sz="quarter" idx="33" hasCustomPrompt="1"/>
          </p:nvPr>
        </p:nvSpPr>
        <p:spPr>
          <a:xfrm>
            <a:off x="9240762" y="1520826"/>
            <a:ext cx="1800000" cy="1800000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/>
          <a:lstStyle>
            <a:lvl1pPr marL="0" indent="0" algn="ctr">
              <a:buNone/>
              <a:defRPr sz="1600">
                <a:solidFill>
                  <a:schemeClr val="bg1">
                    <a:lumMod val="65000"/>
                  </a:schemeClr>
                </a:solidFill>
              </a:defRPr>
            </a:lvl1pPr>
          </a:lstStyle>
          <a:p>
            <a:r>
              <a:rPr lang="fr-FR" dirty="0"/>
              <a:t>	</a:t>
            </a:r>
          </a:p>
          <a:p>
            <a:endParaRPr lang="fr-FR" dirty="0"/>
          </a:p>
          <a:p>
            <a:endParaRPr lang="fr-FR" dirty="0"/>
          </a:p>
          <a:p>
            <a:r>
              <a:rPr lang="fr-FR" dirty="0" err="1"/>
              <a:t>Afbeelding</a:t>
            </a:r>
            <a:endParaRPr lang="fr-FR" dirty="0"/>
          </a:p>
        </p:txBody>
      </p:sp>
      <p:sp>
        <p:nvSpPr>
          <p:cNvPr id="42" name="Tijdelijke aanduiding voor tekst 5">
            <a:extLst>
              <a:ext uri="{FF2B5EF4-FFF2-40B4-BE49-F238E27FC236}">
                <a16:creationId xmlns:a16="http://schemas.microsoft.com/office/drawing/2014/main" id="{815B6F31-CD4F-09CE-C149-B50518F65EF6}"/>
              </a:ext>
            </a:extLst>
          </p:cNvPr>
          <p:cNvSpPr>
            <a:spLocks noGrp="1"/>
          </p:cNvSpPr>
          <p:nvPr>
            <p:ph type="body" sz="quarter" idx="34" hasCustomPrompt="1"/>
          </p:nvPr>
        </p:nvSpPr>
        <p:spPr>
          <a:xfrm>
            <a:off x="9241182" y="3448675"/>
            <a:ext cx="2225027" cy="493036"/>
          </a:xfrm>
        </p:spPr>
        <p:txBody>
          <a:bodyPr>
            <a:noAutofit/>
          </a:bodyPr>
          <a:lstStyle>
            <a:lvl1pPr marL="0" indent="0">
              <a:buNone/>
              <a:defRPr sz="1400" b="1">
                <a:solidFill>
                  <a:schemeClr val="tx2"/>
                </a:solidFill>
              </a:defRPr>
            </a:lvl1pPr>
            <a:lvl2pPr marL="358775" indent="0">
              <a:buNone/>
              <a:defRPr/>
            </a:lvl2pPr>
          </a:lstStyle>
          <a:p>
            <a:pPr lvl="0"/>
            <a:r>
              <a:rPr lang="nl-NL" dirty="0"/>
              <a:t>Voornaam Achternaam</a:t>
            </a:r>
          </a:p>
        </p:txBody>
      </p:sp>
      <p:sp>
        <p:nvSpPr>
          <p:cNvPr id="43" name="Picture Placeholder 10">
            <a:extLst>
              <a:ext uri="{FF2B5EF4-FFF2-40B4-BE49-F238E27FC236}">
                <a16:creationId xmlns:a16="http://schemas.microsoft.com/office/drawing/2014/main" id="{F8BABAFA-4FBF-17BC-8BB3-D50B6AA20B4F}"/>
              </a:ext>
            </a:extLst>
          </p:cNvPr>
          <p:cNvSpPr>
            <a:spLocks noGrp="1"/>
          </p:cNvSpPr>
          <p:nvPr>
            <p:ph type="pic" sz="quarter" idx="35" hasCustomPrompt="1"/>
          </p:nvPr>
        </p:nvSpPr>
        <p:spPr>
          <a:xfrm>
            <a:off x="6240042" y="4190338"/>
            <a:ext cx="1800000" cy="1800000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/>
          <a:lstStyle>
            <a:lvl1pPr marL="0" indent="0" algn="ctr">
              <a:buNone/>
              <a:defRPr sz="1600">
                <a:solidFill>
                  <a:schemeClr val="bg1">
                    <a:lumMod val="65000"/>
                  </a:schemeClr>
                </a:solidFill>
              </a:defRPr>
            </a:lvl1pPr>
          </a:lstStyle>
          <a:p>
            <a:r>
              <a:rPr lang="fr-FR" dirty="0"/>
              <a:t>	</a:t>
            </a:r>
          </a:p>
          <a:p>
            <a:endParaRPr lang="fr-FR" dirty="0"/>
          </a:p>
          <a:p>
            <a:endParaRPr lang="fr-FR" dirty="0"/>
          </a:p>
          <a:p>
            <a:r>
              <a:rPr lang="fr-FR" dirty="0" err="1"/>
              <a:t>Afbeelding</a:t>
            </a:r>
            <a:endParaRPr lang="fr-FR" dirty="0"/>
          </a:p>
        </p:txBody>
      </p:sp>
      <p:sp>
        <p:nvSpPr>
          <p:cNvPr id="44" name="Tijdelijke aanduiding voor tekst 5">
            <a:extLst>
              <a:ext uri="{FF2B5EF4-FFF2-40B4-BE49-F238E27FC236}">
                <a16:creationId xmlns:a16="http://schemas.microsoft.com/office/drawing/2014/main" id="{870F16BA-AC18-241C-91ED-DEF1CB576767}"/>
              </a:ext>
            </a:extLst>
          </p:cNvPr>
          <p:cNvSpPr>
            <a:spLocks noGrp="1"/>
          </p:cNvSpPr>
          <p:nvPr>
            <p:ph type="body" sz="quarter" idx="36" hasCustomPrompt="1"/>
          </p:nvPr>
        </p:nvSpPr>
        <p:spPr>
          <a:xfrm>
            <a:off x="6240462" y="6126976"/>
            <a:ext cx="2225027" cy="335128"/>
          </a:xfrm>
        </p:spPr>
        <p:txBody>
          <a:bodyPr>
            <a:noAutofit/>
          </a:bodyPr>
          <a:lstStyle>
            <a:lvl1pPr marL="0" indent="0">
              <a:buNone/>
              <a:defRPr sz="1400" b="1">
                <a:solidFill>
                  <a:schemeClr val="tx2"/>
                </a:solidFill>
              </a:defRPr>
            </a:lvl1pPr>
            <a:lvl2pPr marL="358775" indent="0">
              <a:buNone/>
              <a:defRPr/>
            </a:lvl2pPr>
          </a:lstStyle>
          <a:p>
            <a:pPr lvl="0"/>
            <a:r>
              <a:rPr lang="nl-NL" dirty="0"/>
              <a:t>Voornaam Achternaam</a:t>
            </a:r>
          </a:p>
        </p:txBody>
      </p:sp>
      <p:sp>
        <p:nvSpPr>
          <p:cNvPr id="45" name="Picture Placeholder 10">
            <a:extLst>
              <a:ext uri="{FF2B5EF4-FFF2-40B4-BE49-F238E27FC236}">
                <a16:creationId xmlns:a16="http://schemas.microsoft.com/office/drawing/2014/main" id="{6550A89B-C5E7-B3C5-170E-5A0E0A422A74}"/>
              </a:ext>
            </a:extLst>
          </p:cNvPr>
          <p:cNvSpPr>
            <a:spLocks noGrp="1"/>
          </p:cNvSpPr>
          <p:nvPr>
            <p:ph type="pic" sz="quarter" idx="37" hasCustomPrompt="1"/>
          </p:nvPr>
        </p:nvSpPr>
        <p:spPr>
          <a:xfrm>
            <a:off x="9243802" y="4190338"/>
            <a:ext cx="1800000" cy="1800000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/>
          <a:lstStyle>
            <a:lvl1pPr marL="0" indent="0" algn="ctr">
              <a:buNone/>
              <a:defRPr sz="1600">
                <a:solidFill>
                  <a:schemeClr val="bg1">
                    <a:lumMod val="65000"/>
                  </a:schemeClr>
                </a:solidFill>
              </a:defRPr>
            </a:lvl1pPr>
          </a:lstStyle>
          <a:p>
            <a:r>
              <a:rPr lang="fr-FR" dirty="0"/>
              <a:t>	</a:t>
            </a:r>
          </a:p>
          <a:p>
            <a:endParaRPr lang="fr-FR" dirty="0"/>
          </a:p>
          <a:p>
            <a:endParaRPr lang="fr-FR" dirty="0"/>
          </a:p>
          <a:p>
            <a:r>
              <a:rPr lang="fr-FR" dirty="0" err="1"/>
              <a:t>Afbeelding</a:t>
            </a:r>
            <a:endParaRPr lang="fr-FR" dirty="0"/>
          </a:p>
        </p:txBody>
      </p:sp>
      <p:sp>
        <p:nvSpPr>
          <p:cNvPr id="46" name="Tijdelijke aanduiding voor tekst 5">
            <a:extLst>
              <a:ext uri="{FF2B5EF4-FFF2-40B4-BE49-F238E27FC236}">
                <a16:creationId xmlns:a16="http://schemas.microsoft.com/office/drawing/2014/main" id="{49252DAA-7954-9B97-9302-448203C9CFCD}"/>
              </a:ext>
            </a:extLst>
          </p:cNvPr>
          <p:cNvSpPr>
            <a:spLocks noGrp="1"/>
          </p:cNvSpPr>
          <p:nvPr>
            <p:ph type="body" sz="quarter" idx="38" hasCustomPrompt="1"/>
          </p:nvPr>
        </p:nvSpPr>
        <p:spPr>
          <a:xfrm>
            <a:off x="9244222" y="6126976"/>
            <a:ext cx="2225027" cy="335128"/>
          </a:xfrm>
        </p:spPr>
        <p:txBody>
          <a:bodyPr>
            <a:noAutofit/>
          </a:bodyPr>
          <a:lstStyle>
            <a:lvl1pPr marL="0" indent="0">
              <a:buNone/>
              <a:defRPr sz="1400" b="1">
                <a:solidFill>
                  <a:schemeClr val="tx2"/>
                </a:solidFill>
              </a:defRPr>
            </a:lvl1pPr>
            <a:lvl2pPr marL="358775" indent="0">
              <a:buNone/>
              <a:defRPr/>
            </a:lvl2pPr>
          </a:lstStyle>
          <a:p>
            <a:pPr lvl="0"/>
            <a:r>
              <a:rPr lang="nl-NL" dirty="0"/>
              <a:t>Voornaam Achternaam</a:t>
            </a:r>
          </a:p>
        </p:txBody>
      </p:sp>
    </p:spTree>
    <p:extLst>
      <p:ext uri="{BB962C8B-B14F-4D97-AF65-F5344CB8AC3E}">
        <p14:creationId xmlns:p14="http://schemas.microsoft.com/office/powerpoint/2010/main" val="4287582395"/>
      </p:ext>
    </p:extLst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Container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Picture Placeholder 10">
            <a:extLst>
              <a:ext uri="{FF2B5EF4-FFF2-40B4-BE49-F238E27FC236}">
                <a16:creationId xmlns:a16="http://schemas.microsoft.com/office/drawing/2014/main" id="{FEDBDA94-24D5-41E5-9379-523B7141822B}"/>
              </a:ext>
            </a:extLst>
          </p:cNvPr>
          <p:cNvSpPr>
            <a:spLocks noGrp="1"/>
          </p:cNvSpPr>
          <p:nvPr>
            <p:ph type="pic" sz="quarter" idx="10" hasCustomPrompt="1"/>
          </p:nvPr>
        </p:nvSpPr>
        <p:spPr>
          <a:xfrm>
            <a:off x="-1" y="0"/>
            <a:ext cx="12192001" cy="6857999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txBody>
          <a:bodyPr tIns="180000"/>
          <a:lstStyle>
            <a:lvl1pPr>
              <a:defRPr lang="fr-FR" sz="1800" dirty="0">
                <a:solidFill>
                  <a:schemeClr val="bg1">
                    <a:lumMod val="75000"/>
                  </a:schemeClr>
                </a:solidFill>
                <a:latin typeface="+mj-lt"/>
              </a:defRPr>
            </a:lvl1pPr>
          </a:lstStyle>
          <a:p>
            <a:pPr marL="0" lvl="0" indent="0" algn="ctr">
              <a:buNone/>
            </a:pPr>
            <a:r>
              <a:rPr lang="fr-FR" dirty="0"/>
              <a:t>	</a:t>
            </a:r>
          </a:p>
          <a:p>
            <a:pPr marL="0" lvl="0" indent="0" algn="ctr">
              <a:buNone/>
            </a:pPr>
            <a:endParaRPr lang="fr-FR" dirty="0"/>
          </a:p>
          <a:p>
            <a:pPr marL="0" lvl="0" indent="0" algn="ctr">
              <a:buNone/>
            </a:pPr>
            <a:r>
              <a:rPr lang="fr-FR" dirty="0" err="1"/>
              <a:t>Afbeelding</a:t>
            </a:r>
            <a:endParaRPr lang="fr-FR" dirty="0"/>
          </a:p>
        </p:txBody>
      </p:sp>
    </p:spTree>
    <p:extLst>
      <p:ext uri="{BB962C8B-B14F-4D97-AF65-F5344CB8AC3E}">
        <p14:creationId xmlns:p14="http://schemas.microsoft.com/office/powerpoint/2010/main" val="1563986017"/>
      </p:ext>
    </p:extLst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Pictures - 6 Collage">
    <p:bg>
      <p:bgPr>
        <a:solidFill>
          <a:srgbClr val="F7F7F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Picture Placeholder 3"/>
          <p:cNvSpPr>
            <a:spLocks noGrp="1"/>
          </p:cNvSpPr>
          <p:nvPr>
            <p:ph type="pic" sz="quarter" idx="10" hasCustomPrompt="1"/>
          </p:nvPr>
        </p:nvSpPr>
        <p:spPr>
          <a:xfrm>
            <a:off x="0" y="0"/>
            <a:ext cx="4064400" cy="3429000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txBody>
          <a:bodyPr tIns="468000"/>
          <a:lstStyle>
            <a:lvl1pPr>
              <a:defRPr lang="fr-FR" sz="1800" dirty="0">
                <a:solidFill>
                  <a:schemeClr val="bg1">
                    <a:lumMod val="75000"/>
                  </a:schemeClr>
                </a:solidFill>
                <a:latin typeface="+mj-lt"/>
              </a:defRPr>
            </a:lvl1pPr>
          </a:lstStyle>
          <a:p>
            <a:pPr marL="0" lvl="0" indent="0" algn="ctr">
              <a:buNone/>
            </a:pPr>
            <a:r>
              <a:rPr lang="fr-FR" dirty="0" err="1"/>
              <a:t>Afbeelding</a:t>
            </a:r>
            <a:endParaRPr lang="fr-FR" dirty="0"/>
          </a:p>
        </p:txBody>
      </p:sp>
      <p:sp>
        <p:nvSpPr>
          <p:cNvPr id="16" name="Picture Placeholder 3"/>
          <p:cNvSpPr>
            <a:spLocks noGrp="1"/>
          </p:cNvSpPr>
          <p:nvPr>
            <p:ph type="pic" sz="quarter" idx="11" hasCustomPrompt="1"/>
          </p:nvPr>
        </p:nvSpPr>
        <p:spPr>
          <a:xfrm>
            <a:off x="4064000" y="0"/>
            <a:ext cx="4064400" cy="3429000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txBody>
          <a:bodyPr tIns="468000"/>
          <a:lstStyle>
            <a:lvl1pPr>
              <a:defRPr lang="fr-FR" sz="1800" dirty="0">
                <a:solidFill>
                  <a:schemeClr val="bg1">
                    <a:lumMod val="75000"/>
                  </a:schemeClr>
                </a:solidFill>
                <a:latin typeface="+mj-lt"/>
              </a:defRPr>
            </a:lvl1pPr>
          </a:lstStyle>
          <a:p>
            <a:pPr marL="0" lvl="0" indent="0" algn="ctr">
              <a:buNone/>
            </a:pPr>
            <a:r>
              <a:rPr lang="fr-FR" dirty="0" err="1"/>
              <a:t>Afbeelding</a:t>
            </a:r>
            <a:endParaRPr lang="fr-FR" dirty="0"/>
          </a:p>
        </p:txBody>
      </p:sp>
      <p:sp>
        <p:nvSpPr>
          <p:cNvPr id="17" name="Picture Placeholder 3"/>
          <p:cNvSpPr>
            <a:spLocks noGrp="1"/>
          </p:cNvSpPr>
          <p:nvPr>
            <p:ph type="pic" sz="quarter" idx="12" hasCustomPrompt="1"/>
          </p:nvPr>
        </p:nvSpPr>
        <p:spPr>
          <a:xfrm>
            <a:off x="8128000" y="0"/>
            <a:ext cx="4064400" cy="3429000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txBody>
          <a:bodyPr tIns="468000"/>
          <a:lstStyle>
            <a:lvl1pPr>
              <a:defRPr lang="fr-FR" sz="1800" dirty="0">
                <a:solidFill>
                  <a:schemeClr val="bg1">
                    <a:lumMod val="75000"/>
                  </a:schemeClr>
                </a:solidFill>
                <a:latin typeface="+mj-lt"/>
              </a:defRPr>
            </a:lvl1pPr>
          </a:lstStyle>
          <a:p>
            <a:pPr marL="0" lvl="0" indent="0" algn="ctr">
              <a:buNone/>
            </a:pPr>
            <a:r>
              <a:rPr lang="fr-FR" dirty="0" err="1"/>
              <a:t>Afbeelding</a:t>
            </a:r>
            <a:endParaRPr lang="fr-FR" dirty="0"/>
          </a:p>
        </p:txBody>
      </p:sp>
      <p:sp>
        <p:nvSpPr>
          <p:cNvPr id="18" name="Picture Placeholder 3"/>
          <p:cNvSpPr>
            <a:spLocks noGrp="1"/>
          </p:cNvSpPr>
          <p:nvPr>
            <p:ph type="pic" sz="quarter" idx="13" hasCustomPrompt="1"/>
          </p:nvPr>
        </p:nvSpPr>
        <p:spPr>
          <a:xfrm>
            <a:off x="8128000" y="3429000"/>
            <a:ext cx="4064400" cy="3429000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txBody>
          <a:bodyPr tIns="468000"/>
          <a:lstStyle>
            <a:lvl1pPr>
              <a:defRPr lang="fr-FR" sz="1800" dirty="0">
                <a:solidFill>
                  <a:schemeClr val="bg1">
                    <a:lumMod val="75000"/>
                  </a:schemeClr>
                </a:solidFill>
                <a:latin typeface="+mj-lt"/>
              </a:defRPr>
            </a:lvl1pPr>
          </a:lstStyle>
          <a:p>
            <a:pPr marL="0" lvl="0" indent="0" algn="ctr">
              <a:buNone/>
            </a:pPr>
            <a:r>
              <a:rPr lang="fr-FR" dirty="0" err="1"/>
              <a:t>Afbeelding</a:t>
            </a:r>
            <a:endParaRPr lang="fr-FR" dirty="0"/>
          </a:p>
        </p:txBody>
      </p:sp>
      <p:sp>
        <p:nvSpPr>
          <p:cNvPr id="19" name="Picture Placeholder 3"/>
          <p:cNvSpPr>
            <a:spLocks noGrp="1"/>
          </p:cNvSpPr>
          <p:nvPr>
            <p:ph type="pic" sz="quarter" idx="14" hasCustomPrompt="1"/>
          </p:nvPr>
        </p:nvSpPr>
        <p:spPr>
          <a:xfrm>
            <a:off x="4064000" y="3429000"/>
            <a:ext cx="4064400" cy="3429000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txBody>
          <a:bodyPr tIns="468000"/>
          <a:lstStyle>
            <a:lvl1pPr>
              <a:defRPr lang="fr-FR" sz="1800" dirty="0">
                <a:solidFill>
                  <a:schemeClr val="bg1">
                    <a:lumMod val="75000"/>
                  </a:schemeClr>
                </a:solidFill>
                <a:latin typeface="+mj-lt"/>
              </a:defRPr>
            </a:lvl1pPr>
          </a:lstStyle>
          <a:p>
            <a:pPr marL="0" lvl="0" indent="0" algn="ctr">
              <a:buNone/>
            </a:pPr>
            <a:r>
              <a:rPr lang="fr-FR" dirty="0" err="1"/>
              <a:t>Afbeelding</a:t>
            </a:r>
            <a:endParaRPr lang="fr-FR" dirty="0"/>
          </a:p>
        </p:txBody>
      </p:sp>
      <p:sp>
        <p:nvSpPr>
          <p:cNvPr id="20" name="Picture Placeholder 3"/>
          <p:cNvSpPr>
            <a:spLocks noGrp="1"/>
          </p:cNvSpPr>
          <p:nvPr>
            <p:ph type="pic" sz="quarter" idx="15" hasCustomPrompt="1"/>
          </p:nvPr>
        </p:nvSpPr>
        <p:spPr>
          <a:xfrm>
            <a:off x="0" y="3429000"/>
            <a:ext cx="4064400" cy="3429000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txBody>
          <a:bodyPr tIns="468000"/>
          <a:lstStyle>
            <a:lvl1pPr>
              <a:defRPr lang="fr-FR" sz="1800" dirty="0">
                <a:solidFill>
                  <a:schemeClr val="bg1">
                    <a:lumMod val="75000"/>
                  </a:schemeClr>
                </a:solidFill>
                <a:latin typeface="+mj-lt"/>
              </a:defRPr>
            </a:lvl1pPr>
          </a:lstStyle>
          <a:p>
            <a:pPr marL="0" lvl="0" indent="0" algn="ctr">
              <a:buNone/>
            </a:pPr>
            <a:r>
              <a:rPr lang="fr-FR" dirty="0" err="1"/>
              <a:t>Afbeelding</a:t>
            </a:r>
            <a:endParaRPr lang="fr-FR" dirty="0"/>
          </a:p>
        </p:txBody>
      </p:sp>
    </p:spTree>
    <p:extLst>
      <p:ext uri="{BB962C8B-B14F-4D97-AF65-F5344CB8AC3E}">
        <p14:creationId xmlns:p14="http://schemas.microsoft.com/office/powerpoint/2010/main" val="315876793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8 klantlog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Espace réservé du contenu 12">
            <a:extLst>
              <a:ext uri="{FF2B5EF4-FFF2-40B4-BE49-F238E27FC236}">
                <a16:creationId xmlns:a16="http://schemas.microsoft.com/office/drawing/2014/main" id="{0FA82258-8070-4B7B-B7C6-919C1BFAD958}"/>
              </a:ext>
            </a:extLst>
          </p:cNvPr>
          <p:cNvSpPr>
            <a:spLocks noGrp="1"/>
          </p:cNvSpPr>
          <p:nvPr>
            <p:ph sz="quarter" idx="10" hasCustomPrompt="1"/>
          </p:nvPr>
        </p:nvSpPr>
        <p:spPr>
          <a:xfrm>
            <a:off x="300038" y="1520825"/>
            <a:ext cx="1042521" cy="1008570"/>
          </a:xfrm>
          <a:prstGeom prst="rect">
            <a:avLst/>
          </a:prstGeom>
        </p:spPr>
        <p:txBody>
          <a:bodyPr anchor="t"/>
          <a:lstStyle>
            <a:lvl1pPr marL="0" indent="0" algn="ctr">
              <a:buNone/>
              <a:defRPr sz="813"/>
            </a:lvl1pPr>
          </a:lstStyle>
          <a:p>
            <a:pPr lvl="0"/>
            <a:r>
              <a:rPr lang="fr-FR"/>
              <a:t>Drag &amp; Drop</a:t>
            </a:r>
            <a:endParaRPr lang="en-US"/>
          </a:p>
        </p:txBody>
      </p:sp>
      <p:sp>
        <p:nvSpPr>
          <p:cNvPr id="14" name="Espace réservé du contenu 12">
            <a:extLst>
              <a:ext uri="{FF2B5EF4-FFF2-40B4-BE49-F238E27FC236}">
                <a16:creationId xmlns:a16="http://schemas.microsoft.com/office/drawing/2014/main" id="{24B192B9-1979-47FD-B40B-D105E04FD493}"/>
              </a:ext>
            </a:extLst>
          </p:cNvPr>
          <p:cNvSpPr>
            <a:spLocks noGrp="1"/>
          </p:cNvSpPr>
          <p:nvPr>
            <p:ph sz="quarter" idx="11" hasCustomPrompt="1"/>
          </p:nvPr>
        </p:nvSpPr>
        <p:spPr>
          <a:xfrm>
            <a:off x="2252606" y="1520825"/>
            <a:ext cx="1042521" cy="1008570"/>
          </a:xfrm>
          <a:prstGeom prst="rect">
            <a:avLst/>
          </a:prstGeom>
        </p:spPr>
        <p:txBody>
          <a:bodyPr anchor="t"/>
          <a:lstStyle>
            <a:lvl1pPr marL="0" indent="0" algn="ctr">
              <a:buNone/>
              <a:defRPr sz="813"/>
            </a:lvl1pPr>
          </a:lstStyle>
          <a:p>
            <a:pPr lvl="0"/>
            <a:r>
              <a:rPr lang="fr-FR"/>
              <a:t>Drag &amp; Drop</a:t>
            </a:r>
          </a:p>
        </p:txBody>
      </p:sp>
      <p:sp>
        <p:nvSpPr>
          <p:cNvPr id="17" name="Espace réservé du contenu 12">
            <a:extLst>
              <a:ext uri="{FF2B5EF4-FFF2-40B4-BE49-F238E27FC236}">
                <a16:creationId xmlns:a16="http://schemas.microsoft.com/office/drawing/2014/main" id="{201296E0-114D-4FAE-9474-548B5DC841EA}"/>
              </a:ext>
            </a:extLst>
          </p:cNvPr>
          <p:cNvSpPr>
            <a:spLocks noGrp="1"/>
          </p:cNvSpPr>
          <p:nvPr>
            <p:ph sz="quarter" idx="12" hasCustomPrompt="1"/>
          </p:nvPr>
        </p:nvSpPr>
        <p:spPr>
          <a:xfrm>
            <a:off x="4205175" y="1520825"/>
            <a:ext cx="1042521" cy="1008570"/>
          </a:xfrm>
          <a:prstGeom prst="rect">
            <a:avLst/>
          </a:prstGeom>
        </p:spPr>
        <p:txBody>
          <a:bodyPr anchor="t"/>
          <a:lstStyle>
            <a:lvl1pPr marL="0" indent="0" algn="ctr">
              <a:buNone/>
              <a:defRPr sz="813"/>
            </a:lvl1pPr>
          </a:lstStyle>
          <a:p>
            <a:pPr lvl="0"/>
            <a:r>
              <a:rPr lang="fr-FR"/>
              <a:t>Drag &amp; Drop</a:t>
            </a:r>
          </a:p>
        </p:txBody>
      </p:sp>
      <p:sp>
        <p:nvSpPr>
          <p:cNvPr id="18" name="Espace réservé du contenu 12">
            <a:extLst>
              <a:ext uri="{FF2B5EF4-FFF2-40B4-BE49-F238E27FC236}">
                <a16:creationId xmlns:a16="http://schemas.microsoft.com/office/drawing/2014/main" id="{154D76DD-DF79-45CC-89FC-1544939578E9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6157745" y="1520825"/>
            <a:ext cx="1042521" cy="1008570"/>
          </a:xfrm>
          <a:prstGeom prst="rect">
            <a:avLst/>
          </a:prstGeom>
        </p:spPr>
        <p:txBody>
          <a:bodyPr anchor="t"/>
          <a:lstStyle>
            <a:lvl1pPr marL="0" indent="0" algn="ctr">
              <a:buNone/>
              <a:defRPr sz="813"/>
            </a:lvl1pPr>
          </a:lstStyle>
          <a:p>
            <a:pPr lvl="0"/>
            <a:r>
              <a:rPr lang="fr-FR"/>
              <a:t>Drag &amp; Drop</a:t>
            </a:r>
          </a:p>
        </p:txBody>
      </p:sp>
      <p:sp>
        <p:nvSpPr>
          <p:cNvPr id="21" name="Espace réservé du contenu 12">
            <a:extLst>
              <a:ext uri="{FF2B5EF4-FFF2-40B4-BE49-F238E27FC236}">
                <a16:creationId xmlns:a16="http://schemas.microsoft.com/office/drawing/2014/main" id="{E3E44833-1827-41DC-AEC3-0C01F1BAD462}"/>
              </a:ext>
            </a:extLst>
          </p:cNvPr>
          <p:cNvSpPr>
            <a:spLocks noGrp="1"/>
          </p:cNvSpPr>
          <p:nvPr>
            <p:ph sz="quarter" idx="14" hasCustomPrompt="1"/>
          </p:nvPr>
        </p:nvSpPr>
        <p:spPr>
          <a:xfrm>
            <a:off x="8110313" y="1520825"/>
            <a:ext cx="1042521" cy="1008570"/>
          </a:xfrm>
          <a:prstGeom prst="rect">
            <a:avLst/>
          </a:prstGeom>
        </p:spPr>
        <p:txBody>
          <a:bodyPr anchor="t"/>
          <a:lstStyle>
            <a:lvl1pPr marL="0" indent="0" algn="ctr">
              <a:buNone/>
              <a:defRPr sz="813"/>
            </a:lvl1pPr>
          </a:lstStyle>
          <a:p>
            <a:pPr lvl="0"/>
            <a:r>
              <a:rPr lang="fr-FR"/>
              <a:t>Drag &amp; Drop</a:t>
            </a:r>
          </a:p>
        </p:txBody>
      </p:sp>
      <p:sp>
        <p:nvSpPr>
          <p:cNvPr id="22" name="Espace réservé du contenu 12">
            <a:extLst>
              <a:ext uri="{FF2B5EF4-FFF2-40B4-BE49-F238E27FC236}">
                <a16:creationId xmlns:a16="http://schemas.microsoft.com/office/drawing/2014/main" id="{36394FDD-DDC6-46CD-87AF-F343169F6B6C}"/>
              </a:ext>
            </a:extLst>
          </p:cNvPr>
          <p:cNvSpPr>
            <a:spLocks noGrp="1"/>
          </p:cNvSpPr>
          <p:nvPr>
            <p:ph sz="quarter" idx="15" hasCustomPrompt="1"/>
          </p:nvPr>
        </p:nvSpPr>
        <p:spPr>
          <a:xfrm>
            <a:off x="300038" y="3114835"/>
            <a:ext cx="1042521" cy="1008570"/>
          </a:xfrm>
          <a:prstGeom prst="rect">
            <a:avLst/>
          </a:prstGeom>
        </p:spPr>
        <p:txBody>
          <a:bodyPr anchor="t"/>
          <a:lstStyle>
            <a:lvl1pPr marL="0" indent="0" algn="ctr">
              <a:buNone/>
              <a:defRPr sz="813"/>
            </a:lvl1pPr>
          </a:lstStyle>
          <a:p>
            <a:pPr lvl="0"/>
            <a:r>
              <a:rPr lang="fr-FR"/>
              <a:t>Drag &amp; Drop</a:t>
            </a:r>
          </a:p>
        </p:txBody>
      </p:sp>
      <p:sp>
        <p:nvSpPr>
          <p:cNvPr id="23" name="Espace réservé du contenu 12">
            <a:extLst>
              <a:ext uri="{FF2B5EF4-FFF2-40B4-BE49-F238E27FC236}">
                <a16:creationId xmlns:a16="http://schemas.microsoft.com/office/drawing/2014/main" id="{F4892D69-01ED-4ACE-9A93-97CAA2FCC8E8}"/>
              </a:ext>
            </a:extLst>
          </p:cNvPr>
          <p:cNvSpPr>
            <a:spLocks noGrp="1"/>
          </p:cNvSpPr>
          <p:nvPr>
            <p:ph sz="quarter" idx="16" hasCustomPrompt="1"/>
          </p:nvPr>
        </p:nvSpPr>
        <p:spPr>
          <a:xfrm>
            <a:off x="2252606" y="3114835"/>
            <a:ext cx="1042521" cy="1008570"/>
          </a:xfrm>
          <a:prstGeom prst="rect">
            <a:avLst/>
          </a:prstGeom>
        </p:spPr>
        <p:txBody>
          <a:bodyPr anchor="t"/>
          <a:lstStyle>
            <a:lvl1pPr marL="0" indent="0" algn="ctr">
              <a:buNone/>
              <a:defRPr sz="813"/>
            </a:lvl1pPr>
          </a:lstStyle>
          <a:p>
            <a:pPr lvl="0"/>
            <a:r>
              <a:rPr lang="fr-FR"/>
              <a:t>Drag &amp; Drop</a:t>
            </a:r>
          </a:p>
        </p:txBody>
      </p:sp>
      <p:sp>
        <p:nvSpPr>
          <p:cNvPr id="24" name="Espace réservé du contenu 12">
            <a:extLst>
              <a:ext uri="{FF2B5EF4-FFF2-40B4-BE49-F238E27FC236}">
                <a16:creationId xmlns:a16="http://schemas.microsoft.com/office/drawing/2014/main" id="{B911AC6F-ED1A-472B-82C9-F9B03EBADF44}"/>
              </a:ext>
            </a:extLst>
          </p:cNvPr>
          <p:cNvSpPr>
            <a:spLocks noGrp="1"/>
          </p:cNvSpPr>
          <p:nvPr>
            <p:ph sz="quarter" idx="17" hasCustomPrompt="1"/>
          </p:nvPr>
        </p:nvSpPr>
        <p:spPr>
          <a:xfrm>
            <a:off x="4200450" y="3114835"/>
            <a:ext cx="1042521" cy="1008570"/>
          </a:xfrm>
          <a:prstGeom prst="rect">
            <a:avLst/>
          </a:prstGeom>
        </p:spPr>
        <p:txBody>
          <a:bodyPr anchor="t"/>
          <a:lstStyle>
            <a:lvl1pPr marL="0" indent="0" algn="ctr">
              <a:buNone/>
              <a:defRPr sz="813"/>
            </a:lvl1pPr>
          </a:lstStyle>
          <a:p>
            <a:pPr lvl="0"/>
            <a:r>
              <a:rPr lang="fr-FR"/>
              <a:t>Drag &amp; Drop</a:t>
            </a:r>
          </a:p>
        </p:txBody>
      </p:sp>
      <p:sp>
        <p:nvSpPr>
          <p:cNvPr id="25" name="Espace réservé du contenu 12">
            <a:extLst>
              <a:ext uri="{FF2B5EF4-FFF2-40B4-BE49-F238E27FC236}">
                <a16:creationId xmlns:a16="http://schemas.microsoft.com/office/drawing/2014/main" id="{2A92BF88-4F19-41E1-9684-DFAC07366387}"/>
              </a:ext>
            </a:extLst>
          </p:cNvPr>
          <p:cNvSpPr>
            <a:spLocks noGrp="1"/>
          </p:cNvSpPr>
          <p:nvPr>
            <p:ph sz="quarter" idx="18" hasCustomPrompt="1"/>
          </p:nvPr>
        </p:nvSpPr>
        <p:spPr>
          <a:xfrm>
            <a:off x="6157745" y="3114835"/>
            <a:ext cx="1042521" cy="1008570"/>
          </a:xfrm>
          <a:prstGeom prst="rect">
            <a:avLst/>
          </a:prstGeom>
        </p:spPr>
        <p:txBody>
          <a:bodyPr anchor="t"/>
          <a:lstStyle>
            <a:lvl1pPr marL="0" indent="0" algn="ctr">
              <a:buNone/>
              <a:defRPr sz="813"/>
            </a:lvl1pPr>
          </a:lstStyle>
          <a:p>
            <a:pPr lvl="0"/>
            <a:r>
              <a:rPr lang="fr-FR"/>
              <a:t>Drag &amp; Drop</a:t>
            </a:r>
          </a:p>
        </p:txBody>
      </p:sp>
      <p:sp>
        <p:nvSpPr>
          <p:cNvPr id="26" name="Espace réservé du contenu 12">
            <a:extLst>
              <a:ext uri="{FF2B5EF4-FFF2-40B4-BE49-F238E27FC236}">
                <a16:creationId xmlns:a16="http://schemas.microsoft.com/office/drawing/2014/main" id="{6C4A12E5-2DFE-40D7-BD07-4F8CB3981E76}"/>
              </a:ext>
            </a:extLst>
          </p:cNvPr>
          <p:cNvSpPr>
            <a:spLocks noGrp="1"/>
          </p:cNvSpPr>
          <p:nvPr>
            <p:ph sz="quarter" idx="19" hasCustomPrompt="1"/>
          </p:nvPr>
        </p:nvSpPr>
        <p:spPr>
          <a:xfrm>
            <a:off x="8105590" y="3114835"/>
            <a:ext cx="1042521" cy="1008570"/>
          </a:xfrm>
          <a:prstGeom prst="rect">
            <a:avLst/>
          </a:prstGeom>
        </p:spPr>
        <p:txBody>
          <a:bodyPr anchor="t"/>
          <a:lstStyle>
            <a:lvl1pPr marL="0" indent="0" algn="ctr">
              <a:buNone/>
              <a:defRPr sz="813"/>
            </a:lvl1pPr>
          </a:lstStyle>
          <a:p>
            <a:pPr lvl="0"/>
            <a:r>
              <a:rPr lang="fr-FR"/>
              <a:t>Drag &amp; Drop</a:t>
            </a:r>
          </a:p>
        </p:txBody>
      </p:sp>
      <p:sp>
        <p:nvSpPr>
          <p:cNvPr id="2" name="Titel 1">
            <a:extLst>
              <a:ext uri="{FF2B5EF4-FFF2-40B4-BE49-F238E27FC236}">
                <a16:creationId xmlns:a16="http://schemas.microsoft.com/office/drawing/2014/main" id="{0DA0D81A-0A4D-402E-8E9E-990523BD033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nl-NL"/>
              <a:t>Klik om stijl te bewerken</a:t>
            </a:r>
            <a:endParaRPr lang="en-GB" dirty="0"/>
          </a:p>
        </p:txBody>
      </p:sp>
      <p:sp>
        <p:nvSpPr>
          <p:cNvPr id="15" name="Espace réservé du contenu 12">
            <a:extLst>
              <a:ext uri="{FF2B5EF4-FFF2-40B4-BE49-F238E27FC236}">
                <a16:creationId xmlns:a16="http://schemas.microsoft.com/office/drawing/2014/main" id="{6EACFA82-13D3-4835-BC31-EA4D32DA2EEB}"/>
              </a:ext>
            </a:extLst>
          </p:cNvPr>
          <p:cNvSpPr>
            <a:spLocks noGrp="1"/>
          </p:cNvSpPr>
          <p:nvPr>
            <p:ph sz="quarter" idx="20" hasCustomPrompt="1"/>
          </p:nvPr>
        </p:nvSpPr>
        <p:spPr>
          <a:xfrm>
            <a:off x="300038" y="4708845"/>
            <a:ext cx="1042521" cy="1008570"/>
          </a:xfrm>
          <a:prstGeom prst="rect">
            <a:avLst/>
          </a:prstGeom>
        </p:spPr>
        <p:txBody>
          <a:bodyPr anchor="t"/>
          <a:lstStyle>
            <a:lvl1pPr marL="0" indent="0" algn="ctr">
              <a:buNone/>
              <a:defRPr sz="813"/>
            </a:lvl1pPr>
          </a:lstStyle>
          <a:p>
            <a:pPr lvl="0"/>
            <a:r>
              <a:rPr lang="fr-FR"/>
              <a:t>Drag &amp; Drop</a:t>
            </a:r>
          </a:p>
        </p:txBody>
      </p:sp>
      <p:sp>
        <p:nvSpPr>
          <p:cNvPr id="16" name="Espace réservé du contenu 12">
            <a:extLst>
              <a:ext uri="{FF2B5EF4-FFF2-40B4-BE49-F238E27FC236}">
                <a16:creationId xmlns:a16="http://schemas.microsoft.com/office/drawing/2014/main" id="{8116A56C-8FBE-4F10-86C4-7EBBDA731D33}"/>
              </a:ext>
            </a:extLst>
          </p:cNvPr>
          <p:cNvSpPr>
            <a:spLocks noGrp="1"/>
          </p:cNvSpPr>
          <p:nvPr>
            <p:ph sz="quarter" idx="21" hasCustomPrompt="1"/>
          </p:nvPr>
        </p:nvSpPr>
        <p:spPr>
          <a:xfrm>
            <a:off x="2252606" y="4708845"/>
            <a:ext cx="1042521" cy="1008570"/>
          </a:xfrm>
          <a:prstGeom prst="rect">
            <a:avLst/>
          </a:prstGeom>
        </p:spPr>
        <p:txBody>
          <a:bodyPr anchor="t"/>
          <a:lstStyle>
            <a:lvl1pPr marL="0" indent="0" algn="ctr">
              <a:buNone/>
              <a:defRPr sz="813"/>
            </a:lvl1pPr>
          </a:lstStyle>
          <a:p>
            <a:pPr lvl="0"/>
            <a:r>
              <a:rPr lang="fr-FR"/>
              <a:t>Drag &amp; Drop</a:t>
            </a:r>
          </a:p>
        </p:txBody>
      </p:sp>
      <p:sp>
        <p:nvSpPr>
          <p:cNvPr id="19" name="Espace réservé du contenu 12">
            <a:extLst>
              <a:ext uri="{FF2B5EF4-FFF2-40B4-BE49-F238E27FC236}">
                <a16:creationId xmlns:a16="http://schemas.microsoft.com/office/drawing/2014/main" id="{557315BC-A319-41BD-94B1-9E47282316B6}"/>
              </a:ext>
            </a:extLst>
          </p:cNvPr>
          <p:cNvSpPr>
            <a:spLocks noGrp="1"/>
          </p:cNvSpPr>
          <p:nvPr>
            <p:ph sz="quarter" idx="22" hasCustomPrompt="1"/>
          </p:nvPr>
        </p:nvSpPr>
        <p:spPr>
          <a:xfrm>
            <a:off x="4200450" y="4708845"/>
            <a:ext cx="1042521" cy="1008570"/>
          </a:xfrm>
          <a:prstGeom prst="rect">
            <a:avLst/>
          </a:prstGeom>
        </p:spPr>
        <p:txBody>
          <a:bodyPr anchor="t"/>
          <a:lstStyle>
            <a:lvl1pPr marL="0" indent="0" algn="ctr">
              <a:buNone/>
              <a:defRPr sz="813"/>
            </a:lvl1pPr>
          </a:lstStyle>
          <a:p>
            <a:pPr lvl="0"/>
            <a:r>
              <a:rPr lang="fr-FR"/>
              <a:t>Drag &amp; Drop</a:t>
            </a:r>
          </a:p>
        </p:txBody>
      </p:sp>
      <p:sp>
        <p:nvSpPr>
          <p:cNvPr id="20" name="Espace réservé du contenu 12">
            <a:extLst>
              <a:ext uri="{FF2B5EF4-FFF2-40B4-BE49-F238E27FC236}">
                <a16:creationId xmlns:a16="http://schemas.microsoft.com/office/drawing/2014/main" id="{491474BD-C9D3-4108-844A-3A94E7D924B1}"/>
              </a:ext>
            </a:extLst>
          </p:cNvPr>
          <p:cNvSpPr>
            <a:spLocks noGrp="1"/>
          </p:cNvSpPr>
          <p:nvPr>
            <p:ph sz="quarter" idx="23" hasCustomPrompt="1"/>
          </p:nvPr>
        </p:nvSpPr>
        <p:spPr>
          <a:xfrm>
            <a:off x="6157745" y="4708845"/>
            <a:ext cx="1042521" cy="1008570"/>
          </a:xfrm>
          <a:prstGeom prst="rect">
            <a:avLst/>
          </a:prstGeom>
        </p:spPr>
        <p:txBody>
          <a:bodyPr anchor="t"/>
          <a:lstStyle>
            <a:lvl1pPr marL="0" indent="0" algn="ctr">
              <a:buNone/>
              <a:defRPr sz="813"/>
            </a:lvl1pPr>
          </a:lstStyle>
          <a:p>
            <a:pPr lvl="0"/>
            <a:r>
              <a:rPr lang="fr-FR"/>
              <a:t>Drag &amp; Drop</a:t>
            </a:r>
          </a:p>
        </p:txBody>
      </p:sp>
      <p:sp>
        <p:nvSpPr>
          <p:cNvPr id="27" name="Espace réservé du contenu 12">
            <a:extLst>
              <a:ext uri="{FF2B5EF4-FFF2-40B4-BE49-F238E27FC236}">
                <a16:creationId xmlns:a16="http://schemas.microsoft.com/office/drawing/2014/main" id="{2608B710-E00E-44B4-94F8-5E4F05A89D1D}"/>
              </a:ext>
            </a:extLst>
          </p:cNvPr>
          <p:cNvSpPr>
            <a:spLocks noGrp="1"/>
          </p:cNvSpPr>
          <p:nvPr>
            <p:ph sz="quarter" idx="24" hasCustomPrompt="1"/>
          </p:nvPr>
        </p:nvSpPr>
        <p:spPr>
          <a:xfrm>
            <a:off x="8105590" y="4708845"/>
            <a:ext cx="1042521" cy="1008570"/>
          </a:xfrm>
          <a:prstGeom prst="rect">
            <a:avLst/>
          </a:prstGeom>
        </p:spPr>
        <p:txBody>
          <a:bodyPr anchor="t"/>
          <a:lstStyle>
            <a:lvl1pPr marL="0" indent="0" algn="ctr">
              <a:buNone/>
              <a:defRPr sz="813"/>
            </a:lvl1pPr>
          </a:lstStyle>
          <a:p>
            <a:pPr lvl="0"/>
            <a:r>
              <a:rPr lang="fr-FR"/>
              <a:t>Drag &amp; Drop</a:t>
            </a:r>
          </a:p>
        </p:txBody>
      </p:sp>
      <p:sp>
        <p:nvSpPr>
          <p:cNvPr id="28" name="Espace réservé du contenu 12">
            <a:extLst>
              <a:ext uri="{FF2B5EF4-FFF2-40B4-BE49-F238E27FC236}">
                <a16:creationId xmlns:a16="http://schemas.microsoft.com/office/drawing/2014/main" id="{58ECC7BC-2F7A-4EEB-B327-782398844088}"/>
              </a:ext>
            </a:extLst>
          </p:cNvPr>
          <p:cNvSpPr>
            <a:spLocks noGrp="1"/>
          </p:cNvSpPr>
          <p:nvPr>
            <p:ph sz="quarter" idx="25" hasCustomPrompt="1"/>
          </p:nvPr>
        </p:nvSpPr>
        <p:spPr>
          <a:xfrm>
            <a:off x="10062883" y="1520825"/>
            <a:ext cx="1042521" cy="1008570"/>
          </a:xfrm>
          <a:prstGeom prst="rect">
            <a:avLst/>
          </a:prstGeom>
        </p:spPr>
        <p:txBody>
          <a:bodyPr anchor="t"/>
          <a:lstStyle>
            <a:lvl1pPr marL="0" indent="0" algn="ctr">
              <a:buNone/>
              <a:defRPr sz="813"/>
            </a:lvl1pPr>
          </a:lstStyle>
          <a:p>
            <a:pPr lvl="0"/>
            <a:r>
              <a:rPr lang="fr-FR"/>
              <a:t>Drag &amp; Drop</a:t>
            </a:r>
          </a:p>
        </p:txBody>
      </p:sp>
      <p:sp>
        <p:nvSpPr>
          <p:cNvPr id="29" name="Espace réservé du contenu 12">
            <a:extLst>
              <a:ext uri="{FF2B5EF4-FFF2-40B4-BE49-F238E27FC236}">
                <a16:creationId xmlns:a16="http://schemas.microsoft.com/office/drawing/2014/main" id="{08BD1D96-984C-4668-B5C1-1C6B87690E99}"/>
              </a:ext>
            </a:extLst>
          </p:cNvPr>
          <p:cNvSpPr>
            <a:spLocks noGrp="1"/>
          </p:cNvSpPr>
          <p:nvPr>
            <p:ph sz="quarter" idx="26" hasCustomPrompt="1"/>
          </p:nvPr>
        </p:nvSpPr>
        <p:spPr>
          <a:xfrm>
            <a:off x="10062883" y="3114835"/>
            <a:ext cx="1042521" cy="1008570"/>
          </a:xfrm>
          <a:prstGeom prst="rect">
            <a:avLst/>
          </a:prstGeom>
        </p:spPr>
        <p:txBody>
          <a:bodyPr anchor="t"/>
          <a:lstStyle>
            <a:lvl1pPr marL="0" indent="0" algn="ctr">
              <a:buNone/>
              <a:defRPr sz="813"/>
            </a:lvl1pPr>
          </a:lstStyle>
          <a:p>
            <a:pPr lvl="0"/>
            <a:r>
              <a:rPr lang="fr-FR"/>
              <a:t>Drag &amp; Drop</a:t>
            </a:r>
          </a:p>
        </p:txBody>
      </p:sp>
      <p:sp>
        <p:nvSpPr>
          <p:cNvPr id="30" name="Espace réservé du contenu 12">
            <a:extLst>
              <a:ext uri="{FF2B5EF4-FFF2-40B4-BE49-F238E27FC236}">
                <a16:creationId xmlns:a16="http://schemas.microsoft.com/office/drawing/2014/main" id="{619F8650-8ADC-4773-96F6-9A03F2569445}"/>
              </a:ext>
            </a:extLst>
          </p:cNvPr>
          <p:cNvSpPr>
            <a:spLocks noGrp="1"/>
          </p:cNvSpPr>
          <p:nvPr>
            <p:ph sz="quarter" idx="27" hasCustomPrompt="1"/>
          </p:nvPr>
        </p:nvSpPr>
        <p:spPr>
          <a:xfrm>
            <a:off x="10062883" y="4708845"/>
            <a:ext cx="1042521" cy="1008570"/>
          </a:xfrm>
          <a:prstGeom prst="rect">
            <a:avLst/>
          </a:prstGeom>
        </p:spPr>
        <p:txBody>
          <a:bodyPr anchor="t"/>
          <a:lstStyle>
            <a:lvl1pPr marL="0" indent="0" algn="ctr">
              <a:buNone/>
              <a:defRPr sz="813"/>
            </a:lvl1pPr>
          </a:lstStyle>
          <a:p>
            <a:pPr lvl="0"/>
            <a:r>
              <a:rPr lang="fr-FR"/>
              <a:t>Drag &amp; Drop</a:t>
            </a:r>
          </a:p>
        </p:txBody>
      </p:sp>
    </p:spTree>
    <p:extLst>
      <p:ext uri="{BB962C8B-B14F-4D97-AF65-F5344CB8AC3E}">
        <p14:creationId xmlns:p14="http://schemas.microsoft.com/office/powerpoint/2010/main" val="4240969668"/>
      </p:ext>
    </p:extLst>
  </p:cSld>
  <p:clrMapOvr>
    <a:masterClrMapping/>
  </p:clrMapOvr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1 klantlog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Espace réservé du contenu 12">
            <a:extLst>
              <a:ext uri="{FF2B5EF4-FFF2-40B4-BE49-F238E27FC236}">
                <a16:creationId xmlns:a16="http://schemas.microsoft.com/office/drawing/2014/main" id="{0FA82258-8070-4B7B-B7C6-919C1BFAD958}"/>
              </a:ext>
            </a:extLst>
          </p:cNvPr>
          <p:cNvSpPr>
            <a:spLocks noGrp="1"/>
          </p:cNvSpPr>
          <p:nvPr>
            <p:ph sz="quarter" idx="10" hasCustomPrompt="1"/>
          </p:nvPr>
        </p:nvSpPr>
        <p:spPr>
          <a:xfrm>
            <a:off x="302048" y="1520825"/>
            <a:ext cx="775908" cy="754686"/>
          </a:xfrm>
          <a:prstGeom prst="rect">
            <a:avLst/>
          </a:prstGeom>
        </p:spPr>
        <p:txBody>
          <a:bodyPr anchor="t"/>
          <a:lstStyle>
            <a:lvl1pPr marL="0" indent="0" algn="ctr">
              <a:buNone/>
              <a:defRPr sz="650"/>
            </a:lvl1pPr>
          </a:lstStyle>
          <a:p>
            <a:pPr lvl="0"/>
            <a:r>
              <a:rPr lang="fr-FR"/>
              <a:t>Drag &amp; Drop</a:t>
            </a:r>
            <a:endParaRPr lang="en-US"/>
          </a:p>
        </p:txBody>
      </p:sp>
      <p:sp>
        <p:nvSpPr>
          <p:cNvPr id="40" name="Espace réservé du contenu 12">
            <a:extLst>
              <a:ext uri="{FF2B5EF4-FFF2-40B4-BE49-F238E27FC236}">
                <a16:creationId xmlns:a16="http://schemas.microsoft.com/office/drawing/2014/main" id="{B070F49F-DF60-4723-A91C-5C1E12D58613}"/>
              </a:ext>
            </a:extLst>
          </p:cNvPr>
          <p:cNvSpPr>
            <a:spLocks noGrp="1"/>
          </p:cNvSpPr>
          <p:nvPr>
            <p:ph sz="quarter" idx="11" hasCustomPrompt="1"/>
          </p:nvPr>
        </p:nvSpPr>
        <p:spPr>
          <a:xfrm>
            <a:off x="1972955" y="1520825"/>
            <a:ext cx="775908" cy="754686"/>
          </a:xfrm>
          <a:prstGeom prst="rect">
            <a:avLst/>
          </a:prstGeom>
        </p:spPr>
        <p:txBody>
          <a:bodyPr anchor="t"/>
          <a:lstStyle>
            <a:lvl1pPr marL="0" indent="0" algn="ctr">
              <a:buNone/>
              <a:defRPr sz="650"/>
            </a:lvl1pPr>
          </a:lstStyle>
          <a:p>
            <a:pPr lvl="0"/>
            <a:r>
              <a:rPr lang="fr-FR"/>
              <a:t>Drag &amp; Drop</a:t>
            </a:r>
            <a:endParaRPr lang="en-US"/>
          </a:p>
        </p:txBody>
      </p:sp>
      <p:sp>
        <p:nvSpPr>
          <p:cNvPr id="41" name="Espace réservé du contenu 12">
            <a:extLst>
              <a:ext uri="{FF2B5EF4-FFF2-40B4-BE49-F238E27FC236}">
                <a16:creationId xmlns:a16="http://schemas.microsoft.com/office/drawing/2014/main" id="{1A46C95E-26CD-45AD-BB72-B430933BACC5}"/>
              </a:ext>
            </a:extLst>
          </p:cNvPr>
          <p:cNvSpPr>
            <a:spLocks noGrp="1"/>
          </p:cNvSpPr>
          <p:nvPr>
            <p:ph sz="quarter" idx="12" hasCustomPrompt="1"/>
          </p:nvPr>
        </p:nvSpPr>
        <p:spPr>
          <a:xfrm>
            <a:off x="3643862" y="1520825"/>
            <a:ext cx="775908" cy="754686"/>
          </a:xfrm>
          <a:prstGeom prst="rect">
            <a:avLst/>
          </a:prstGeom>
        </p:spPr>
        <p:txBody>
          <a:bodyPr anchor="t"/>
          <a:lstStyle>
            <a:lvl1pPr marL="0" indent="0" algn="ctr">
              <a:buNone/>
              <a:defRPr sz="650"/>
            </a:lvl1pPr>
          </a:lstStyle>
          <a:p>
            <a:pPr lvl="0"/>
            <a:r>
              <a:rPr lang="fr-FR"/>
              <a:t>Drag &amp; Drop</a:t>
            </a:r>
            <a:endParaRPr lang="en-US"/>
          </a:p>
        </p:txBody>
      </p:sp>
      <p:sp>
        <p:nvSpPr>
          <p:cNvPr id="42" name="Espace réservé du contenu 12">
            <a:extLst>
              <a:ext uri="{FF2B5EF4-FFF2-40B4-BE49-F238E27FC236}">
                <a16:creationId xmlns:a16="http://schemas.microsoft.com/office/drawing/2014/main" id="{7C59A534-42C3-4A87-94C8-B2FBBAFC4BF6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5314769" y="1520825"/>
            <a:ext cx="775908" cy="754686"/>
          </a:xfrm>
          <a:prstGeom prst="rect">
            <a:avLst/>
          </a:prstGeom>
        </p:spPr>
        <p:txBody>
          <a:bodyPr anchor="t"/>
          <a:lstStyle>
            <a:lvl1pPr marL="0" indent="0" algn="ctr">
              <a:buNone/>
              <a:defRPr sz="650"/>
            </a:lvl1pPr>
          </a:lstStyle>
          <a:p>
            <a:pPr lvl="0"/>
            <a:r>
              <a:rPr lang="fr-FR"/>
              <a:t>Drag &amp; Drop</a:t>
            </a:r>
            <a:endParaRPr lang="en-US"/>
          </a:p>
        </p:txBody>
      </p:sp>
      <p:sp>
        <p:nvSpPr>
          <p:cNvPr id="43" name="Espace réservé du contenu 12">
            <a:extLst>
              <a:ext uri="{FF2B5EF4-FFF2-40B4-BE49-F238E27FC236}">
                <a16:creationId xmlns:a16="http://schemas.microsoft.com/office/drawing/2014/main" id="{4BB3DF69-45D4-47B3-BA99-BA35B5100C33}"/>
              </a:ext>
            </a:extLst>
          </p:cNvPr>
          <p:cNvSpPr>
            <a:spLocks noGrp="1"/>
          </p:cNvSpPr>
          <p:nvPr>
            <p:ph sz="quarter" idx="14" hasCustomPrompt="1"/>
          </p:nvPr>
        </p:nvSpPr>
        <p:spPr>
          <a:xfrm>
            <a:off x="6985675" y="1520825"/>
            <a:ext cx="775908" cy="754686"/>
          </a:xfrm>
          <a:prstGeom prst="rect">
            <a:avLst/>
          </a:prstGeom>
        </p:spPr>
        <p:txBody>
          <a:bodyPr anchor="t"/>
          <a:lstStyle>
            <a:lvl1pPr marL="0" indent="0" algn="ctr">
              <a:buNone/>
              <a:defRPr sz="650"/>
            </a:lvl1pPr>
          </a:lstStyle>
          <a:p>
            <a:pPr lvl="0"/>
            <a:r>
              <a:rPr lang="fr-FR"/>
              <a:t>Drag &amp; Drop</a:t>
            </a:r>
            <a:endParaRPr lang="en-US"/>
          </a:p>
        </p:txBody>
      </p:sp>
      <p:sp>
        <p:nvSpPr>
          <p:cNvPr id="44" name="Espace réservé du contenu 12">
            <a:extLst>
              <a:ext uri="{FF2B5EF4-FFF2-40B4-BE49-F238E27FC236}">
                <a16:creationId xmlns:a16="http://schemas.microsoft.com/office/drawing/2014/main" id="{F2BAFCF9-6ACE-4E11-8AC5-705BA7DCE73A}"/>
              </a:ext>
            </a:extLst>
          </p:cNvPr>
          <p:cNvSpPr>
            <a:spLocks noGrp="1"/>
          </p:cNvSpPr>
          <p:nvPr>
            <p:ph sz="quarter" idx="15" hasCustomPrompt="1"/>
          </p:nvPr>
        </p:nvSpPr>
        <p:spPr>
          <a:xfrm>
            <a:off x="8656582" y="1520825"/>
            <a:ext cx="775908" cy="754686"/>
          </a:xfrm>
          <a:prstGeom prst="rect">
            <a:avLst/>
          </a:prstGeom>
        </p:spPr>
        <p:txBody>
          <a:bodyPr anchor="t"/>
          <a:lstStyle>
            <a:lvl1pPr marL="0" indent="0" algn="ctr">
              <a:buNone/>
              <a:defRPr sz="650"/>
            </a:lvl1pPr>
          </a:lstStyle>
          <a:p>
            <a:pPr lvl="0"/>
            <a:r>
              <a:rPr lang="fr-FR"/>
              <a:t>Drag &amp; Drop</a:t>
            </a:r>
            <a:endParaRPr lang="en-US"/>
          </a:p>
        </p:txBody>
      </p:sp>
      <p:sp>
        <p:nvSpPr>
          <p:cNvPr id="3" name="Titel 2">
            <a:extLst>
              <a:ext uri="{FF2B5EF4-FFF2-40B4-BE49-F238E27FC236}">
                <a16:creationId xmlns:a16="http://schemas.microsoft.com/office/drawing/2014/main" id="{114B89B0-0422-4EDE-810F-DD425AACD60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nl-NL"/>
              <a:t>Klik om stijl te bewerken</a:t>
            </a:r>
            <a:endParaRPr lang="en-GB"/>
          </a:p>
        </p:txBody>
      </p:sp>
      <p:sp>
        <p:nvSpPr>
          <p:cNvPr id="22" name="Espace réservé du contenu 12">
            <a:extLst>
              <a:ext uri="{FF2B5EF4-FFF2-40B4-BE49-F238E27FC236}">
                <a16:creationId xmlns:a16="http://schemas.microsoft.com/office/drawing/2014/main" id="{7179003E-4816-41C0-9AF2-1961BE47218A}"/>
              </a:ext>
            </a:extLst>
          </p:cNvPr>
          <p:cNvSpPr>
            <a:spLocks noGrp="1"/>
          </p:cNvSpPr>
          <p:nvPr>
            <p:ph sz="quarter" idx="16" hasCustomPrompt="1"/>
          </p:nvPr>
        </p:nvSpPr>
        <p:spPr>
          <a:xfrm>
            <a:off x="10327489" y="1520825"/>
            <a:ext cx="775908" cy="754686"/>
          </a:xfrm>
          <a:prstGeom prst="rect">
            <a:avLst/>
          </a:prstGeom>
        </p:spPr>
        <p:txBody>
          <a:bodyPr anchor="t"/>
          <a:lstStyle>
            <a:lvl1pPr marL="0" indent="0" algn="ctr">
              <a:buNone/>
              <a:defRPr sz="650"/>
            </a:lvl1pPr>
          </a:lstStyle>
          <a:p>
            <a:pPr lvl="0"/>
            <a:r>
              <a:rPr lang="fr-FR"/>
              <a:t>Drag &amp; Drop</a:t>
            </a:r>
            <a:endParaRPr lang="en-US"/>
          </a:p>
        </p:txBody>
      </p:sp>
      <p:sp>
        <p:nvSpPr>
          <p:cNvPr id="23" name="Espace réservé du contenu 12">
            <a:extLst>
              <a:ext uri="{FF2B5EF4-FFF2-40B4-BE49-F238E27FC236}">
                <a16:creationId xmlns:a16="http://schemas.microsoft.com/office/drawing/2014/main" id="{16BF5880-831D-419E-8A89-CAA85767225E}"/>
              </a:ext>
            </a:extLst>
          </p:cNvPr>
          <p:cNvSpPr>
            <a:spLocks noGrp="1"/>
          </p:cNvSpPr>
          <p:nvPr>
            <p:ph sz="quarter" idx="17" hasCustomPrompt="1"/>
          </p:nvPr>
        </p:nvSpPr>
        <p:spPr>
          <a:xfrm>
            <a:off x="302048" y="2660590"/>
            <a:ext cx="775908" cy="754686"/>
          </a:xfrm>
          <a:prstGeom prst="rect">
            <a:avLst/>
          </a:prstGeom>
        </p:spPr>
        <p:txBody>
          <a:bodyPr anchor="t"/>
          <a:lstStyle>
            <a:lvl1pPr marL="0" indent="0" algn="ctr">
              <a:buNone/>
              <a:defRPr sz="650"/>
            </a:lvl1pPr>
          </a:lstStyle>
          <a:p>
            <a:pPr lvl="0"/>
            <a:r>
              <a:rPr lang="fr-FR"/>
              <a:t>Drag &amp; Drop</a:t>
            </a:r>
            <a:endParaRPr lang="en-US"/>
          </a:p>
        </p:txBody>
      </p:sp>
      <p:sp>
        <p:nvSpPr>
          <p:cNvPr id="24" name="Espace réservé du contenu 12">
            <a:extLst>
              <a:ext uri="{FF2B5EF4-FFF2-40B4-BE49-F238E27FC236}">
                <a16:creationId xmlns:a16="http://schemas.microsoft.com/office/drawing/2014/main" id="{81EFFE30-BF7F-4D56-9052-FC7B0EA47F4C}"/>
              </a:ext>
            </a:extLst>
          </p:cNvPr>
          <p:cNvSpPr>
            <a:spLocks noGrp="1"/>
          </p:cNvSpPr>
          <p:nvPr>
            <p:ph sz="quarter" idx="18" hasCustomPrompt="1"/>
          </p:nvPr>
        </p:nvSpPr>
        <p:spPr>
          <a:xfrm>
            <a:off x="1972955" y="2660590"/>
            <a:ext cx="775908" cy="754686"/>
          </a:xfrm>
          <a:prstGeom prst="rect">
            <a:avLst/>
          </a:prstGeom>
        </p:spPr>
        <p:txBody>
          <a:bodyPr anchor="t"/>
          <a:lstStyle>
            <a:lvl1pPr marL="0" indent="0" algn="ctr">
              <a:buNone/>
              <a:defRPr sz="650"/>
            </a:lvl1pPr>
          </a:lstStyle>
          <a:p>
            <a:pPr lvl="0"/>
            <a:r>
              <a:rPr lang="fr-FR"/>
              <a:t>Drag &amp; Drop</a:t>
            </a:r>
            <a:endParaRPr lang="en-US"/>
          </a:p>
        </p:txBody>
      </p:sp>
      <p:sp>
        <p:nvSpPr>
          <p:cNvPr id="25" name="Espace réservé du contenu 12">
            <a:extLst>
              <a:ext uri="{FF2B5EF4-FFF2-40B4-BE49-F238E27FC236}">
                <a16:creationId xmlns:a16="http://schemas.microsoft.com/office/drawing/2014/main" id="{9726FF2E-0D1B-446C-AED7-6C18FA081A2B}"/>
              </a:ext>
            </a:extLst>
          </p:cNvPr>
          <p:cNvSpPr>
            <a:spLocks noGrp="1"/>
          </p:cNvSpPr>
          <p:nvPr>
            <p:ph sz="quarter" idx="19" hasCustomPrompt="1"/>
          </p:nvPr>
        </p:nvSpPr>
        <p:spPr>
          <a:xfrm>
            <a:off x="3643862" y="2660590"/>
            <a:ext cx="775908" cy="754686"/>
          </a:xfrm>
          <a:prstGeom prst="rect">
            <a:avLst/>
          </a:prstGeom>
        </p:spPr>
        <p:txBody>
          <a:bodyPr anchor="t"/>
          <a:lstStyle>
            <a:lvl1pPr marL="0" indent="0" algn="ctr">
              <a:buNone/>
              <a:defRPr sz="650"/>
            </a:lvl1pPr>
          </a:lstStyle>
          <a:p>
            <a:pPr lvl="0"/>
            <a:r>
              <a:rPr lang="fr-FR"/>
              <a:t>Drag &amp; Drop</a:t>
            </a:r>
            <a:endParaRPr lang="en-US"/>
          </a:p>
        </p:txBody>
      </p:sp>
      <p:sp>
        <p:nvSpPr>
          <p:cNvPr id="26" name="Espace réservé du contenu 12">
            <a:extLst>
              <a:ext uri="{FF2B5EF4-FFF2-40B4-BE49-F238E27FC236}">
                <a16:creationId xmlns:a16="http://schemas.microsoft.com/office/drawing/2014/main" id="{0452C3E5-292A-4D12-8FDE-385DEDE4DA35}"/>
              </a:ext>
            </a:extLst>
          </p:cNvPr>
          <p:cNvSpPr>
            <a:spLocks noGrp="1"/>
          </p:cNvSpPr>
          <p:nvPr>
            <p:ph sz="quarter" idx="20" hasCustomPrompt="1"/>
          </p:nvPr>
        </p:nvSpPr>
        <p:spPr>
          <a:xfrm>
            <a:off x="5314769" y="2660590"/>
            <a:ext cx="775908" cy="754686"/>
          </a:xfrm>
          <a:prstGeom prst="rect">
            <a:avLst/>
          </a:prstGeom>
        </p:spPr>
        <p:txBody>
          <a:bodyPr anchor="t"/>
          <a:lstStyle>
            <a:lvl1pPr marL="0" indent="0" algn="ctr">
              <a:buNone/>
              <a:defRPr sz="650"/>
            </a:lvl1pPr>
          </a:lstStyle>
          <a:p>
            <a:pPr lvl="0"/>
            <a:r>
              <a:rPr lang="fr-FR"/>
              <a:t>Drag &amp; Drop</a:t>
            </a:r>
            <a:endParaRPr lang="en-US"/>
          </a:p>
        </p:txBody>
      </p:sp>
      <p:sp>
        <p:nvSpPr>
          <p:cNvPr id="27" name="Espace réservé du contenu 12">
            <a:extLst>
              <a:ext uri="{FF2B5EF4-FFF2-40B4-BE49-F238E27FC236}">
                <a16:creationId xmlns:a16="http://schemas.microsoft.com/office/drawing/2014/main" id="{AE4E27E8-C18D-419A-A1FE-016385306042}"/>
              </a:ext>
            </a:extLst>
          </p:cNvPr>
          <p:cNvSpPr>
            <a:spLocks noGrp="1"/>
          </p:cNvSpPr>
          <p:nvPr>
            <p:ph sz="quarter" idx="21" hasCustomPrompt="1"/>
          </p:nvPr>
        </p:nvSpPr>
        <p:spPr>
          <a:xfrm>
            <a:off x="6985675" y="2660590"/>
            <a:ext cx="775908" cy="754686"/>
          </a:xfrm>
          <a:prstGeom prst="rect">
            <a:avLst/>
          </a:prstGeom>
        </p:spPr>
        <p:txBody>
          <a:bodyPr anchor="t"/>
          <a:lstStyle>
            <a:lvl1pPr marL="0" indent="0" algn="ctr">
              <a:buNone/>
              <a:defRPr sz="650"/>
            </a:lvl1pPr>
          </a:lstStyle>
          <a:p>
            <a:pPr lvl="0"/>
            <a:r>
              <a:rPr lang="fr-FR"/>
              <a:t>Drag &amp; Drop</a:t>
            </a:r>
            <a:endParaRPr lang="en-US"/>
          </a:p>
        </p:txBody>
      </p:sp>
      <p:sp>
        <p:nvSpPr>
          <p:cNvPr id="28" name="Espace réservé du contenu 12">
            <a:extLst>
              <a:ext uri="{FF2B5EF4-FFF2-40B4-BE49-F238E27FC236}">
                <a16:creationId xmlns:a16="http://schemas.microsoft.com/office/drawing/2014/main" id="{2202F7BB-DA07-47E6-9776-44DE2CE5B1A8}"/>
              </a:ext>
            </a:extLst>
          </p:cNvPr>
          <p:cNvSpPr>
            <a:spLocks noGrp="1"/>
          </p:cNvSpPr>
          <p:nvPr>
            <p:ph sz="quarter" idx="22" hasCustomPrompt="1"/>
          </p:nvPr>
        </p:nvSpPr>
        <p:spPr>
          <a:xfrm>
            <a:off x="8656582" y="2660590"/>
            <a:ext cx="775908" cy="754686"/>
          </a:xfrm>
          <a:prstGeom prst="rect">
            <a:avLst/>
          </a:prstGeom>
        </p:spPr>
        <p:txBody>
          <a:bodyPr anchor="t"/>
          <a:lstStyle>
            <a:lvl1pPr marL="0" indent="0" algn="ctr">
              <a:buNone/>
              <a:defRPr sz="650"/>
            </a:lvl1pPr>
          </a:lstStyle>
          <a:p>
            <a:pPr lvl="0"/>
            <a:r>
              <a:rPr lang="fr-FR"/>
              <a:t>Drag &amp; Drop</a:t>
            </a:r>
            <a:endParaRPr lang="en-US"/>
          </a:p>
        </p:txBody>
      </p:sp>
      <p:sp>
        <p:nvSpPr>
          <p:cNvPr id="29" name="Espace réservé du contenu 12">
            <a:extLst>
              <a:ext uri="{FF2B5EF4-FFF2-40B4-BE49-F238E27FC236}">
                <a16:creationId xmlns:a16="http://schemas.microsoft.com/office/drawing/2014/main" id="{13AD8282-9283-4BCD-93B4-A60DE19B96BD}"/>
              </a:ext>
            </a:extLst>
          </p:cNvPr>
          <p:cNvSpPr>
            <a:spLocks noGrp="1"/>
          </p:cNvSpPr>
          <p:nvPr>
            <p:ph sz="quarter" idx="23" hasCustomPrompt="1"/>
          </p:nvPr>
        </p:nvSpPr>
        <p:spPr>
          <a:xfrm>
            <a:off x="10327489" y="2660590"/>
            <a:ext cx="775908" cy="754686"/>
          </a:xfrm>
          <a:prstGeom prst="rect">
            <a:avLst/>
          </a:prstGeom>
        </p:spPr>
        <p:txBody>
          <a:bodyPr anchor="t"/>
          <a:lstStyle>
            <a:lvl1pPr marL="0" indent="0" algn="ctr">
              <a:buNone/>
              <a:defRPr sz="650"/>
            </a:lvl1pPr>
          </a:lstStyle>
          <a:p>
            <a:pPr lvl="0"/>
            <a:r>
              <a:rPr lang="fr-FR"/>
              <a:t>Drag &amp; Drop</a:t>
            </a:r>
            <a:endParaRPr lang="en-US"/>
          </a:p>
        </p:txBody>
      </p:sp>
      <p:sp>
        <p:nvSpPr>
          <p:cNvPr id="30" name="Espace réservé du contenu 12">
            <a:extLst>
              <a:ext uri="{FF2B5EF4-FFF2-40B4-BE49-F238E27FC236}">
                <a16:creationId xmlns:a16="http://schemas.microsoft.com/office/drawing/2014/main" id="{EDB560BE-84F4-41ED-A25E-92DD880EFBEB}"/>
              </a:ext>
            </a:extLst>
          </p:cNvPr>
          <p:cNvSpPr>
            <a:spLocks noGrp="1"/>
          </p:cNvSpPr>
          <p:nvPr>
            <p:ph sz="quarter" idx="24" hasCustomPrompt="1"/>
          </p:nvPr>
        </p:nvSpPr>
        <p:spPr>
          <a:xfrm>
            <a:off x="300039" y="3909215"/>
            <a:ext cx="775908" cy="754686"/>
          </a:xfrm>
          <a:prstGeom prst="rect">
            <a:avLst/>
          </a:prstGeom>
        </p:spPr>
        <p:txBody>
          <a:bodyPr anchor="t"/>
          <a:lstStyle>
            <a:lvl1pPr marL="0" indent="0" algn="ctr">
              <a:buNone/>
              <a:defRPr sz="650"/>
            </a:lvl1pPr>
          </a:lstStyle>
          <a:p>
            <a:pPr lvl="0"/>
            <a:r>
              <a:rPr lang="fr-FR"/>
              <a:t>Drag &amp; Drop</a:t>
            </a:r>
            <a:endParaRPr lang="en-US"/>
          </a:p>
        </p:txBody>
      </p:sp>
      <p:sp>
        <p:nvSpPr>
          <p:cNvPr id="31" name="Espace réservé du contenu 12">
            <a:extLst>
              <a:ext uri="{FF2B5EF4-FFF2-40B4-BE49-F238E27FC236}">
                <a16:creationId xmlns:a16="http://schemas.microsoft.com/office/drawing/2014/main" id="{CD1F4ABC-FE91-41A9-BAF4-C6FD38763B6D}"/>
              </a:ext>
            </a:extLst>
          </p:cNvPr>
          <p:cNvSpPr>
            <a:spLocks noGrp="1"/>
          </p:cNvSpPr>
          <p:nvPr>
            <p:ph sz="quarter" idx="25" hasCustomPrompt="1"/>
          </p:nvPr>
        </p:nvSpPr>
        <p:spPr>
          <a:xfrm>
            <a:off x="1970946" y="3875923"/>
            <a:ext cx="775908" cy="754686"/>
          </a:xfrm>
          <a:prstGeom prst="rect">
            <a:avLst/>
          </a:prstGeom>
        </p:spPr>
        <p:txBody>
          <a:bodyPr anchor="t"/>
          <a:lstStyle>
            <a:lvl1pPr marL="0" indent="0" algn="ctr">
              <a:buNone/>
              <a:defRPr sz="650"/>
            </a:lvl1pPr>
          </a:lstStyle>
          <a:p>
            <a:pPr lvl="0"/>
            <a:r>
              <a:rPr lang="fr-FR"/>
              <a:t>Drag &amp; Drop</a:t>
            </a:r>
            <a:endParaRPr lang="en-US"/>
          </a:p>
        </p:txBody>
      </p:sp>
      <p:sp>
        <p:nvSpPr>
          <p:cNvPr id="32" name="Espace réservé du contenu 12">
            <a:extLst>
              <a:ext uri="{FF2B5EF4-FFF2-40B4-BE49-F238E27FC236}">
                <a16:creationId xmlns:a16="http://schemas.microsoft.com/office/drawing/2014/main" id="{E89F3236-63C3-4361-A946-CCFDF997A088}"/>
              </a:ext>
            </a:extLst>
          </p:cNvPr>
          <p:cNvSpPr>
            <a:spLocks noGrp="1"/>
          </p:cNvSpPr>
          <p:nvPr>
            <p:ph sz="quarter" idx="26" hasCustomPrompt="1"/>
          </p:nvPr>
        </p:nvSpPr>
        <p:spPr>
          <a:xfrm>
            <a:off x="3641854" y="3875923"/>
            <a:ext cx="775908" cy="754686"/>
          </a:xfrm>
          <a:prstGeom prst="rect">
            <a:avLst/>
          </a:prstGeom>
        </p:spPr>
        <p:txBody>
          <a:bodyPr anchor="t"/>
          <a:lstStyle>
            <a:lvl1pPr marL="0" indent="0" algn="ctr">
              <a:buNone/>
              <a:defRPr sz="650"/>
            </a:lvl1pPr>
          </a:lstStyle>
          <a:p>
            <a:pPr lvl="0"/>
            <a:r>
              <a:rPr lang="fr-FR"/>
              <a:t>Drag &amp; Drop</a:t>
            </a:r>
            <a:endParaRPr lang="en-US"/>
          </a:p>
        </p:txBody>
      </p:sp>
      <p:sp>
        <p:nvSpPr>
          <p:cNvPr id="33" name="Espace réservé du contenu 12">
            <a:extLst>
              <a:ext uri="{FF2B5EF4-FFF2-40B4-BE49-F238E27FC236}">
                <a16:creationId xmlns:a16="http://schemas.microsoft.com/office/drawing/2014/main" id="{C774BBFA-2EDC-46C0-99B6-BB94741E43A6}"/>
              </a:ext>
            </a:extLst>
          </p:cNvPr>
          <p:cNvSpPr>
            <a:spLocks noGrp="1"/>
          </p:cNvSpPr>
          <p:nvPr>
            <p:ph sz="quarter" idx="27" hasCustomPrompt="1"/>
          </p:nvPr>
        </p:nvSpPr>
        <p:spPr>
          <a:xfrm>
            <a:off x="5312761" y="3875923"/>
            <a:ext cx="775908" cy="754686"/>
          </a:xfrm>
          <a:prstGeom prst="rect">
            <a:avLst/>
          </a:prstGeom>
        </p:spPr>
        <p:txBody>
          <a:bodyPr anchor="t"/>
          <a:lstStyle>
            <a:lvl1pPr marL="0" indent="0" algn="ctr">
              <a:buNone/>
              <a:defRPr sz="650"/>
            </a:lvl1pPr>
          </a:lstStyle>
          <a:p>
            <a:pPr lvl="0"/>
            <a:r>
              <a:rPr lang="fr-FR"/>
              <a:t>Drag &amp; Drop</a:t>
            </a:r>
            <a:endParaRPr lang="en-US"/>
          </a:p>
        </p:txBody>
      </p:sp>
      <p:sp>
        <p:nvSpPr>
          <p:cNvPr id="34" name="Espace réservé du contenu 12">
            <a:extLst>
              <a:ext uri="{FF2B5EF4-FFF2-40B4-BE49-F238E27FC236}">
                <a16:creationId xmlns:a16="http://schemas.microsoft.com/office/drawing/2014/main" id="{F950F4F3-C660-4899-ADA1-15E1485646D4}"/>
              </a:ext>
            </a:extLst>
          </p:cNvPr>
          <p:cNvSpPr>
            <a:spLocks noGrp="1"/>
          </p:cNvSpPr>
          <p:nvPr>
            <p:ph sz="quarter" idx="28" hasCustomPrompt="1"/>
          </p:nvPr>
        </p:nvSpPr>
        <p:spPr>
          <a:xfrm>
            <a:off x="6983668" y="3875923"/>
            <a:ext cx="775908" cy="754686"/>
          </a:xfrm>
          <a:prstGeom prst="rect">
            <a:avLst/>
          </a:prstGeom>
        </p:spPr>
        <p:txBody>
          <a:bodyPr anchor="t"/>
          <a:lstStyle>
            <a:lvl1pPr marL="0" indent="0" algn="ctr">
              <a:buNone/>
              <a:defRPr sz="650"/>
            </a:lvl1pPr>
          </a:lstStyle>
          <a:p>
            <a:pPr lvl="0"/>
            <a:r>
              <a:rPr lang="fr-FR"/>
              <a:t>Drag &amp; Drop</a:t>
            </a:r>
            <a:endParaRPr lang="en-US"/>
          </a:p>
        </p:txBody>
      </p:sp>
      <p:sp>
        <p:nvSpPr>
          <p:cNvPr id="35" name="Espace réservé du contenu 12">
            <a:extLst>
              <a:ext uri="{FF2B5EF4-FFF2-40B4-BE49-F238E27FC236}">
                <a16:creationId xmlns:a16="http://schemas.microsoft.com/office/drawing/2014/main" id="{3F9278D3-004D-432F-A4AB-EFC0C9107FE5}"/>
              </a:ext>
            </a:extLst>
          </p:cNvPr>
          <p:cNvSpPr>
            <a:spLocks noGrp="1"/>
          </p:cNvSpPr>
          <p:nvPr>
            <p:ph sz="quarter" idx="29" hasCustomPrompt="1"/>
          </p:nvPr>
        </p:nvSpPr>
        <p:spPr>
          <a:xfrm>
            <a:off x="8654575" y="3875923"/>
            <a:ext cx="775908" cy="754686"/>
          </a:xfrm>
          <a:prstGeom prst="rect">
            <a:avLst/>
          </a:prstGeom>
        </p:spPr>
        <p:txBody>
          <a:bodyPr anchor="t"/>
          <a:lstStyle>
            <a:lvl1pPr marL="0" indent="0" algn="ctr">
              <a:buNone/>
              <a:defRPr sz="650"/>
            </a:lvl1pPr>
          </a:lstStyle>
          <a:p>
            <a:pPr lvl="0"/>
            <a:r>
              <a:rPr lang="fr-FR"/>
              <a:t>Drag &amp; Drop</a:t>
            </a:r>
            <a:endParaRPr lang="en-US"/>
          </a:p>
        </p:txBody>
      </p:sp>
      <p:sp>
        <p:nvSpPr>
          <p:cNvPr id="36" name="Espace réservé du contenu 12">
            <a:extLst>
              <a:ext uri="{FF2B5EF4-FFF2-40B4-BE49-F238E27FC236}">
                <a16:creationId xmlns:a16="http://schemas.microsoft.com/office/drawing/2014/main" id="{8D91ED01-78AD-4C9E-8EAC-02799D1F1AC5}"/>
              </a:ext>
            </a:extLst>
          </p:cNvPr>
          <p:cNvSpPr>
            <a:spLocks noGrp="1"/>
          </p:cNvSpPr>
          <p:nvPr>
            <p:ph sz="quarter" idx="30" hasCustomPrompt="1"/>
          </p:nvPr>
        </p:nvSpPr>
        <p:spPr>
          <a:xfrm>
            <a:off x="10325482" y="3875923"/>
            <a:ext cx="775908" cy="754686"/>
          </a:xfrm>
          <a:prstGeom prst="rect">
            <a:avLst/>
          </a:prstGeom>
        </p:spPr>
        <p:txBody>
          <a:bodyPr anchor="t"/>
          <a:lstStyle>
            <a:lvl1pPr marL="0" indent="0" algn="ctr">
              <a:buNone/>
              <a:defRPr sz="650"/>
            </a:lvl1pPr>
          </a:lstStyle>
          <a:p>
            <a:pPr lvl="0"/>
            <a:r>
              <a:rPr lang="fr-FR"/>
              <a:t>Drag &amp; Drop</a:t>
            </a:r>
            <a:endParaRPr lang="en-US"/>
          </a:p>
        </p:txBody>
      </p:sp>
      <p:sp>
        <p:nvSpPr>
          <p:cNvPr id="37" name="Espace réservé du contenu 12">
            <a:extLst>
              <a:ext uri="{FF2B5EF4-FFF2-40B4-BE49-F238E27FC236}">
                <a16:creationId xmlns:a16="http://schemas.microsoft.com/office/drawing/2014/main" id="{9AB1A9A0-9D07-4585-8F4A-E7E37DD658DD}"/>
              </a:ext>
            </a:extLst>
          </p:cNvPr>
          <p:cNvSpPr>
            <a:spLocks noGrp="1"/>
          </p:cNvSpPr>
          <p:nvPr>
            <p:ph sz="quarter" idx="31" hasCustomPrompt="1"/>
          </p:nvPr>
        </p:nvSpPr>
        <p:spPr>
          <a:xfrm>
            <a:off x="302048" y="5157841"/>
            <a:ext cx="775908" cy="754686"/>
          </a:xfrm>
          <a:prstGeom prst="rect">
            <a:avLst/>
          </a:prstGeom>
        </p:spPr>
        <p:txBody>
          <a:bodyPr anchor="t"/>
          <a:lstStyle>
            <a:lvl1pPr marL="0" indent="0" algn="ctr">
              <a:buNone/>
              <a:defRPr sz="650"/>
            </a:lvl1pPr>
          </a:lstStyle>
          <a:p>
            <a:pPr lvl="0"/>
            <a:r>
              <a:rPr lang="fr-FR"/>
              <a:t>Drag &amp; Drop</a:t>
            </a:r>
            <a:endParaRPr lang="en-US"/>
          </a:p>
        </p:txBody>
      </p:sp>
      <p:sp>
        <p:nvSpPr>
          <p:cNvPr id="38" name="Espace réservé du contenu 12">
            <a:extLst>
              <a:ext uri="{FF2B5EF4-FFF2-40B4-BE49-F238E27FC236}">
                <a16:creationId xmlns:a16="http://schemas.microsoft.com/office/drawing/2014/main" id="{AF9FFA38-2CAB-43BF-85AF-6A02A583BA55}"/>
              </a:ext>
            </a:extLst>
          </p:cNvPr>
          <p:cNvSpPr>
            <a:spLocks noGrp="1"/>
          </p:cNvSpPr>
          <p:nvPr>
            <p:ph sz="quarter" idx="32" hasCustomPrompt="1"/>
          </p:nvPr>
        </p:nvSpPr>
        <p:spPr>
          <a:xfrm>
            <a:off x="1972955" y="5157841"/>
            <a:ext cx="775908" cy="754686"/>
          </a:xfrm>
          <a:prstGeom prst="rect">
            <a:avLst/>
          </a:prstGeom>
        </p:spPr>
        <p:txBody>
          <a:bodyPr anchor="t"/>
          <a:lstStyle>
            <a:lvl1pPr marL="0" indent="0" algn="ctr">
              <a:buNone/>
              <a:defRPr sz="650"/>
            </a:lvl1pPr>
          </a:lstStyle>
          <a:p>
            <a:pPr lvl="0"/>
            <a:r>
              <a:rPr lang="fr-FR"/>
              <a:t>Drag &amp; Drop</a:t>
            </a:r>
            <a:endParaRPr lang="en-US"/>
          </a:p>
        </p:txBody>
      </p:sp>
      <p:sp>
        <p:nvSpPr>
          <p:cNvPr id="39" name="Espace réservé du contenu 12">
            <a:extLst>
              <a:ext uri="{FF2B5EF4-FFF2-40B4-BE49-F238E27FC236}">
                <a16:creationId xmlns:a16="http://schemas.microsoft.com/office/drawing/2014/main" id="{0C1E97B8-E5C7-46D5-8C5C-6D0E2F88F9BD}"/>
              </a:ext>
            </a:extLst>
          </p:cNvPr>
          <p:cNvSpPr>
            <a:spLocks noGrp="1"/>
          </p:cNvSpPr>
          <p:nvPr>
            <p:ph sz="quarter" idx="33" hasCustomPrompt="1"/>
          </p:nvPr>
        </p:nvSpPr>
        <p:spPr>
          <a:xfrm>
            <a:off x="3643862" y="5157841"/>
            <a:ext cx="775908" cy="754686"/>
          </a:xfrm>
          <a:prstGeom prst="rect">
            <a:avLst/>
          </a:prstGeom>
        </p:spPr>
        <p:txBody>
          <a:bodyPr anchor="t"/>
          <a:lstStyle>
            <a:lvl1pPr marL="0" indent="0" algn="ctr">
              <a:buNone/>
              <a:defRPr sz="650"/>
            </a:lvl1pPr>
          </a:lstStyle>
          <a:p>
            <a:pPr lvl="0"/>
            <a:r>
              <a:rPr lang="fr-FR"/>
              <a:t>Drag &amp; Drop</a:t>
            </a:r>
            <a:endParaRPr lang="en-US"/>
          </a:p>
        </p:txBody>
      </p:sp>
      <p:sp>
        <p:nvSpPr>
          <p:cNvPr id="57" name="Espace réservé du contenu 12">
            <a:extLst>
              <a:ext uri="{FF2B5EF4-FFF2-40B4-BE49-F238E27FC236}">
                <a16:creationId xmlns:a16="http://schemas.microsoft.com/office/drawing/2014/main" id="{57910F56-96F7-4196-8A69-459515E99B1D}"/>
              </a:ext>
            </a:extLst>
          </p:cNvPr>
          <p:cNvSpPr>
            <a:spLocks noGrp="1"/>
          </p:cNvSpPr>
          <p:nvPr>
            <p:ph sz="quarter" idx="34" hasCustomPrompt="1"/>
          </p:nvPr>
        </p:nvSpPr>
        <p:spPr>
          <a:xfrm>
            <a:off x="5314769" y="5157841"/>
            <a:ext cx="775908" cy="754686"/>
          </a:xfrm>
          <a:prstGeom prst="rect">
            <a:avLst/>
          </a:prstGeom>
        </p:spPr>
        <p:txBody>
          <a:bodyPr anchor="t"/>
          <a:lstStyle>
            <a:lvl1pPr marL="0" indent="0" algn="ctr">
              <a:buNone/>
              <a:defRPr sz="650"/>
            </a:lvl1pPr>
          </a:lstStyle>
          <a:p>
            <a:pPr lvl="0"/>
            <a:r>
              <a:rPr lang="fr-FR"/>
              <a:t>Drag &amp; Drop</a:t>
            </a:r>
            <a:endParaRPr lang="en-US"/>
          </a:p>
        </p:txBody>
      </p:sp>
      <p:sp>
        <p:nvSpPr>
          <p:cNvPr id="58" name="Espace réservé du contenu 12">
            <a:extLst>
              <a:ext uri="{FF2B5EF4-FFF2-40B4-BE49-F238E27FC236}">
                <a16:creationId xmlns:a16="http://schemas.microsoft.com/office/drawing/2014/main" id="{E3A46883-1CA1-41B5-829C-AE02DB324B35}"/>
              </a:ext>
            </a:extLst>
          </p:cNvPr>
          <p:cNvSpPr>
            <a:spLocks noGrp="1"/>
          </p:cNvSpPr>
          <p:nvPr>
            <p:ph sz="quarter" idx="35" hasCustomPrompt="1"/>
          </p:nvPr>
        </p:nvSpPr>
        <p:spPr>
          <a:xfrm>
            <a:off x="6985675" y="5157841"/>
            <a:ext cx="775908" cy="754686"/>
          </a:xfrm>
          <a:prstGeom prst="rect">
            <a:avLst/>
          </a:prstGeom>
        </p:spPr>
        <p:txBody>
          <a:bodyPr anchor="t"/>
          <a:lstStyle>
            <a:lvl1pPr marL="0" indent="0" algn="ctr">
              <a:buNone/>
              <a:defRPr sz="650"/>
            </a:lvl1pPr>
          </a:lstStyle>
          <a:p>
            <a:pPr lvl="0"/>
            <a:r>
              <a:rPr lang="fr-FR"/>
              <a:t>Drag &amp; Drop</a:t>
            </a:r>
            <a:endParaRPr lang="en-US"/>
          </a:p>
        </p:txBody>
      </p:sp>
      <p:sp>
        <p:nvSpPr>
          <p:cNvPr id="59" name="Espace réservé du contenu 12">
            <a:extLst>
              <a:ext uri="{FF2B5EF4-FFF2-40B4-BE49-F238E27FC236}">
                <a16:creationId xmlns:a16="http://schemas.microsoft.com/office/drawing/2014/main" id="{35048BB4-8422-4CEF-97A5-D807984C0702}"/>
              </a:ext>
            </a:extLst>
          </p:cNvPr>
          <p:cNvSpPr>
            <a:spLocks noGrp="1"/>
          </p:cNvSpPr>
          <p:nvPr>
            <p:ph sz="quarter" idx="36" hasCustomPrompt="1"/>
          </p:nvPr>
        </p:nvSpPr>
        <p:spPr>
          <a:xfrm>
            <a:off x="8656582" y="5157841"/>
            <a:ext cx="775908" cy="754686"/>
          </a:xfrm>
          <a:prstGeom prst="rect">
            <a:avLst/>
          </a:prstGeom>
        </p:spPr>
        <p:txBody>
          <a:bodyPr anchor="t"/>
          <a:lstStyle>
            <a:lvl1pPr marL="0" indent="0" algn="ctr">
              <a:buNone/>
              <a:defRPr sz="650"/>
            </a:lvl1pPr>
          </a:lstStyle>
          <a:p>
            <a:pPr lvl="0"/>
            <a:r>
              <a:rPr lang="fr-FR"/>
              <a:t>Drag &amp; Drop</a:t>
            </a:r>
            <a:endParaRPr lang="en-US"/>
          </a:p>
        </p:txBody>
      </p:sp>
      <p:sp>
        <p:nvSpPr>
          <p:cNvPr id="60" name="Espace réservé du contenu 12">
            <a:extLst>
              <a:ext uri="{FF2B5EF4-FFF2-40B4-BE49-F238E27FC236}">
                <a16:creationId xmlns:a16="http://schemas.microsoft.com/office/drawing/2014/main" id="{324E096C-1CAA-4C8A-A720-E31C1A01767E}"/>
              </a:ext>
            </a:extLst>
          </p:cNvPr>
          <p:cNvSpPr>
            <a:spLocks noGrp="1"/>
          </p:cNvSpPr>
          <p:nvPr>
            <p:ph sz="quarter" idx="37" hasCustomPrompt="1"/>
          </p:nvPr>
        </p:nvSpPr>
        <p:spPr>
          <a:xfrm>
            <a:off x="10327489" y="5157841"/>
            <a:ext cx="775908" cy="754686"/>
          </a:xfrm>
          <a:prstGeom prst="rect">
            <a:avLst/>
          </a:prstGeom>
        </p:spPr>
        <p:txBody>
          <a:bodyPr anchor="t"/>
          <a:lstStyle>
            <a:lvl1pPr marL="0" indent="0" algn="ctr">
              <a:buNone/>
              <a:defRPr sz="650"/>
            </a:lvl1pPr>
          </a:lstStyle>
          <a:p>
            <a:pPr lvl="0"/>
            <a:r>
              <a:rPr lang="fr-FR"/>
              <a:t>Drag &amp; Drop</a:t>
            </a:r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8639043"/>
      </p:ext>
    </p:extLst>
  </p:cSld>
  <p:clrMapOvr>
    <a:masterClrMapping/>
  </p:clrMapOvr>
</p:sldLayout>
</file>

<file path=ppt/slideLayouts/slideLayout2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3_Alleen tite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EB3EEA85-DFB4-BD68-8BB4-1B5801BB350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nl-NL"/>
              <a:t>Klik om stijl te bewerken</a:t>
            </a:r>
          </a:p>
        </p:txBody>
      </p:sp>
      <p:sp>
        <p:nvSpPr>
          <p:cNvPr id="3" name="Tijdelijke aanduiding voor datum 2">
            <a:extLst>
              <a:ext uri="{FF2B5EF4-FFF2-40B4-BE49-F238E27FC236}">
                <a16:creationId xmlns:a16="http://schemas.microsoft.com/office/drawing/2014/main" id="{98190C34-2CC5-B3ED-1F8E-112351328C8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7D724BB-B06D-456B-989F-E4E6B54E3121}" type="datetime1">
              <a:rPr lang="nl-NL" smtClean="0"/>
              <a:t>28-1-2026</a:t>
            </a:fld>
            <a:endParaRPr lang="nl-NL"/>
          </a:p>
        </p:txBody>
      </p:sp>
      <p:sp>
        <p:nvSpPr>
          <p:cNvPr id="4" name="Tijdelijke aanduiding voor voettekst 3">
            <a:extLst>
              <a:ext uri="{FF2B5EF4-FFF2-40B4-BE49-F238E27FC236}">
                <a16:creationId xmlns:a16="http://schemas.microsoft.com/office/drawing/2014/main" id="{787019D9-E226-E995-5BB4-EAC600F5173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5" name="Tijdelijke aanduiding voor dianummer 4">
            <a:extLst>
              <a:ext uri="{FF2B5EF4-FFF2-40B4-BE49-F238E27FC236}">
                <a16:creationId xmlns:a16="http://schemas.microsoft.com/office/drawing/2014/main" id="{11E47A91-B916-8AB9-41A3-CED18AFA8F0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648B885-FF76-47CB-8BBD-27E7EBF07CA9}" type="slidenum">
              <a:rPr lang="nl-NL" smtClean="0"/>
              <a:t>‹nr.›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4271917249"/>
      </p:ext>
    </p:extLst>
  </p:cSld>
  <p:clrMapOvr>
    <a:masterClrMapping/>
  </p:clrMapOvr>
</p:sldLayout>
</file>

<file path=ppt/slideLayouts/slideLayout28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Lee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jdelijke aanduiding voor datum 1">
            <a:extLst>
              <a:ext uri="{FF2B5EF4-FFF2-40B4-BE49-F238E27FC236}">
                <a16:creationId xmlns:a16="http://schemas.microsoft.com/office/drawing/2014/main" id="{23C17B78-A4BA-827D-07E7-CF57F7A4932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06088AE-63DC-4099-90B6-C0DEFB5E6602}" type="datetime1">
              <a:rPr lang="nl-NL" smtClean="0"/>
              <a:t>28-1-2026</a:t>
            </a:fld>
            <a:endParaRPr lang="nl-NL"/>
          </a:p>
        </p:txBody>
      </p:sp>
      <p:sp>
        <p:nvSpPr>
          <p:cNvPr id="3" name="Tijdelijke aanduiding voor voettekst 2">
            <a:extLst>
              <a:ext uri="{FF2B5EF4-FFF2-40B4-BE49-F238E27FC236}">
                <a16:creationId xmlns:a16="http://schemas.microsoft.com/office/drawing/2014/main" id="{BB6AE795-CF6B-B62A-54F3-581343067A7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4" name="Tijdelijke aanduiding voor dianummer 3">
            <a:extLst>
              <a:ext uri="{FF2B5EF4-FFF2-40B4-BE49-F238E27FC236}">
                <a16:creationId xmlns:a16="http://schemas.microsoft.com/office/drawing/2014/main" id="{B6DEACBB-EA0E-2C61-9483-4FEA1287351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648B885-FF76-47CB-8BBD-27E7EBF07CA9}" type="slidenum">
              <a:rPr lang="nl-NL" smtClean="0"/>
              <a:t>‹nr.›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367244802"/>
      </p:ext>
    </p:extLst>
  </p:cSld>
  <p:clrMapOvr>
    <a:masterClrMapping/>
  </p:clrMapOvr>
</p:sldLayout>
</file>

<file path=ppt/slideLayouts/slideLayout2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Only" preserve="1">
  <p:cSld name="Titel zonder bal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EB3EEA85-DFB4-BD68-8BB4-1B5801BB350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nl-NL"/>
              <a:t>Klik om stijl te bewerken</a:t>
            </a:r>
          </a:p>
        </p:txBody>
      </p:sp>
      <p:sp>
        <p:nvSpPr>
          <p:cNvPr id="3" name="Tijdelijke aanduiding voor datum 2">
            <a:extLst>
              <a:ext uri="{FF2B5EF4-FFF2-40B4-BE49-F238E27FC236}">
                <a16:creationId xmlns:a16="http://schemas.microsoft.com/office/drawing/2014/main" id="{98190C34-2CC5-B3ED-1F8E-112351328C83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320734" y="6858000"/>
            <a:ext cx="1981596" cy="365125"/>
          </a:xfrm>
        </p:spPr>
        <p:txBody>
          <a:bodyPr/>
          <a:lstStyle/>
          <a:p>
            <a:fld id="{97D724BB-B06D-456B-989F-E4E6B54E3121}" type="datetime1">
              <a:rPr lang="nl-NL" smtClean="0"/>
              <a:t>28-1-2026</a:t>
            </a:fld>
            <a:endParaRPr lang="nl-NL"/>
          </a:p>
        </p:txBody>
      </p:sp>
      <p:sp>
        <p:nvSpPr>
          <p:cNvPr id="4" name="Tijdelijke aanduiding voor voettekst 3">
            <a:extLst>
              <a:ext uri="{FF2B5EF4-FFF2-40B4-BE49-F238E27FC236}">
                <a16:creationId xmlns:a16="http://schemas.microsoft.com/office/drawing/2014/main" id="{787019D9-E226-E995-5BB4-EAC600F5173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2411186" y="6858000"/>
            <a:ext cx="8588828" cy="365125"/>
          </a:xfrm>
        </p:spPr>
        <p:txBody>
          <a:bodyPr/>
          <a:lstStyle/>
          <a:p>
            <a:endParaRPr lang="nl-NL"/>
          </a:p>
        </p:txBody>
      </p:sp>
      <p:sp>
        <p:nvSpPr>
          <p:cNvPr id="5" name="Tijdelijke aanduiding voor dianummer 4">
            <a:extLst>
              <a:ext uri="{FF2B5EF4-FFF2-40B4-BE49-F238E27FC236}">
                <a16:creationId xmlns:a16="http://schemas.microsoft.com/office/drawing/2014/main" id="{11E47A91-B916-8AB9-41A3-CED18AFA8F0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119757" y="6858000"/>
            <a:ext cx="768135" cy="365125"/>
          </a:xfrm>
        </p:spPr>
        <p:txBody>
          <a:bodyPr/>
          <a:lstStyle/>
          <a:p>
            <a:fld id="{A648B885-FF76-47CB-8BBD-27E7EBF07CA9}" type="slidenum">
              <a:rPr lang="nl-NL" smtClean="0"/>
              <a:t>‹nr.›</a:t>
            </a:fld>
            <a:endParaRPr lang="nl-NL"/>
          </a:p>
        </p:txBody>
      </p:sp>
      <p:pic>
        <p:nvPicPr>
          <p:cNvPr id="6" name="ArtworkLogo">
            <a:extLst>
              <a:ext uri="{FF2B5EF4-FFF2-40B4-BE49-F238E27FC236}">
                <a16:creationId xmlns:a16="http://schemas.microsoft.com/office/drawing/2014/main" id="{CE968CEF-3847-9879-E923-ED64E3E348B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0283929" y="303802"/>
            <a:ext cx="1629294" cy="83067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06090212"/>
      </p:ext>
    </p:extLst>
  </p:cSld>
  <p:clrMapOvr>
    <a:masterClrMapping/>
  </p:clrMapOvr>
</p:sldLayout>
</file>

<file path=ppt/slideLayouts/slideLayout30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Lee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751341823"/>
      </p:ext>
    </p:extLst>
  </p:cSld>
  <p:clrMapOvr>
    <a:masterClrMapping/>
  </p:clrMapOvr>
</p:sldLayout>
</file>

<file path=ppt/slideLayouts/slideLayout3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Eindedia algemee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Graphic 18">
            <a:extLst>
              <a:ext uri="{FF2B5EF4-FFF2-40B4-BE49-F238E27FC236}">
                <a16:creationId xmlns:a16="http://schemas.microsoft.com/office/drawing/2014/main" id="{E3EC554F-9B3F-7C4B-6145-7BAE0BB01EA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0" y="0"/>
            <a:ext cx="4868487" cy="6878068"/>
          </a:xfrm>
          <a:prstGeom prst="rect">
            <a:avLst/>
          </a:prstGeom>
        </p:spPr>
      </p:pic>
      <p:sp>
        <p:nvSpPr>
          <p:cNvPr id="7" name="Rechthoek 6">
            <a:extLst>
              <a:ext uri="{FF2B5EF4-FFF2-40B4-BE49-F238E27FC236}">
                <a16:creationId xmlns:a16="http://schemas.microsoft.com/office/drawing/2014/main" id="{CBFD2F8A-C1A5-25EB-8679-C5C51A188736}"/>
              </a:ext>
            </a:extLst>
          </p:cNvPr>
          <p:cNvSpPr/>
          <p:nvPr userDrawn="1"/>
        </p:nvSpPr>
        <p:spPr>
          <a:xfrm>
            <a:off x="4868487" y="-1"/>
            <a:ext cx="7323513" cy="6858001"/>
          </a:xfrm>
          <a:prstGeom prst="rect">
            <a:avLst/>
          </a:prstGeom>
          <a:solidFill>
            <a:schemeClr val="accent3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nl-NL" dirty="0"/>
          </a:p>
        </p:txBody>
      </p:sp>
      <p:sp>
        <p:nvSpPr>
          <p:cNvPr id="9" name="Tekstvak 8">
            <a:extLst>
              <a:ext uri="{FF2B5EF4-FFF2-40B4-BE49-F238E27FC236}">
                <a16:creationId xmlns:a16="http://schemas.microsoft.com/office/drawing/2014/main" id="{DB1F7B06-5084-51E1-289D-351C72E889AB}"/>
              </a:ext>
            </a:extLst>
          </p:cNvPr>
          <p:cNvSpPr txBox="1"/>
          <p:nvPr userDrawn="1"/>
        </p:nvSpPr>
        <p:spPr>
          <a:xfrm>
            <a:off x="6240463" y="2371461"/>
            <a:ext cx="3836639" cy="38974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7000"/>
              </a:lnSpc>
            </a:pPr>
            <a:r>
              <a:rPr lang="nl-NL" sz="2400" b="1" dirty="0" err="1">
                <a:solidFill>
                  <a:srgbClr val="FFFFFF"/>
                </a:solidFill>
                <a:effectLst/>
                <a:latin typeface="Tenorite" panose="00000500000000000000" pitchFamily="2" charset="0"/>
                <a:ea typeface="Tenorite" panose="00000500000000000000" pitchFamily="2" charset="0"/>
                <a:cs typeface="Myanmar Text" panose="020B0502040204020203" pitchFamily="34" charset="0"/>
              </a:rPr>
              <a:t>Geonovum</a:t>
            </a:r>
            <a:endParaRPr lang="nl-NL" sz="1600" dirty="0">
              <a:solidFill>
                <a:srgbClr val="3C3C3C"/>
              </a:solidFill>
              <a:effectLst/>
              <a:latin typeface="Tenorite" panose="00000500000000000000" pitchFamily="2" charset="0"/>
              <a:ea typeface="Tenorite" panose="00000500000000000000" pitchFamily="2" charset="0"/>
              <a:cs typeface="Myanmar Text" panose="020B0502040204020203" pitchFamily="34" charset="0"/>
            </a:endParaRPr>
          </a:p>
          <a:p>
            <a:pPr>
              <a:lnSpc>
                <a:spcPct val="107000"/>
              </a:lnSpc>
              <a:tabLst>
                <a:tab pos="180340" algn="l"/>
              </a:tabLst>
            </a:pPr>
            <a:r>
              <a:rPr lang="en-GB" sz="1600" b="1" dirty="0">
                <a:solidFill>
                  <a:srgbClr val="FFFFFF"/>
                </a:solidFill>
                <a:effectLst/>
                <a:latin typeface="Tenorite" panose="00000500000000000000" pitchFamily="2" charset="0"/>
                <a:ea typeface="Tenorite" panose="00000500000000000000" pitchFamily="2" charset="0"/>
                <a:cs typeface="Myanmar Text" panose="020B0502040204020203" pitchFamily="34" charset="0"/>
              </a:rPr>
              <a:t>T	</a:t>
            </a:r>
            <a:r>
              <a:rPr lang="en-GB" sz="1600" dirty="0">
                <a:solidFill>
                  <a:srgbClr val="FFFFFF"/>
                </a:solidFill>
                <a:effectLst/>
                <a:latin typeface="Tenorite" panose="00000500000000000000" pitchFamily="2" charset="0"/>
                <a:ea typeface="Tenorite" panose="00000500000000000000" pitchFamily="2" charset="0"/>
                <a:cs typeface="Myanmar Text" panose="020B0502040204020203" pitchFamily="34" charset="0"/>
              </a:rPr>
              <a:t>033 460 41 00</a:t>
            </a:r>
            <a:endParaRPr lang="nl-NL" sz="1600" dirty="0">
              <a:solidFill>
                <a:srgbClr val="3C3C3C"/>
              </a:solidFill>
              <a:effectLst/>
              <a:latin typeface="Tenorite" panose="00000500000000000000" pitchFamily="2" charset="0"/>
              <a:ea typeface="Tenorite" panose="00000500000000000000" pitchFamily="2" charset="0"/>
              <a:cs typeface="Myanmar Text" panose="020B0502040204020203" pitchFamily="34" charset="0"/>
            </a:endParaRPr>
          </a:p>
          <a:p>
            <a:pPr>
              <a:lnSpc>
                <a:spcPct val="107000"/>
              </a:lnSpc>
              <a:tabLst>
                <a:tab pos="180340" algn="l"/>
              </a:tabLst>
            </a:pPr>
            <a:r>
              <a:rPr lang="en-GB" sz="1600" b="1" dirty="0">
                <a:solidFill>
                  <a:srgbClr val="FFFFFF"/>
                </a:solidFill>
                <a:effectLst/>
                <a:latin typeface="Tenorite" panose="00000500000000000000" pitchFamily="2" charset="0"/>
                <a:ea typeface="Tenorite" panose="00000500000000000000" pitchFamily="2" charset="0"/>
                <a:cs typeface="Myanmar Text" panose="020B0502040204020203" pitchFamily="34" charset="0"/>
              </a:rPr>
              <a:t>E	</a:t>
            </a:r>
            <a:r>
              <a:rPr lang="en-GB" sz="1600" dirty="0">
                <a:solidFill>
                  <a:srgbClr val="FFFFFF"/>
                </a:solidFill>
                <a:effectLst/>
                <a:latin typeface="Tenorite" panose="00000500000000000000" pitchFamily="2" charset="0"/>
                <a:ea typeface="Tenorite" panose="00000500000000000000" pitchFamily="2" charset="0"/>
                <a:cs typeface="Myanmar Text" panose="020B0502040204020203" pitchFamily="34" charset="0"/>
              </a:rPr>
              <a:t>info@geonovum.nl</a:t>
            </a:r>
            <a:endParaRPr lang="nl-NL" sz="1600" dirty="0">
              <a:solidFill>
                <a:srgbClr val="3C3C3C"/>
              </a:solidFill>
              <a:effectLst/>
              <a:latin typeface="Tenorite" panose="00000500000000000000" pitchFamily="2" charset="0"/>
              <a:ea typeface="Tenorite" panose="00000500000000000000" pitchFamily="2" charset="0"/>
              <a:cs typeface="Myanmar Text" panose="020B0502040204020203" pitchFamily="34" charset="0"/>
            </a:endParaRPr>
          </a:p>
          <a:p>
            <a:pPr>
              <a:lnSpc>
                <a:spcPct val="107000"/>
              </a:lnSpc>
              <a:tabLst>
                <a:tab pos="180340" algn="l"/>
              </a:tabLst>
            </a:pPr>
            <a:r>
              <a:rPr lang="en-GB" sz="1600" b="1" dirty="0">
                <a:solidFill>
                  <a:srgbClr val="FFFFFF"/>
                </a:solidFill>
                <a:effectLst/>
                <a:latin typeface="Tenorite" panose="00000500000000000000" pitchFamily="2" charset="0"/>
                <a:ea typeface="Tenorite" panose="00000500000000000000" pitchFamily="2" charset="0"/>
                <a:cs typeface="Myanmar Text" panose="020B0502040204020203" pitchFamily="34" charset="0"/>
              </a:rPr>
              <a:t>I</a:t>
            </a:r>
            <a:r>
              <a:rPr lang="en-GB" sz="1600" dirty="0">
                <a:solidFill>
                  <a:srgbClr val="FFFFFF"/>
                </a:solidFill>
                <a:effectLst/>
                <a:latin typeface="Tenorite" panose="00000500000000000000" pitchFamily="2" charset="0"/>
                <a:ea typeface="Tenorite" panose="00000500000000000000" pitchFamily="2" charset="0"/>
                <a:cs typeface="Myanmar Text" panose="020B0502040204020203" pitchFamily="34" charset="0"/>
              </a:rPr>
              <a:t>	</a:t>
            </a:r>
            <a:r>
              <a:rPr lang="nl-NL" sz="1600" dirty="0">
                <a:solidFill>
                  <a:srgbClr val="FFFFFF"/>
                </a:solidFill>
                <a:effectLst/>
                <a:latin typeface="Tenorite" panose="00000500000000000000" pitchFamily="2" charset="0"/>
                <a:ea typeface="Tenorite" panose="00000500000000000000" pitchFamily="2" charset="0"/>
                <a:cs typeface="Myanmar Text" panose="020B0502040204020203" pitchFamily="34" charset="0"/>
              </a:rPr>
              <a:t>www.geonovum.nl</a:t>
            </a:r>
            <a:endParaRPr lang="nl-NL" sz="1600" dirty="0">
              <a:solidFill>
                <a:srgbClr val="3C3C3C"/>
              </a:solidFill>
              <a:effectLst/>
              <a:latin typeface="Tenorite" panose="00000500000000000000" pitchFamily="2" charset="0"/>
              <a:ea typeface="Tenorite" panose="00000500000000000000" pitchFamily="2" charset="0"/>
              <a:cs typeface="Myanmar Text" panose="020B0502040204020203" pitchFamily="34" charset="0"/>
            </a:endParaRPr>
          </a:p>
          <a:p>
            <a:pPr>
              <a:lnSpc>
                <a:spcPct val="107000"/>
              </a:lnSpc>
            </a:pPr>
            <a:r>
              <a:rPr lang="nl-NL" sz="1600" b="1" dirty="0">
                <a:solidFill>
                  <a:srgbClr val="FFFFFF"/>
                </a:solidFill>
                <a:effectLst/>
                <a:latin typeface="Tenorite" panose="00000500000000000000" pitchFamily="2" charset="0"/>
                <a:ea typeface="Tenorite" panose="00000500000000000000" pitchFamily="2" charset="0"/>
                <a:cs typeface="Myanmar Text" panose="020B0502040204020203" pitchFamily="34" charset="0"/>
              </a:rPr>
              <a:t> </a:t>
            </a:r>
            <a:endParaRPr lang="nl-NL" sz="1600" dirty="0">
              <a:solidFill>
                <a:srgbClr val="3C3C3C"/>
              </a:solidFill>
              <a:effectLst/>
              <a:latin typeface="Tenorite" panose="00000500000000000000" pitchFamily="2" charset="0"/>
              <a:ea typeface="Tenorite" panose="00000500000000000000" pitchFamily="2" charset="0"/>
              <a:cs typeface="Myanmar Text" panose="020B0502040204020203" pitchFamily="34" charset="0"/>
            </a:endParaRPr>
          </a:p>
          <a:p>
            <a:pPr>
              <a:lnSpc>
                <a:spcPct val="107000"/>
              </a:lnSpc>
            </a:pPr>
            <a:r>
              <a:rPr lang="nl-NL" sz="1600" b="1" dirty="0">
                <a:solidFill>
                  <a:srgbClr val="FFFFFF"/>
                </a:solidFill>
                <a:effectLst/>
                <a:latin typeface="Tenorite" panose="00000500000000000000" pitchFamily="2" charset="0"/>
                <a:ea typeface="Tenorite" panose="00000500000000000000" pitchFamily="2" charset="0"/>
                <a:cs typeface="Myanmar Text" panose="020B0502040204020203" pitchFamily="34" charset="0"/>
              </a:rPr>
              <a:t>bezoekadres</a:t>
            </a:r>
            <a:endParaRPr lang="nl-NL" sz="1600" dirty="0">
              <a:solidFill>
                <a:srgbClr val="3C3C3C"/>
              </a:solidFill>
              <a:effectLst/>
              <a:latin typeface="Tenorite" panose="00000500000000000000" pitchFamily="2" charset="0"/>
              <a:ea typeface="Tenorite" panose="00000500000000000000" pitchFamily="2" charset="0"/>
              <a:cs typeface="Myanmar Text" panose="020B0502040204020203" pitchFamily="34" charset="0"/>
            </a:endParaRPr>
          </a:p>
          <a:p>
            <a:pPr>
              <a:lnSpc>
                <a:spcPct val="107000"/>
              </a:lnSpc>
            </a:pPr>
            <a:r>
              <a:rPr lang="nl-NL" sz="1600" dirty="0" err="1">
                <a:solidFill>
                  <a:srgbClr val="FFFFFF"/>
                </a:solidFill>
                <a:effectLst/>
                <a:latin typeface="Tenorite" panose="00000500000000000000" pitchFamily="2" charset="0"/>
                <a:ea typeface="Tenorite" panose="00000500000000000000" pitchFamily="2" charset="0"/>
                <a:cs typeface="Myanmar Text" panose="020B0502040204020203" pitchFamily="34" charset="0"/>
              </a:rPr>
              <a:t>Barchman</a:t>
            </a:r>
            <a:r>
              <a:rPr lang="nl-NL" sz="1600" dirty="0">
                <a:solidFill>
                  <a:srgbClr val="FFFFFF"/>
                </a:solidFill>
                <a:effectLst/>
                <a:latin typeface="Tenorite" panose="00000500000000000000" pitchFamily="2" charset="0"/>
                <a:ea typeface="Tenorite" panose="00000500000000000000" pitchFamily="2" charset="0"/>
                <a:cs typeface="Myanmar Text" panose="020B0502040204020203" pitchFamily="34" charset="0"/>
              </a:rPr>
              <a:t> </a:t>
            </a:r>
            <a:r>
              <a:rPr lang="nl-NL" sz="1600" dirty="0" err="1">
                <a:solidFill>
                  <a:srgbClr val="FFFFFF"/>
                </a:solidFill>
                <a:effectLst/>
                <a:latin typeface="Tenorite" panose="00000500000000000000" pitchFamily="2" charset="0"/>
                <a:ea typeface="Tenorite" panose="00000500000000000000" pitchFamily="2" charset="0"/>
                <a:cs typeface="Myanmar Text" panose="020B0502040204020203" pitchFamily="34" charset="0"/>
              </a:rPr>
              <a:t>Wuytierslaan</a:t>
            </a:r>
            <a:r>
              <a:rPr lang="nl-NL" sz="1600" dirty="0">
                <a:solidFill>
                  <a:srgbClr val="FFFFFF"/>
                </a:solidFill>
                <a:effectLst/>
                <a:latin typeface="Tenorite" panose="00000500000000000000" pitchFamily="2" charset="0"/>
                <a:ea typeface="Tenorite" panose="00000500000000000000" pitchFamily="2" charset="0"/>
                <a:cs typeface="Myanmar Text" panose="020B0502040204020203" pitchFamily="34" charset="0"/>
              </a:rPr>
              <a:t> 10</a:t>
            </a:r>
            <a:endParaRPr lang="nl-NL" sz="1600" dirty="0">
              <a:solidFill>
                <a:srgbClr val="3C3C3C"/>
              </a:solidFill>
              <a:effectLst/>
              <a:latin typeface="Tenorite" panose="00000500000000000000" pitchFamily="2" charset="0"/>
              <a:ea typeface="Tenorite" panose="00000500000000000000" pitchFamily="2" charset="0"/>
              <a:cs typeface="Myanmar Text" panose="020B0502040204020203" pitchFamily="34" charset="0"/>
            </a:endParaRPr>
          </a:p>
          <a:p>
            <a:pPr>
              <a:lnSpc>
                <a:spcPct val="107000"/>
              </a:lnSpc>
            </a:pPr>
            <a:r>
              <a:rPr lang="en-GB" sz="1600" dirty="0">
                <a:solidFill>
                  <a:srgbClr val="FFFFFF"/>
                </a:solidFill>
                <a:effectLst/>
                <a:latin typeface="Tenorite" panose="00000500000000000000" pitchFamily="2" charset="0"/>
                <a:ea typeface="Tenorite" panose="00000500000000000000" pitchFamily="2" charset="0"/>
                <a:cs typeface="Myanmar Text" panose="020B0502040204020203" pitchFamily="34" charset="0"/>
              </a:rPr>
              <a:t>3818 LH Amersfoort</a:t>
            </a:r>
            <a:endParaRPr lang="nl-NL" sz="1600" dirty="0">
              <a:solidFill>
                <a:srgbClr val="3C3C3C"/>
              </a:solidFill>
              <a:effectLst/>
              <a:latin typeface="Tenorite" panose="00000500000000000000" pitchFamily="2" charset="0"/>
              <a:ea typeface="Tenorite" panose="00000500000000000000" pitchFamily="2" charset="0"/>
              <a:cs typeface="Myanmar Text" panose="020B0502040204020203" pitchFamily="34" charset="0"/>
            </a:endParaRPr>
          </a:p>
          <a:p>
            <a:pPr>
              <a:lnSpc>
                <a:spcPct val="107000"/>
              </a:lnSpc>
            </a:pPr>
            <a:r>
              <a:rPr lang="nl-NL" sz="1600" b="1" dirty="0">
                <a:solidFill>
                  <a:srgbClr val="FFFFFF"/>
                </a:solidFill>
                <a:effectLst/>
                <a:latin typeface="Tenorite" panose="00000500000000000000" pitchFamily="2" charset="0"/>
                <a:ea typeface="Tenorite" panose="00000500000000000000" pitchFamily="2" charset="0"/>
                <a:cs typeface="Myanmar Text" panose="020B0502040204020203" pitchFamily="34" charset="0"/>
              </a:rPr>
              <a:t>	</a:t>
            </a:r>
            <a:endParaRPr lang="nl-NL" sz="1600" dirty="0">
              <a:solidFill>
                <a:srgbClr val="3C3C3C"/>
              </a:solidFill>
              <a:effectLst/>
              <a:latin typeface="Tenorite" panose="00000500000000000000" pitchFamily="2" charset="0"/>
              <a:ea typeface="Tenorite" panose="00000500000000000000" pitchFamily="2" charset="0"/>
              <a:cs typeface="Myanmar Text" panose="020B0502040204020203" pitchFamily="34" charset="0"/>
            </a:endParaRPr>
          </a:p>
          <a:p>
            <a:pPr>
              <a:lnSpc>
                <a:spcPct val="107000"/>
              </a:lnSpc>
            </a:pPr>
            <a:r>
              <a:rPr lang="en-GB" sz="1600" dirty="0">
                <a:solidFill>
                  <a:srgbClr val="FFFFFF"/>
                </a:solidFill>
                <a:effectLst/>
                <a:latin typeface="Tenorite" panose="00000500000000000000" pitchFamily="2" charset="0"/>
                <a:ea typeface="Tenorite" panose="00000500000000000000" pitchFamily="2" charset="0"/>
                <a:cs typeface="Myanmar Text" panose="020B0502040204020203" pitchFamily="34" charset="0"/>
              </a:rPr>
              <a:t> </a:t>
            </a:r>
            <a:endParaRPr lang="nl-NL" sz="1600" dirty="0">
              <a:solidFill>
                <a:srgbClr val="3C3C3C"/>
              </a:solidFill>
              <a:effectLst/>
              <a:latin typeface="Tenorite" panose="00000500000000000000" pitchFamily="2" charset="0"/>
              <a:ea typeface="Tenorite" panose="00000500000000000000" pitchFamily="2" charset="0"/>
              <a:cs typeface="Myanmar Text" panose="020B0502040204020203" pitchFamily="34" charset="0"/>
            </a:endParaRPr>
          </a:p>
          <a:p>
            <a:pPr>
              <a:lnSpc>
                <a:spcPct val="107000"/>
              </a:lnSpc>
            </a:pPr>
            <a:r>
              <a:rPr lang="en-GB" sz="1600" b="1" dirty="0" err="1">
                <a:solidFill>
                  <a:srgbClr val="FFFFFF"/>
                </a:solidFill>
                <a:effectLst/>
                <a:latin typeface="Tenorite" panose="00000500000000000000" pitchFamily="2" charset="0"/>
                <a:ea typeface="Tenorite" panose="00000500000000000000" pitchFamily="2" charset="0"/>
                <a:cs typeface="Myanmar Text" panose="020B0502040204020203" pitchFamily="34" charset="0"/>
              </a:rPr>
              <a:t>postadres</a:t>
            </a:r>
            <a:endParaRPr lang="nl-NL" sz="1600" dirty="0">
              <a:solidFill>
                <a:srgbClr val="3C3C3C"/>
              </a:solidFill>
              <a:effectLst/>
              <a:latin typeface="Tenorite" panose="00000500000000000000" pitchFamily="2" charset="0"/>
              <a:ea typeface="Tenorite" panose="00000500000000000000" pitchFamily="2" charset="0"/>
              <a:cs typeface="Myanmar Text" panose="020B0502040204020203" pitchFamily="34" charset="0"/>
            </a:endParaRPr>
          </a:p>
          <a:p>
            <a:pPr>
              <a:lnSpc>
                <a:spcPct val="107000"/>
              </a:lnSpc>
            </a:pPr>
            <a:r>
              <a:rPr lang="en-GB" sz="1600" dirty="0">
                <a:solidFill>
                  <a:srgbClr val="FFFFFF"/>
                </a:solidFill>
                <a:effectLst/>
                <a:latin typeface="Tenorite" panose="00000500000000000000" pitchFamily="2" charset="0"/>
                <a:ea typeface="Tenorite" panose="00000500000000000000" pitchFamily="2" charset="0"/>
                <a:cs typeface="Myanmar Text" panose="020B0502040204020203" pitchFamily="34" charset="0"/>
              </a:rPr>
              <a:t>Postbus 508</a:t>
            </a:r>
            <a:endParaRPr lang="nl-NL" sz="1600" dirty="0">
              <a:solidFill>
                <a:srgbClr val="3C3C3C"/>
              </a:solidFill>
              <a:effectLst/>
              <a:latin typeface="Tenorite" panose="00000500000000000000" pitchFamily="2" charset="0"/>
              <a:ea typeface="Tenorite" panose="00000500000000000000" pitchFamily="2" charset="0"/>
              <a:cs typeface="Myanmar Text" panose="020B0502040204020203" pitchFamily="34" charset="0"/>
            </a:endParaRPr>
          </a:p>
          <a:p>
            <a:pPr>
              <a:lnSpc>
                <a:spcPct val="107000"/>
              </a:lnSpc>
            </a:pPr>
            <a:r>
              <a:rPr lang="en-GB" sz="1600" dirty="0">
                <a:solidFill>
                  <a:srgbClr val="FFFFFF"/>
                </a:solidFill>
                <a:effectLst/>
                <a:latin typeface="Tenorite" panose="00000500000000000000" pitchFamily="2" charset="0"/>
                <a:ea typeface="Tenorite" panose="00000500000000000000" pitchFamily="2" charset="0"/>
                <a:cs typeface="Myanmar Text" panose="020B0502040204020203" pitchFamily="34" charset="0"/>
              </a:rPr>
              <a:t>3800 AM Amersfoort</a:t>
            </a:r>
            <a:endParaRPr lang="nl-NL" sz="1600" dirty="0">
              <a:solidFill>
                <a:srgbClr val="3C3C3C"/>
              </a:solidFill>
              <a:effectLst/>
              <a:latin typeface="Tenorite" panose="00000500000000000000" pitchFamily="2" charset="0"/>
              <a:ea typeface="Tenorite" panose="00000500000000000000" pitchFamily="2" charset="0"/>
              <a:cs typeface="Myanmar Text" panose="020B0502040204020203" pitchFamily="34" charset="0"/>
            </a:endParaRPr>
          </a:p>
          <a:p>
            <a:pPr>
              <a:lnSpc>
                <a:spcPct val="107000"/>
              </a:lnSpc>
            </a:pPr>
            <a:r>
              <a:rPr lang="nl-NL" sz="1600" b="1" dirty="0">
                <a:solidFill>
                  <a:srgbClr val="FFFFFF"/>
                </a:solidFill>
                <a:effectLst/>
                <a:latin typeface="Tenorite" panose="00000500000000000000" pitchFamily="2" charset="0"/>
                <a:ea typeface="Tenorite" panose="00000500000000000000" pitchFamily="2" charset="0"/>
                <a:cs typeface="Myanmar Text" panose="020B0502040204020203" pitchFamily="34" charset="0"/>
              </a:rPr>
              <a:t>	</a:t>
            </a:r>
            <a:endParaRPr lang="nl-NL" sz="1600" dirty="0">
              <a:solidFill>
                <a:srgbClr val="3C3C3C"/>
              </a:solidFill>
              <a:effectLst/>
              <a:latin typeface="Tenorite" panose="00000500000000000000" pitchFamily="2" charset="0"/>
              <a:ea typeface="Tenorite" panose="00000500000000000000" pitchFamily="2" charset="0"/>
              <a:cs typeface="Myanmar Text" panose="020B0502040204020203" pitchFamily="34" charset="0"/>
            </a:endParaRPr>
          </a:p>
        </p:txBody>
      </p:sp>
      <p:sp>
        <p:nvSpPr>
          <p:cNvPr id="11" name="Titel 16">
            <a:extLst>
              <a:ext uri="{FF2B5EF4-FFF2-40B4-BE49-F238E27FC236}">
                <a16:creationId xmlns:a16="http://schemas.microsoft.com/office/drawing/2014/main" id="{FE0A2F16-9901-6079-8E9E-B74B0C3DE027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6240462" y="296864"/>
            <a:ext cx="5651501" cy="1749650"/>
          </a:xfrm>
        </p:spPr>
        <p:txBody>
          <a:bodyPr anchor="b">
            <a:normAutofit/>
          </a:bodyPr>
          <a:lstStyle>
            <a:lvl1pPr>
              <a:defRPr sz="4400">
                <a:solidFill>
                  <a:schemeClr val="bg1"/>
                </a:solidFill>
              </a:defRPr>
            </a:lvl1pPr>
          </a:lstStyle>
          <a:p>
            <a:r>
              <a:rPr lang="nl-NL" dirty="0"/>
              <a:t>Bedankt!</a:t>
            </a:r>
          </a:p>
        </p:txBody>
      </p:sp>
    </p:spTree>
    <p:extLst>
      <p:ext uri="{BB962C8B-B14F-4D97-AF65-F5344CB8AC3E}">
        <p14:creationId xmlns:p14="http://schemas.microsoft.com/office/powerpoint/2010/main" val="4186003559"/>
      </p:ext>
    </p:extLst>
  </p:cSld>
  <p:clrMapOvr>
    <a:masterClrMapping/>
  </p:clrMapOvr>
</p:sldLayout>
</file>

<file path=ppt/slideLayouts/slideLayout3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Eindedia persoon met contac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hthoek 6">
            <a:extLst>
              <a:ext uri="{FF2B5EF4-FFF2-40B4-BE49-F238E27FC236}">
                <a16:creationId xmlns:a16="http://schemas.microsoft.com/office/drawing/2014/main" id="{CBFD2F8A-C1A5-25EB-8679-C5C51A188736}"/>
              </a:ext>
            </a:extLst>
          </p:cNvPr>
          <p:cNvSpPr/>
          <p:nvPr userDrawn="1"/>
        </p:nvSpPr>
        <p:spPr>
          <a:xfrm>
            <a:off x="4868487" y="-1"/>
            <a:ext cx="7323513" cy="6841899"/>
          </a:xfrm>
          <a:prstGeom prst="rect">
            <a:avLst/>
          </a:prstGeom>
          <a:solidFill>
            <a:schemeClr val="accent3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nl-NL" dirty="0"/>
          </a:p>
        </p:txBody>
      </p:sp>
      <p:pic>
        <p:nvPicPr>
          <p:cNvPr id="6" name="Graphic 18">
            <a:extLst>
              <a:ext uri="{FF2B5EF4-FFF2-40B4-BE49-F238E27FC236}">
                <a16:creationId xmlns:a16="http://schemas.microsoft.com/office/drawing/2014/main" id="{E3EC554F-9B3F-7C4B-6145-7BAE0BB01EA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0" y="0"/>
            <a:ext cx="4868487" cy="6878068"/>
          </a:xfrm>
          <a:prstGeom prst="rect">
            <a:avLst/>
          </a:prstGeom>
        </p:spPr>
      </p:pic>
      <p:sp>
        <p:nvSpPr>
          <p:cNvPr id="9" name="Tekstvak 8">
            <a:hlinkClick r:id="rId4"/>
            <a:extLst>
              <a:ext uri="{FF2B5EF4-FFF2-40B4-BE49-F238E27FC236}">
                <a16:creationId xmlns:a16="http://schemas.microsoft.com/office/drawing/2014/main" id="{DB1F7B06-5084-51E1-289D-351C72E889AB}"/>
              </a:ext>
            </a:extLst>
          </p:cNvPr>
          <p:cNvSpPr txBox="1"/>
          <p:nvPr userDrawn="1"/>
        </p:nvSpPr>
        <p:spPr>
          <a:xfrm>
            <a:off x="6240463" y="4391218"/>
            <a:ext cx="3836639" cy="76681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7000"/>
              </a:lnSpc>
            </a:pPr>
            <a:r>
              <a:rPr lang="nl-NL" sz="2400" b="1" dirty="0">
                <a:solidFill>
                  <a:srgbClr val="FFFFFF"/>
                </a:solidFill>
                <a:effectLst/>
                <a:latin typeface="Tenorite" panose="00000500000000000000" pitchFamily="2" charset="0"/>
                <a:ea typeface="Tenorite" panose="00000500000000000000" pitchFamily="2" charset="0"/>
                <a:cs typeface="Myanmar Text" panose="020B0502040204020203" pitchFamily="34" charset="0"/>
              </a:rPr>
              <a:t>Bezoek onze website</a:t>
            </a:r>
            <a:endParaRPr lang="nl-NL" sz="1600" dirty="0">
              <a:solidFill>
                <a:srgbClr val="3C3C3C"/>
              </a:solidFill>
              <a:effectLst/>
              <a:latin typeface="Tenorite" panose="00000500000000000000" pitchFamily="2" charset="0"/>
              <a:ea typeface="Tenorite" panose="00000500000000000000" pitchFamily="2" charset="0"/>
              <a:cs typeface="Myanmar Text" panose="020B0502040204020203" pitchFamily="34" charset="0"/>
            </a:endParaRPr>
          </a:p>
          <a:p>
            <a:pPr>
              <a:lnSpc>
                <a:spcPct val="107000"/>
              </a:lnSpc>
              <a:tabLst>
                <a:tab pos="180340" algn="l"/>
              </a:tabLst>
            </a:pPr>
            <a:r>
              <a:rPr lang="nl-NL" sz="1800" dirty="0">
                <a:solidFill>
                  <a:srgbClr val="FFFFFF"/>
                </a:solidFill>
                <a:effectLst/>
                <a:latin typeface="Tenorite" panose="00000500000000000000" pitchFamily="2" charset="0"/>
                <a:ea typeface="Tenorite" panose="00000500000000000000" pitchFamily="2" charset="0"/>
                <a:cs typeface="Myanmar Text" panose="020B0502040204020203" pitchFamily="34" charset="0"/>
              </a:rPr>
              <a:t>www.geonovum.nl</a:t>
            </a:r>
            <a:r>
              <a:rPr lang="nl-NL" sz="1800" b="1" dirty="0">
                <a:solidFill>
                  <a:srgbClr val="FFFFFF"/>
                </a:solidFill>
                <a:effectLst/>
                <a:latin typeface="Tenorite" panose="00000500000000000000" pitchFamily="2" charset="0"/>
                <a:ea typeface="Tenorite" panose="00000500000000000000" pitchFamily="2" charset="0"/>
                <a:cs typeface="Myanmar Text" panose="020B0502040204020203" pitchFamily="34" charset="0"/>
              </a:rPr>
              <a:t>	</a:t>
            </a:r>
            <a:endParaRPr lang="nl-NL" sz="1800" dirty="0">
              <a:solidFill>
                <a:srgbClr val="3C3C3C"/>
              </a:solidFill>
              <a:effectLst/>
              <a:latin typeface="Tenorite" panose="00000500000000000000" pitchFamily="2" charset="0"/>
              <a:ea typeface="Tenorite" panose="00000500000000000000" pitchFamily="2" charset="0"/>
              <a:cs typeface="Myanmar Text" panose="020B0502040204020203" pitchFamily="34" charset="0"/>
            </a:endParaRPr>
          </a:p>
        </p:txBody>
      </p:sp>
      <p:sp>
        <p:nvSpPr>
          <p:cNvPr id="11" name="Titel 16">
            <a:extLst>
              <a:ext uri="{FF2B5EF4-FFF2-40B4-BE49-F238E27FC236}">
                <a16:creationId xmlns:a16="http://schemas.microsoft.com/office/drawing/2014/main" id="{FE0A2F16-9901-6079-8E9E-B74B0C3DE027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6240462" y="296864"/>
            <a:ext cx="5651501" cy="1749650"/>
          </a:xfrm>
        </p:spPr>
        <p:txBody>
          <a:bodyPr anchor="b">
            <a:normAutofit/>
          </a:bodyPr>
          <a:lstStyle>
            <a:lvl1pPr>
              <a:defRPr sz="4400">
                <a:solidFill>
                  <a:schemeClr val="bg1"/>
                </a:solidFill>
              </a:defRPr>
            </a:lvl1pPr>
          </a:lstStyle>
          <a:p>
            <a:r>
              <a:rPr lang="nl-NL" dirty="0"/>
              <a:t>Bedankt!</a:t>
            </a:r>
          </a:p>
        </p:txBody>
      </p:sp>
      <p:sp>
        <p:nvSpPr>
          <p:cNvPr id="3" name="Tijdelijke aanduiding voor tekst 2">
            <a:extLst>
              <a:ext uri="{FF2B5EF4-FFF2-40B4-BE49-F238E27FC236}">
                <a16:creationId xmlns:a16="http://schemas.microsoft.com/office/drawing/2014/main" id="{80F9E361-25B1-26B6-D92A-B077C6223963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6240463" y="2343379"/>
            <a:ext cx="5651500" cy="442232"/>
          </a:xfrm>
        </p:spPr>
        <p:txBody>
          <a:bodyPr/>
          <a:lstStyle>
            <a:lvl1pPr marL="0" indent="0">
              <a:buNone/>
              <a:defRPr b="1">
                <a:solidFill>
                  <a:schemeClr val="bg1"/>
                </a:solidFill>
              </a:defRPr>
            </a:lvl1pPr>
          </a:lstStyle>
          <a:p>
            <a:pPr lvl="0"/>
            <a:r>
              <a:rPr lang="nl-NL" dirty="0"/>
              <a:t>Voornaam Achternaam</a:t>
            </a:r>
          </a:p>
        </p:txBody>
      </p:sp>
      <p:sp>
        <p:nvSpPr>
          <p:cNvPr id="5" name="Tijdelijke aanduiding voor tekst 4">
            <a:extLst>
              <a:ext uri="{FF2B5EF4-FFF2-40B4-BE49-F238E27FC236}">
                <a16:creationId xmlns:a16="http://schemas.microsoft.com/office/drawing/2014/main" id="{72A494B8-DE6E-7F0A-561C-29B771234AE9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7353302" y="3429001"/>
            <a:ext cx="4538660" cy="391430"/>
          </a:xfrm>
        </p:spPr>
        <p:txBody>
          <a:bodyPr vert="horz" lIns="91440" tIns="45720" rIns="91440" bIns="45720" rtlCol="0">
            <a:noAutofit/>
          </a:bodyPr>
          <a:lstStyle>
            <a:lvl1pPr>
              <a:defRPr lang="nl-NL" sz="1800" b="0" smtClean="0">
                <a:solidFill>
                  <a:schemeClr val="bg1"/>
                </a:solidFill>
              </a:defRPr>
            </a:lvl1pPr>
            <a:lvl2pPr>
              <a:defRPr lang="nl-NL" smtClean="0"/>
            </a:lvl2pPr>
            <a:lvl3pPr>
              <a:defRPr lang="nl-NL" smtClean="0"/>
            </a:lvl3pPr>
            <a:lvl4pPr>
              <a:defRPr lang="nl-NL" smtClean="0"/>
            </a:lvl4pPr>
            <a:lvl5pPr>
              <a:defRPr lang="nl-NL"/>
            </a:lvl5pPr>
          </a:lstStyle>
          <a:p>
            <a:pPr marL="0" lvl="0" indent="0">
              <a:buNone/>
            </a:pPr>
            <a:r>
              <a:rPr lang="nl-NL" dirty="0"/>
              <a:t>[e-mail]</a:t>
            </a:r>
          </a:p>
        </p:txBody>
      </p:sp>
      <p:sp>
        <p:nvSpPr>
          <p:cNvPr id="17" name="Tekstvak 16">
            <a:extLst>
              <a:ext uri="{FF2B5EF4-FFF2-40B4-BE49-F238E27FC236}">
                <a16:creationId xmlns:a16="http://schemas.microsoft.com/office/drawing/2014/main" id="{8DBCEA1D-6766-3C2D-588B-FBECF162B6D4}"/>
              </a:ext>
            </a:extLst>
          </p:cNvPr>
          <p:cNvSpPr txBox="1"/>
          <p:nvPr userDrawn="1"/>
        </p:nvSpPr>
        <p:spPr>
          <a:xfrm>
            <a:off x="6240461" y="2965002"/>
            <a:ext cx="3989041" cy="4648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7000"/>
              </a:lnSpc>
            </a:pPr>
            <a:r>
              <a:rPr lang="nl-NL" sz="2400" b="1" dirty="0">
                <a:solidFill>
                  <a:srgbClr val="FFFFFF"/>
                </a:solidFill>
                <a:effectLst/>
                <a:latin typeface="Tenorite" panose="00000500000000000000" pitchFamily="2" charset="0"/>
                <a:ea typeface="Tenorite" panose="00000500000000000000" pitchFamily="2" charset="0"/>
                <a:cs typeface="Myanmar Text" panose="020B0502040204020203" pitchFamily="34" charset="0"/>
              </a:rPr>
              <a:t>Contact</a:t>
            </a:r>
            <a:endParaRPr lang="nl-NL" sz="1600" dirty="0">
              <a:solidFill>
                <a:srgbClr val="3C3C3C"/>
              </a:solidFill>
              <a:effectLst/>
              <a:latin typeface="Tenorite" panose="00000500000000000000" pitchFamily="2" charset="0"/>
              <a:ea typeface="Tenorite" panose="00000500000000000000" pitchFamily="2" charset="0"/>
              <a:cs typeface="Myanmar Text" panose="020B0502040204020203" pitchFamily="34" charset="0"/>
            </a:endParaRPr>
          </a:p>
        </p:txBody>
      </p:sp>
      <p:pic>
        <p:nvPicPr>
          <p:cNvPr id="10" name="Graphic 9">
            <a:hlinkClick r:id="rId4"/>
            <a:extLst>
              <a:ext uri="{FF2B5EF4-FFF2-40B4-BE49-F238E27FC236}">
                <a16:creationId xmlns:a16="http://schemas.microsoft.com/office/drawing/2014/main" id="{2E09973E-E0DA-1C22-6AD3-30FC84B646CF}"/>
              </a:ext>
            </a:extLst>
          </p:cNvPr>
          <p:cNvPicPr>
            <a:picLocks noChangeAspect="1"/>
          </p:cNvPicPr>
          <p:nvPr userDrawn="1"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9576219" y="4302361"/>
            <a:ext cx="2107422" cy="1603048"/>
          </a:xfrm>
          <a:prstGeom prst="rect">
            <a:avLst/>
          </a:prstGeom>
        </p:spPr>
      </p:pic>
      <p:sp>
        <p:nvSpPr>
          <p:cNvPr id="18" name="Tijdelijke aanduiding voor tekst 4">
            <a:extLst>
              <a:ext uri="{FF2B5EF4-FFF2-40B4-BE49-F238E27FC236}">
                <a16:creationId xmlns:a16="http://schemas.microsoft.com/office/drawing/2014/main" id="{C87550B5-77AB-5E1D-848C-7747F39A2A1D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7353301" y="3815214"/>
            <a:ext cx="4538660" cy="391429"/>
          </a:xfrm>
        </p:spPr>
        <p:txBody>
          <a:bodyPr vert="horz" lIns="91440" tIns="45720" rIns="91440" bIns="45720" rtlCol="0">
            <a:noAutofit/>
          </a:bodyPr>
          <a:lstStyle>
            <a:lvl1pPr>
              <a:defRPr lang="nl-NL" sz="1800" b="0" smtClean="0">
                <a:solidFill>
                  <a:schemeClr val="bg1"/>
                </a:solidFill>
              </a:defRPr>
            </a:lvl1pPr>
            <a:lvl2pPr>
              <a:defRPr lang="nl-NL" smtClean="0"/>
            </a:lvl2pPr>
            <a:lvl3pPr>
              <a:defRPr lang="nl-NL" smtClean="0"/>
            </a:lvl3pPr>
            <a:lvl4pPr>
              <a:defRPr lang="nl-NL" smtClean="0"/>
            </a:lvl4pPr>
            <a:lvl5pPr>
              <a:defRPr lang="nl-NL"/>
            </a:lvl5pPr>
          </a:lstStyle>
          <a:p>
            <a:pPr marL="0" lvl="0" indent="0">
              <a:buNone/>
            </a:pPr>
            <a:r>
              <a:rPr lang="nl-NL" dirty="0"/>
              <a:t>[Telefoon]</a:t>
            </a:r>
          </a:p>
        </p:txBody>
      </p:sp>
      <p:sp>
        <p:nvSpPr>
          <p:cNvPr id="19" name="Tekstvak 18">
            <a:extLst>
              <a:ext uri="{FF2B5EF4-FFF2-40B4-BE49-F238E27FC236}">
                <a16:creationId xmlns:a16="http://schemas.microsoft.com/office/drawing/2014/main" id="{1D46AB79-C56F-6ABA-E57F-AD5B98CD4821}"/>
              </a:ext>
            </a:extLst>
          </p:cNvPr>
          <p:cNvSpPr txBox="1"/>
          <p:nvPr userDrawn="1"/>
        </p:nvSpPr>
        <p:spPr>
          <a:xfrm>
            <a:off x="6245906" y="3358234"/>
            <a:ext cx="1059824" cy="832582"/>
          </a:xfrm>
          <a:prstGeom prst="rect">
            <a:avLst/>
          </a:prstGeom>
          <a:noFill/>
        </p:spPr>
        <p:txBody>
          <a:bodyPr wrap="none" lIns="72000" tIns="72000" rIns="72000" bIns="72000" anchor="ctr" anchorCtr="0">
            <a:spAutoFit/>
          </a:bodyPr>
          <a:lstStyle/>
          <a:p>
            <a:pPr marL="0" lvl="0" indent="0">
              <a:lnSpc>
                <a:spcPct val="130000"/>
              </a:lnSpc>
              <a:buNone/>
            </a:pPr>
            <a:r>
              <a:rPr lang="nl-NL" b="1" dirty="0">
                <a:solidFill>
                  <a:schemeClr val="bg1"/>
                </a:solidFill>
              </a:rPr>
              <a:t>E-mail:</a:t>
            </a:r>
          </a:p>
          <a:p>
            <a:pPr marL="0" lvl="0" indent="0">
              <a:lnSpc>
                <a:spcPct val="130000"/>
              </a:lnSpc>
              <a:buNone/>
            </a:pPr>
            <a:r>
              <a:rPr lang="nl-NL" b="1" dirty="0">
                <a:solidFill>
                  <a:schemeClr val="bg1"/>
                </a:solidFill>
              </a:rPr>
              <a:t>Telefoon:</a:t>
            </a:r>
          </a:p>
        </p:txBody>
      </p:sp>
    </p:spTree>
    <p:extLst>
      <p:ext uri="{BB962C8B-B14F-4D97-AF65-F5344CB8AC3E}">
        <p14:creationId xmlns:p14="http://schemas.microsoft.com/office/powerpoint/2010/main" val="374759972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3" Type="http://schemas.openxmlformats.org/officeDocument/2006/relationships/slideLayout" Target="../slideLayouts/slideLayout13.xml"/><Relationship Id="rId18" Type="http://schemas.openxmlformats.org/officeDocument/2006/relationships/slideLayout" Target="../slideLayouts/slideLayout18.xml"/><Relationship Id="rId26" Type="http://schemas.openxmlformats.org/officeDocument/2006/relationships/slideLayout" Target="../slideLayouts/slideLayout26.xml"/><Relationship Id="rId3" Type="http://schemas.openxmlformats.org/officeDocument/2006/relationships/slideLayout" Target="../slideLayouts/slideLayout3.xml"/><Relationship Id="rId21" Type="http://schemas.openxmlformats.org/officeDocument/2006/relationships/slideLayout" Target="../slideLayouts/slideLayout21.xml"/><Relationship Id="rId34" Type="http://schemas.openxmlformats.org/officeDocument/2006/relationships/image" Target="../media/image1.png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5" Type="http://schemas.openxmlformats.org/officeDocument/2006/relationships/slideLayout" Target="../slideLayouts/slideLayout25.xml"/><Relationship Id="rId33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20" Type="http://schemas.openxmlformats.org/officeDocument/2006/relationships/slideLayout" Target="../slideLayouts/slideLayout20.xml"/><Relationship Id="rId29" Type="http://schemas.openxmlformats.org/officeDocument/2006/relationships/slideLayout" Target="../slideLayouts/slideLayout29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24" Type="http://schemas.openxmlformats.org/officeDocument/2006/relationships/slideLayout" Target="../slideLayouts/slideLayout24.xml"/><Relationship Id="rId32" Type="http://schemas.openxmlformats.org/officeDocument/2006/relationships/slideLayout" Target="../slideLayouts/slideLayout32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23" Type="http://schemas.openxmlformats.org/officeDocument/2006/relationships/slideLayout" Target="../slideLayouts/slideLayout23.xml"/><Relationship Id="rId28" Type="http://schemas.openxmlformats.org/officeDocument/2006/relationships/slideLayout" Target="../slideLayouts/slideLayout28.xml"/><Relationship Id="rId10" Type="http://schemas.openxmlformats.org/officeDocument/2006/relationships/slideLayout" Target="../slideLayouts/slideLayout10.xml"/><Relationship Id="rId19" Type="http://schemas.openxmlformats.org/officeDocument/2006/relationships/slideLayout" Target="../slideLayouts/slideLayout19.xml"/><Relationship Id="rId31" Type="http://schemas.openxmlformats.org/officeDocument/2006/relationships/slideLayout" Target="../slideLayouts/slideLayout31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Relationship Id="rId22" Type="http://schemas.openxmlformats.org/officeDocument/2006/relationships/slideLayout" Target="../slideLayouts/slideLayout22.xml"/><Relationship Id="rId27" Type="http://schemas.openxmlformats.org/officeDocument/2006/relationships/slideLayout" Target="../slideLayouts/slideLayout27.xml"/><Relationship Id="rId30" Type="http://schemas.openxmlformats.org/officeDocument/2006/relationships/slideLayout" Target="../slideLayouts/slideLayout30.xml"/><Relationship Id="rId35" Type="http://schemas.openxmlformats.org/officeDocument/2006/relationships/image" Target="../media/image2.svg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hthoek 7">
            <a:extLst>
              <a:ext uri="{FF2B5EF4-FFF2-40B4-BE49-F238E27FC236}">
                <a16:creationId xmlns:a16="http://schemas.microsoft.com/office/drawing/2014/main" id="{4737BDE2-6624-6AA2-E513-3C0A4D766F82}"/>
              </a:ext>
            </a:extLst>
          </p:cNvPr>
          <p:cNvSpPr/>
          <p:nvPr userDrawn="1"/>
        </p:nvSpPr>
        <p:spPr>
          <a:xfrm>
            <a:off x="-1" y="0"/>
            <a:ext cx="180000" cy="6870065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nl-NL"/>
          </a:p>
        </p:txBody>
      </p:sp>
      <p:sp>
        <p:nvSpPr>
          <p:cNvPr id="2" name="Tijdelijke aanduiding voor titel 1">
            <a:extLst>
              <a:ext uri="{FF2B5EF4-FFF2-40B4-BE49-F238E27FC236}">
                <a16:creationId xmlns:a16="http://schemas.microsoft.com/office/drawing/2014/main" id="{2472DD61-4421-5CEC-4C48-8826AE7C6E5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0039" y="1"/>
            <a:ext cx="9780132" cy="1280159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/>
          <a:p>
            <a:endParaRPr lang="nl-NL" dirty="0"/>
          </a:p>
        </p:txBody>
      </p:sp>
      <p:sp>
        <p:nvSpPr>
          <p:cNvPr id="3" name="Tijdelijke aanduiding voor tekst 2">
            <a:extLst>
              <a:ext uri="{FF2B5EF4-FFF2-40B4-BE49-F238E27FC236}">
                <a16:creationId xmlns:a16="http://schemas.microsoft.com/office/drawing/2014/main" id="{D6E14671-E605-C01F-EC26-2E58DAE6D66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300038" y="1520825"/>
            <a:ext cx="11587855" cy="49323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nl-NL" dirty="0"/>
              <a:t>Klikken om de tekststijl van het model te bewerken</a:t>
            </a:r>
          </a:p>
          <a:p>
            <a:pPr lvl="1"/>
            <a:r>
              <a:rPr lang="nl-NL" dirty="0"/>
              <a:t>Tweede niveau</a:t>
            </a:r>
          </a:p>
          <a:p>
            <a:pPr lvl="2"/>
            <a:r>
              <a:rPr lang="nl-NL" dirty="0"/>
              <a:t>Derde niveau</a:t>
            </a:r>
          </a:p>
          <a:p>
            <a:pPr lvl="3"/>
            <a:r>
              <a:rPr lang="nl-NL" dirty="0"/>
              <a:t>Vierde niveau</a:t>
            </a:r>
          </a:p>
          <a:p>
            <a:pPr lvl="4"/>
            <a:r>
              <a:rPr lang="nl-NL" dirty="0"/>
              <a:t>Vijfde niveau</a:t>
            </a:r>
          </a:p>
        </p:txBody>
      </p:sp>
      <p:sp>
        <p:nvSpPr>
          <p:cNvPr id="4" name="Tijdelijke aanduiding voor datum 3">
            <a:extLst>
              <a:ext uri="{FF2B5EF4-FFF2-40B4-BE49-F238E27FC236}">
                <a16:creationId xmlns:a16="http://schemas.microsoft.com/office/drawing/2014/main" id="{0A48627B-AB69-E330-96D2-7A8A6BA7E63F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20735" y="6637339"/>
            <a:ext cx="1981596" cy="184616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000" b="1">
                <a:solidFill>
                  <a:schemeClr val="tx1"/>
                </a:solidFill>
              </a:defRPr>
            </a:lvl1pPr>
          </a:lstStyle>
          <a:p>
            <a:fld id="{002A0C75-8C73-4BC2-A110-8B70C26DE224}" type="datetime1">
              <a:rPr lang="nl-NL" smtClean="0"/>
              <a:pPr/>
              <a:t>28-1-2026</a:t>
            </a:fld>
            <a:endParaRPr lang="nl-NL" dirty="0"/>
          </a:p>
        </p:txBody>
      </p:sp>
      <p:sp>
        <p:nvSpPr>
          <p:cNvPr id="5" name="Tijdelijke aanduiding voor voettekst 4">
            <a:extLst>
              <a:ext uri="{FF2B5EF4-FFF2-40B4-BE49-F238E27FC236}">
                <a16:creationId xmlns:a16="http://schemas.microsoft.com/office/drawing/2014/main" id="{41F30596-193F-4148-BD90-D8B9C3A96EEB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2411187" y="6637339"/>
            <a:ext cx="8588828" cy="184616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000" b="1">
                <a:solidFill>
                  <a:schemeClr val="tx1"/>
                </a:solidFill>
              </a:defRPr>
            </a:lvl1pPr>
          </a:lstStyle>
          <a:p>
            <a:endParaRPr lang="nl-NL" dirty="0"/>
          </a:p>
        </p:txBody>
      </p:sp>
      <p:sp>
        <p:nvSpPr>
          <p:cNvPr id="6" name="Tijdelijke aanduiding voor dianummer 5">
            <a:extLst>
              <a:ext uri="{FF2B5EF4-FFF2-40B4-BE49-F238E27FC236}">
                <a16:creationId xmlns:a16="http://schemas.microsoft.com/office/drawing/2014/main" id="{38E07D45-0616-24CB-1480-BE6C20E6831C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119758" y="6637339"/>
            <a:ext cx="768135" cy="184616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00" b="1">
                <a:solidFill>
                  <a:schemeClr val="tx1"/>
                </a:solidFill>
              </a:defRPr>
            </a:lvl1pPr>
          </a:lstStyle>
          <a:p>
            <a:fld id="{A648B885-FF76-47CB-8BBD-27E7EBF07CA9}" type="slidenum">
              <a:rPr lang="nl-NL" smtClean="0"/>
              <a:pPr/>
              <a:t>‹nr.›</a:t>
            </a:fld>
            <a:endParaRPr lang="nl-NL" dirty="0"/>
          </a:p>
        </p:txBody>
      </p:sp>
      <p:pic>
        <p:nvPicPr>
          <p:cNvPr id="7" name="ArtworkLogo">
            <a:extLst>
              <a:ext uri="{FF2B5EF4-FFF2-40B4-BE49-F238E27FC236}">
                <a16:creationId xmlns:a16="http://schemas.microsoft.com/office/drawing/2014/main" id="{77990C53-887C-17B0-656E-BF275840E54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>
          <a:blip r:embed="rId34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5"/>
              </a:ext>
            </a:extLst>
          </a:blip>
          <a:stretch>
            <a:fillRect/>
          </a:stretch>
        </p:blipFill>
        <p:spPr>
          <a:xfrm>
            <a:off x="10283929" y="303802"/>
            <a:ext cx="1629294" cy="830672"/>
          </a:xfrm>
          <a:prstGeom prst="rect">
            <a:avLst/>
          </a:prstGeom>
        </p:spPr>
      </p:pic>
      <p:grpSp>
        <p:nvGrpSpPr>
          <p:cNvPr id="11" name="Groep 10">
            <a:extLst>
              <a:ext uri="{FF2B5EF4-FFF2-40B4-BE49-F238E27FC236}">
                <a16:creationId xmlns:a16="http://schemas.microsoft.com/office/drawing/2014/main" id="{ECFF6442-24D7-78CE-C384-08CC040403BE}"/>
              </a:ext>
            </a:extLst>
          </p:cNvPr>
          <p:cNvGrpSpPr/>
          <p:nvPr userDrawn="1"/>
        </p:nvGrpSpPr>
        <p:grpSpPr>
          <a:xfrm>
            <a:off x="175844" y="-1"/>
            <a:ext cx="8131733" cy="6857999"/>
            <a:chOff x="0" y="0"/>
            <a:chExt cx="7536913" cy="6356350"/>
          </a:xfrm>
        </p:grpSpPr>
        <p:sp>
          <p:nvSpPr>
            <p:cNvPr id="9" name="Vrije vorm: vorm 8">
              <a:extLst>
                <a:ext uri="{FF2B5EF4-FFF2-40B4-BE49-F238E27FC236}">
                  <a16:creationId xmlns:a16="http://schemas.microsoft.com/office/drawing/2014/main" id="{030AC175-1567-1D95-0AFA-FE3F3B2F61D4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 userDrawn="1"/>
          </p:nvSpPr>
          <p:spPr>
            <a:xfrm>
              <a:off x="0" y="0"/>
              <a:ext cx="5838825" cy="5842635"/>
            </a:xfrm>
            <a:custGeom>
              <a:avLst/>
              <a:gdLst>
                <a:gd name="connsiteX0" fmla="*/ 5841340 w 5841339"/>
                <a:gd name="connsiteY0" fmla="*/ 0 h 5841720"/>
                <a:gd name="connsiteX1" fmla="*/ 3301403 w 5841339"/>
                <a:gd name="connsiteY1" fmla="*/ 0 h 5841720"/>
                <a:gd name="connsiteX2" fmla="*/ 1655826 w 5841339"/>
                <a:gd name="connsiteY2" fmla="*/ 1645666 h 5841720"/>
                <a:gd name="connsiteX3" fmla="*/ 10268 w 5841339"/>
                <a:gd name="connsiteY3" fmla="*/ 0 h 5841720"/>
                <a:gd name="connsiteX4" fmla="*/ 0 w 5841339"/>
                <a:gd name="connsiteY4" fmla="*/ 0 h 5841720"/>
                <a:gd name="connsiteX5" fmla="*/ 0 w 5841339"/>
                <a:gd name="connsiteY5" fmla="*/ 5841721 h 5841720"/>
                <a:gd name="connsiteX6" fmla="*/ 5841340 w 5841339"/>
                <a:gd name="connsiteY6" fmla="*/ 0 h 584172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5841339" h="5841720">
                  <a:moveTo>
                    <a:pt x="5841340" y="0"/>
                  </a:moveTo>
                  <a:lnTo>
                    <a:pt x="3301403" y="0"/>
                  </a:lnTo>
                  <a:lnTo>
                    <a:pt x="1655826" y="1645666"/>
                  </a:lnTo>
                  <a:lnTo>
                    <a:pt x="10268" y="0"/>
                  </a:lnTo>
                  <a:lnTo>
                    <a:pt x="0" y="0"/>
                  </a:lnTo>
                  <a:lnTo>
                    <a:pt x="0" y="5841721"/>
                  </a:lnTo>
                  <a:lnTo>
                    <a:pt x="5841340" y="0"/>
                  </a:lnTo>
                  <a:close/>
                </a:path>
              </a:pathLst>
            </a:custGeom>
            <a:solidFill>
              <a:srgbClr val="0085C6">
                <a:alpha val="5000"/>
              </a:srgbClr>
            </a:solidFill>
            <a:ln w="12695" cap="flat">
              <a:noFill/>
              <a:prstDash val="solid"/>
              <a:miter/>
            </a:ln>
          </p:spPr>
          <p:txBody>
            <a:bodyPr rot="0" spcFirstLastPara="0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endParaRPr lang="nl-NL"/>
            </a:p>
          </p:txBody>
        </p:sp>
        <p:sp>
          <p:nvSpPr>
            <p:cNvPr id="10" name="Gelijkbenige driehoek 9">
              <a:extLst>
                <a:ext uri="{FF2B5EF4-FFF2-40B4-BE49-F238E27FC236}">
                  <a16:creationId xmlns:a16="http://schemas.microsoft.com/office/drawing/2014/main" id="{78433DAC-08AE-E961-4DE7-DBA661CABD30}"/>
                </a:ext>
              </a:extLst>
            </p:cNvPr>
            <p:cNvSpPr/>
            <p:nvPr userDrawn="1"/>
          </p:nvSpPr>
          <p:spPr>
            <a:xfrm>
              <a:off x="2031572" y="3530024"/>
              <a:ext cx="5505341" cy="2826326"/>
            </a:xfrm>
            <a:prstGeom prst="triangle">
              <a:avLst/>
            </a:prstGeom>
            <a:solidFill>
              <a:schemeClr val="accent3">
                <a:alpha val="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</p:grpSp>
    </p:spTree>
    <p:extLst>
      <p:ext uri="{BB962C8B-B14F-4D97-AF65-F5344CB8AC3E}">
        <p14:creationId xmlns:p14="http://schemas.microsoft.com/office/powerpoint/2010/main" val="333812322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58" r:id="rId1"/>
    <p:sldLayoutId id="2147483650" r:id="rId2"/>
    <p:sldLayoutId id="2147483679" r:id="rId3"/>
    <p:sldLayoutId id="2147483674" r:id="rId4"/>
    <p:sldLayoutId id="2147483659" r:id="rId5"/>
    <p:sldLayoutId id="2147483649" r:id="rId6"/>
    <p:sldLayoutId id="2147483651" r:id="rId7"/>
    <p:sldLayoutId id="2147483675" r:id="rId8"/>
    <p:sldLayoutId id="2147483676" r:id="rId9"/>
    <p:sldLayoutId id="2147483652" r:id="rId10"/>
    <p:sldLayoutId id="2147483669" r:id="rId11"/>
    <p:sldLayoutId id="2147483670" r:id="rId12"/>
    <p:sldLayoutId id="2147483680" r:id="rId13"/>
    <p:sldLayoutId id="2147483681" r:id="rId14"/>
    <p:sldLayoutId id="2147483682" r:id="rId15"/>
    <p:sldLayoutId id="2147483671" r:id="rId16"/>
    <p:sldLayoutId id="2147483672" r:id="rId17"/>
    <p:sldLayoutId id="2147483673" r:id="rId18"/>
    <p:sldLayoutId id="2147483660" r:id="rId19"/>
    <p:sldLayoutId id="2147483663" r:id="rId20"/>
    <p:sldLayoutId id="2147483664" r:id="rId21"/>
    <p:sldLayoutId id="2147483677" r:id="rId22"/>
    <p:sldLayoutId id="2147483665" r:id="rId23"/>
    <p:sldLayoutId id="2147483666" r:id="rId24"/>
    <p:sldLayoutId id="2147483667" r:id="rId25"/>
    <p:sldLayoutId id="2147483668" r:id="rId26"/>
    <p:sldLayoutId id="2147483678" r:id="rId27"/>
    <p:sldLayoutId id="2147483655" r:id="rId28"/>
    <p:sldLayoutId id="2147483654" r:id="rId29"/>
    <p:sldLayoutId id="2147483656" r:id="rId30"/>
    <p:sldLayoutId id="2147483657" r:id="rId31"/>
    <p:sldLayoutId id="2147483661" r:id="rId32"/>
  </p:sldLayoutIdLst>
  <p:hf hdr="0" ftr="0" dt="0"/>
  <p:txStyles>
    <p:titleStyle>
      <a:lvl1pPr algn="l" defTabSz="914400" rtl="0" eaLnBrk="1" latinLnBrk="0" hangingPunct="1">
        <a:lnSpc>
          <a:spcPct val="80000"/>
        </a:lnSpc>
        <a:spcBef>
          <a:spcPct val="0"/>
        </a:spcBef>
        <a:buNone/>
        <a:defRPr sz="4000" b="1" kern="1200">
          <a:solidFill>
            <a:schemeClr val="accent3"/>
          </a:solidFill>
          <a:latin typeface="+mj-lt"/>
          <a:ea typeface="+mj-ea"/>
          <a:cs typeface="+mj-cs"/>
        </a:defRPr>
      </a:lvl1pPr>
      <a:lvl2pPr eaLnBrk="1" hangingPunct="1">
        <a:defRPr>
          <a:solidFill>
            <a:schemeClr val="tx2"/>
          </a:solidFill>
        </a:defRPr>
      </a:lvl2pPr>
      <a:lvl3pPr eaLnBrk="1" hangingPunct="1">
        <a:defRPr>
          <a:solidFill>
            <a:schemeClr val="tx2"/>
          </a:solidFill>
        </a:defRPr>
      </a:lvl3pPr>
      <a:lvl4pPr eaLnBrk="1" hangingPunct="1">
        <a:defRPr>
          <a:solidFill>
            <a:schemeClr val="tx2"/>
          </a:solidFill>
        </a:defRPr>
      </a:lvl4pPr>
      <a:lvl5pPr eaLnBrk="1" hangingPunct="1">
        <a:defRPr>
          <a:solidFill>
            <a:schemeClr val="tx2"/>
          </a:solidFill>
        </a:defRPr>
      </a:lvl5pPr>
      <a:lvl6pPr eaLnBrk="1" hangingPunct="1">
        <a:defRPr>
          <a:solidFill>
            <a:schemeClr val="tx2"/>
          </a:solidFill>
        </a:defRPr>
      </a:lvl6pPr>
      <a:lvl7pPr eaLnBrk="1" hangingPunct="1">
        <a:defRPr>
          <a:solidFill>
            <a:schemeClr val="tx2"/>
          </a:solidFill>
        </a:defRPr>
      </a:lvl7pPr>
      <a:lvl8pPr eaLnBrk="1" hangingPunct="1">
        <a:defRPr>
          <a:solidFill>
            <a:schemeClr val="tx2"/>
          </a:solidFill>
        </a:defRPr>
      </a:lvl8pPr>
      <a:lvl9pPr eaLnBrk="1" hangingPunct="1">
        <a:defRPr>
          <a:solidFill>
            <a:schemeClr val="tx2"/>
          </a:solidFill>
        </a:defRPr>
      </a:lvl9pPr>
    </p:titleStyle>
    <p:bodyStyle>
      <a:lvl1pPr marL="0" indent="0" algn="l" defTabSz="914400" rtl="0" eaLnBrk="1" latinLnBrk="0" hangingPunct="1">
        <a:lnSpc>
          <a:spcPct val="90000"/>
        </a:lnSpc>
        <a:spcBef>
          <a:spcPts val="1000"/>
        </a:spcBef>
        <a:buClr>
          <a:srgbClr val="64686B"/>
        </a:buClr>
        <a:buSzPct val="90000"/>
        <a:buFont typeface="Wingdings" panose="05000000000000000000" pitchFamily="2" charset="2"/>
        <a:buNone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indent="0" algn="l" defTabSz="914400" rtl="0" eaLnBrk="1" latinLnBrk="0" hangingPunct="1">
        <a:lnSpc>
          <a:spcPct val="90000"/>
        </a:lnSpc>
        <a:spcBef>
          <a:spcPts val="500"/>
        </a:spcBef>
        <a:buClr>
          <a:srgbClr val="64686B"/>
        </a:buClr>
        <a:buSzPct val="90000"/>
        <a:buFont typeface="Wingdings" panose="05000000000000000000" pitchFamily="2" charset="2"/>
        <a:buNone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indent="0" algn="l" defTabSz="914400" rtl="0" eaLnBrk="1" latinLnBrk="0" hangingPunct="1">
        <a:lnSpc>
          <a:spcPct val="90000"/>
        </a:lnSpc>
        <a:spcBef>
          <a:spcPts val="500"/>
        </a:spcBef>
        <a:buClr>
          <a:srgbClr val="64686B"/>
        </a:buClr>
        <a:buSzPct val="90000"/>
        <a:buFont typeface="Wingdings" panose="05000000000000000000" pitchFamily="2" charset="2"/>
        <a:buNone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indent="0" algn="l" defTabSz="914400" rtl="0" eaLnBrk="1" latinLnBrk="0" hangingPunct="1">
        <a:lnSpc>
          <a:spcPct val="90000"/>
        </a:lnSpc>
        <a:spcBef>
          <a:spcPts val="500"/>
        </a:spcBef>
        <a:buClr>
          <a:srgbClr val="64686B"/>
        </a:buClr>
        <a:buSzPct val="90000"/>
        <a:buFont typeface="Wingdings" panose="05000000000000000000" pitchFamily="2" charset="2"/>
        <a:buNone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indent="0" algn="l" defTabSz="914400" rtl="0" eaLnBrk="1" latinLnBrk="0" hangingPunct="1">
        <a:lnSpc>
          <a:spcPct val="90000"/>
        </a:lnSpc>
        <a:spcBef>
          <a:spcPts val="500"/>
        </a:spcBef>
        <a:buClr>
          <a:srgbClr val="64686B"/>
        </a:buClr>
        <a:buSzPct val="90000"/>
        <a:buFont typeface="Wingdings" panose="05000000000000000000" pitchFamily="2" charset="2"/>
        <a:buNone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nl-NL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2160" userDrawn="1">
          <p15:clr>
            <a:srgbClr val="F26B43"/>
          </p15:clr>
        </p15:guide>
        <p15:guide id="2" pos="3840" userDrawn="1">
          <p15:clr>
            <a:srgbClr val="F26B43"/>
          </p15:clr>
        </p15:guide>
        <p15:guide id="3" pos="7491" userDrawn="1">
          <p15:clr>
            <a:srgbClr val="F26B43"/>
          </p15:clr>
        </p15:guide>
        <p15:guide id="4" pos="189" userDrawn="1">
          <p15:clr>
            <a:srgbClr val="F26B43"/>
          </p15:clr>
        </p15:guide>
        <p15:guide id="5" orient="horz" pos="958" userDrawn="1">
          <p15:clr>
            <a:srgbClr val="F26B43"/>
          </p15:clr>
        </p15:guide>
        <p15:guide id="6" orient="horz" pos="4065" userDrawn="1">
          <p15:clr>
            <a:srgbClr val="F26B43"/>
          </p15:clr>
        </p15:guide>
        <p15:guide id="7" orient="horz" pos="703" userDrawn="1">
          <p15:clr>
            <a:srgbClr val="F26B43"/>
          </p15:clr>
        </p15:guide>
        <p15:guide id="8" orient="horz" pos="187" userDrawn="1">
          <p15:clr>
            <a:srgbClr val="F26B43"/>
          </p15:clr>
        </p15:guide>
        <p15:guide id="9" pos="3749" userDrawn="1">
          <p15:clr>
            <a:srgbClr val="F26B43"/>
          </p15:clr>
        </p15:guide>
        <p15:guide id="10" pos="3931" userDrawn="1">
          <p15:clr>
            <a:srgbClr val="F26B43"/>
          </p15:clr>
        </p15:guide>
      </p15:sldGuideLst>
    </p:ext>
  </p:extLst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jpg"/><Relationship Id="rId1" Type="http://schemas.openxmlformats.org/officeDocument/2006/relationships/slideLayout" Target="../slideLayouts/slideLayout4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8" Type="http://schemas.openxmlformats.org/officeDocument/2006/relationships/image" Target="../media/image18.jpeg"/><Relationship Id="rId3" Type="http://schemas.openxmlformats.org/officeDocument/2006/relationships/image" Target="../media/image13.jpeg"/><Relationship Id="rId7" Type="http://schemas.openxmlformats.org/officeDocument/2006/relationships/image" Target="../media/image17.jpeg"/><Relationship Id="rId12" Type="http://schemas.openxmlformats.org/officeDocument/2006/relationships/image" Target="../media/image22.jpeg"/><Relationship Id="rId2" Type="http://schemas.openxmlformats.org/officeDocument/2006/relationships/image" Target="../media/image12.jpe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6.jpeg"/><Relationship Id="rId11" Type="http://schemas.openxmlformats.org/officeDocument/2006/relationships/image" Target="../media/image21.jpeg"/><Relationship Id="rId5" Type="http://schemas.openxmlformats.org/officeDocument/2006/relationships/image" Target="../media/image15.jpeg"/><Relationship Id="rId10" Type="http://schemas.openxmlformats.org/officeDocument/2006/relationships/image" Target="../media/image20.jpeg"/><Relationship Id="rId4" Type="http://schemas.openxmlformats.org/officeDocument/2006/relationships/image" Target="../media/image14.jpeg"/><Relationship Id="rId9" Type="http://schemas.openxmlformats.org/officeDocument/2006/relationships/image" Target="../media/image19.jpeg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4.pn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5.png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hyperlink" Target="https://docs.geostandaarden.nl/mim/mim/" TargetMode="External"/><Relationship Id="rId2" Type="http://schemas.openxmlformats.org/officeDocument/2006/relationships/hyperlink" Target="https://www.mim-community.nl/" TargetMode="Externa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6.png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0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27.png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/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FCFFAA35-54A9-2F3B-B0B5-15B9E9B65E0E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nl-NL" dirty="0"/>
              <a:t>MIM</a:t>
            </a:r>
          </a:p>
        </p:txBody>
      </p:sp>
      <p:sp>
        <p:nvSpPr>
          <p:cNvPr id="3" name="Ondertitel 2">
            <a:extLst>
              <a:ext uri="{FF2B5EF4-FFF2-40B4-BE49-F238E27FC236}">
                <a16:creationId xmlns:a16="http://schemas.microsoft.com/office/drawing/2014/main" id="{C0D40446-620E-70AA-7430-FB70428A6B03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5877013" y="2518373"/>
            <a:ext cx="5432118" cy="1122074"/>
          </a:xfrm>
        </p:spPr>
        <p:txBody>
          <a:bodyPr>
            <a:normAutofit/>
          </a:bodyPr>
          <a:lstStyle/>
          <a:p>
            <a:r>
              <a:rPr lang="nl-NL" dirty="0"/>
              <a:t>MIM 2.0 – in ontwikkeling</a:t>
            </a:r>
          </a:p>
          <a:p>
            <a:r>
              <a:rPr lang="nl-NL" dirty="0"/>
              <a:t>MIM community sessie – 12 feb 2026</a:t>
            </a:r>
          </a:p>
        </p:txBody>
      </p:sp>
      <p:sp>
        <p:nvSpPr>
          <p:cNvPr id="5" name="Tijdelijke aanduiding voor tekst 4">
            <a:extLst>
              <a:ext uri="{FF2B5EF4-FFF2-40B4-BE49-F238E27FC236}">
                <a16:creationId xmlns:a16="http://schemas.microsoft.com/office/drawing/2014/main" id="{70269E31-8424-519E-A74C-0E96976EA105}"/>
              </a:ext>
            </a:extLst>
          </p:cNvPr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endParaRPr lang="nl-NL" dirty="0"/>
          </a:p>
        </p:txBody>
      </p:sp>
      <p:sp>
        <p:nvSpPr>
          <p:cNvPr id="14" name="Tijdelijke aanduiding voor datum 13">
            <a:extLst>
              <a:ext uri="{FF2B5EF4-FFF2-40B4-BE49-F238E27FC236}">
                <a16:creationId xmlns:a16="http://schemas.microsoft.com/office/drawing/2014/main" id="{E5C588CF-1BFB-0D66-F25E-177160CCAE65}"/>
              </a:ext>
            </a:extLst>
          </p:cNvPr>
          <p:cNvSpPr>
            <a:spLocks noGrp="1"/>
          </p:cNvSpPr>
          <p:nvPr>
            <p:ph type="dt" sz="half" idx="22"/>
          </p:nvPr>
        </p:nvSpPr>
        <p:spPr/>
        <p:txBody>
          <a:bodyPr/>
          <a:lstStyle/>
          <a:p>
            <a:fld id="{875EA9B3-809F-44BB-B7CF-79FF1B0E462C}" type="datetime2">
              <a:rPr lang="nl-NL" smtClean="0"/>
              <a:pPr/>
              <a:t>woensdag 28 januari 2026</a:t>
            </a:fld>
            <a:endParaRPr lang="nl-NL" dirty="0"/>
          </a:p>
        </p:txBody>
      </p:sp>
      <p:sp>
        <p:nvSpPr>
          <p:cNvPr id="4" name="Tijdelijke aanduiding voor dianummer 3">
            <a:extLst>
              <a:ext uri="{FF2B5EF4-FFF2-40B4-BE49-F238E27FC236}">
                <a16:creationId xmlns:a16="http://schemas.microsoft.com/office/drawing/2014/main" id="{10C1C29F-34CB-505D-6FA5-D756549933B1}"/>
              </a:ext>
            </a:extLst>
          </p:cNvPr>
          <p:cNvSpPr>
            <a:spLocks noGrp="1"/>
          </p:cNvSpPr>
          <p:nvPr>
            <p:ph type="sldNum" sz="quarter" idx="24"/>
          </p:nvPr>
        </p:nvSpPr>
        <p:spPr/>
        <p:txBody>
          <a:bodyPr/>
          <a:lstStyle/>
          <a:p>
            <a:fld id="{A648B885-FF76-47CB-8BBD-27E7EBF07CA9}" type="slidenum">
              <a:rPr lang="nl-NL" smtClean="0"/>
              <a:pPr/>
              <a:t>1</a:t>
            </a:fld>
            <a:endParaRPr lang="nl-NL" dirty="0"/>
          </a:p>
        </p:txBody>
      </p:sp>
    </p:spTree>
    <p:extLst>
      <p:ext uri="{BB962C8B-B14F-4D97-AF65-F5344CB8AC3E}">
        <p14:creationId xmlns:p14="http://schemas.microsoft.com/office/powerpoint/2010/main" val="173027963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Picture 2" descr="metamodel informatiemodellering MIM">
            <a:extLst>
              <a:ext uri="{FF2B5EF4-FFF2-40B4-BE49-F238E27FC236}">
                <a16:creationId xmlns:a16="http://schemas.microsoft.com/office/drawing/2014/main" id="{42FDDEE9-633B-61A0-BFB6-0420B0B5BC6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049815" y="1195343"/>
            <a:ext cx="2139886" cy="106994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8" name="Tijdelijke aanduiding voor inhoud 7">
            <a:extLst>
              <a:ext uri="{FF2B5EF4-FFF2-40B4-BE49-F238E27FC236}">
                <a16:creationId xmlns:a16="http://schemas.microsoft.com/office/drawing/2014/main" id="{A4E6323C-1F35-57DC-DE3D-72D338FB8EA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59174" y="1588335"/>
            <a:ext cx="8774073" cy="3185646"/>
          </a:xfrm>
        </p:spPr>
        <p:txBody>
          <a:bodyPr>
            <a:normAutofit fontScale="92500" lnSpcReduction="20000"/>
          </a:bodyPr>
          <a:lstStyle/>
          <a:p>
            <a:r>
              <a:rPr lang="nl-NL" sz="4800" dirty="0"/>
              <a:t>Introductie</a:t>
            </a:r>
          </a:p>
          <a:p>
            <a:r>
              <a:rPr lang="nl-NL" sz="4800" dirty="0"/>
              <a:t>Planning</a:t>
            </a:r>
          </a:p>
          <a:p>
            <a:r>
              <a:rPr lang="nl-NL" sz="4800" dirty="0"/>
              <a:t>Werk in uitvoering</a:t>
            </a:r>
          </a:p>
          <a:p>
            <a:r>
              <a:rPr lang="nl-NL" sz="4800" dirty="0"/>
              <a:t>MIM 2.0 </a:t>
            </a:r>
            <a:r>
              <a:rPr lang="nl-NL" sz="4800" dirty="0" err="1"/>
              <a:t>problem</a:t>
            </a:r>
            <a:r>
              <a:rPr lang="nl-NL" sz="4800" dirty="0"/>
              <a:t> statement</a:t>
            </a:r>
          </a:p>
          <a:p>
            <a:r>
              <a:rPr lang="nl-NL" sz="4800" dirty="0"/>
              <a:t>Schets van MIM 2.0 </a:t>
            </a:r>
          </a:p>
        </p:txBody>
      </p:sp>
      <p:sp>
        <p:nvSpPr>
          <p:cNvPr id="5" name="Tijdelijke aanduiding voor dianummer 4">
            <a:extLst>
              <a:ext uri="{FF2B5EF4-FFF2-40B4-BE49-F238E27FC236}">
                <a16:creationId xmlns:a16="http://schemas.microsoft.com/office/drawing/2014/main" id="{05A90C06-D242-A589-A1F2-63A55429052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648B885-FF76-47CB-8BBD-27E7EBF07CA9}" type="slidenum">
              <a:rPr lang="nl-NL" smtClean="0"/>
              <a:pPr/>
              <a:t>2</a:t>
            </a:fld>
            <a:endParaRPr lang="nl-NL" dirty="0"/>
          </a:p>
        </p:txBody>
      </p:sp>
    </p:spTree>
    <p:extLst>
      <p:ext uri="{BB962C8B-B14F-4D97-AF65-F5344CB8AC3E}">
        <p14:creationId xmlns:p14="http://schemas.microsoft.com/office/powerpoint/2010/main" val="1706522477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1542577E-49EE-A485-2C44-16FDFCA0955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20134" y="-477296"/>
            <a:ext cx="9780132" cy="1280159"/>
          </a:xfrm>
        </p:spPr>
        <p:txBody>
          <a:bodyPr/>
          <a:lstStyle/>
          <a:p>
            <a:r>
              <a:rPr lang="nl-NL" dirty="0"/>
              <a:t>Januari 2025 – MIM 2.0 visie document</a:t>
            </a:r>
          </a:p>
        </p:txBody>
      </p:sp>
      <p:sp>
        <p:nvSpPr>
          <p:cNvPr id="4" name="Tijdelijke aanduiding voor dianummer 3">
            <a:extLst>
              <a:ext uri="{FF2B5EF4-FFF2-40B4-BE49-F238E27FC236}">
                <a16:creationId xmlns:a16="http://schemas.microsoft.com/office/drawing/2014/main" id="{83AF0177-DF71-7B4E-37C7-ED18B695C3A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648B885-FF76-47CB-8BBD-27E7EBF07CA9}" type="slidenum">
              <a:rPr lang="nl-NL" smtClean="0"/>
              <a:t>3</a:t>
            </a:fld>
            <a:endParaRPr lang="nl-NL"/>
          </a:p>
        </p:txBody>
      </p:sp>
      <p:sp>
        <p:nvSpPr>
          <p:cNvPr id="6" name="Tekstvak 5">
            <a:extLst>
              <a:ext uri="{FF2B5EF4-FFF2-40B4-BE49-F238E27FC236}">
                <a16:creationId xmlns:a16="http://schemas.microsoft.com/office/drawing/2014/main" id="{51D7367E-9B5F-9EF4-9E48-AFA99F80A293}"/>
              </a:ext>
            </a:extLst>
          </p:cNvPr>
          <p:cNvSpPr txBox="1"/>
          <p:nvPr/>
        </p:nvSpPr>
        <p:spPr>
          <a:xfrm>
            <a:off x="1361158" y="1056102"/>
            <a:ext cx="6097554" cy="169277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nl-NL" sz="3200" b="1" i="0" u="none" strike="noStrike" baseline="0" dirty="0">
                <a:solidFill>
                  <a:srgbClr val="0085C5"/>
                </a:solidFill>
                <a:latin typeface="Tenorite" panose="00000500000000000000" pitchFamily="2" charset="0"/>
              </a:rPr>
              <a:t>Thema update 2.0 </a:t>
            </a:r>
            <a:endParaRPr lang="nl-NL" sz="3200" b="0" i="0" u="none" strike="noStrike" baseline="0" dirty="0">
              <a:solidFill>
                <a:srgbClr val="0085C5"/>
              </a:solidFill>
              <a:latin typeface="Tenorite" panose="00000500000000000000" pitchFamily="2" charset="0"/>
            </a:endParaRPr>
          </a:p>
          <a:p>
            <a:r>
              <a:rPr lang="nl-NL" sz="2400" b="0" i="0" u="none" strike="noStrike" baseline="0" dirty="0">
                <a:solidFill>
                  <a:srgbClr val="3B3B3B"/>
                </a:solidFill>
                <a:latin typeface="Tenorite" panose="00000500000000000000" pitchFamily="2" charset="0"/>
              </a:rPr>
              <a:t>Beter aangesloten </a:t>
            </a:r>
          </a:p>
          <a:p>
            <a:r>
              <a:rPr lang="nl-NL" sz="2400" b="0" i="0" u="none" strike="noStrike" baseline="0" dirty="0">
                <a:solidFill>
                  <a:srgbClr val="3B3B3B"/>
                </a:solidFill>
                <a:latin typeface="Tenorite" panose="00000500000000000000" pitchFamily="2" charset="0"/>
              </a:rPr>
              <a:t>Breder toegepast </a:t>
            </a:r>
          </a:p>
          <a:p>
            <a:r>
              <a:rPr lang="nl-NL" sz="2400" b="0" i="0" u="none" strike="noStrike" baseline="0" dirty="0">
                <a:solidFill>
                  <a:srgbClr val="3B3B3B"/>
                </a:solidFill>
                <a:latin typeface="Tenorite" panose="00000500000000000000" pitchFamily="2" charset="0"/>
              </a:rPr>
              <a:t>Bestendig geformaliseerd </a:t>
            </a:r>
          </a:p>
        </p:txBody>
      </p:sp>
      <p:pic>
        <p:nvPicPr>
          <p:cNvPr id="7" name="Afbeelding 6" descr="Afbeelding met tekenfilm, Tekenfilm, clipart, Animatie&#10;&#10;Automatisch gegenereerde beschrijving">
            <a:extLst>
              <a:ext uri="{FF2B5EF4-FFF2-40B4-BE49-F238E27FC236}">
                <a16:creationId xmlns:a16="http://schemas.microsoft.com/office/drawing/2014/main" id="{F215E98B-43F5-2422-70C6-5F9850374ED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163415" y="3330388"/>
            <a:ext cx="3548418" cy="1686083"/>
          </a:xfrm>
          <a:prstGeom prst="rect">
            <a:avLst/>
          </a:prstGeom>
        </p:spPr>
      </p:pic>
      <p:sp>
        <p:nvSpPr>
          <p:cNvPr id="8" name="Tekstvak 7">
            <a:extLst>
              <a:ext uri="{FF2B5EF4-FFF2-40B4-BE49-F238E27FC236}">
                <a16:creationId xmlns:a16="http://schemas.microsoft.com/office/drawing/2014/main" id="{ABDB7664-E4F2-8537-1C8D-FD713024FDD9}"/>
              </a:ext>
            </a:extLst>
          </p:cNvPr>
          <p:cNvSpPr txBox="1"/>
          <p:nvPr/>
        </p:nvSpPr>
        <p:spPr>
          <a:xfrm>
            <a:off x="948194" y="3330388"/>
            <a:ext cx="6510517" cy="224676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nl-NL" sz="2800" b="1" i="0" u="none" strike="noStrike" baseline="0" dirty="0">
                <a:solidFill>
                  <a:srgbClr val="0085C5"/>
                </a:solidFill>
                <a:latin typeface="Tenorite" panose="00000500000000000000" pitchFamily="2" charset="0"/>
              </a:rPr>
              <a:t>Metamodel</a:t>
            </a:r>
          </a:p>
          <a:p>
            <a:r>
              <a:rPr lang="nl-NL" sz="2800" b="1" dirty="0">
                <a:solidFill>
                  <a:srgbClr val="0085C5"/>
                </a:solidFill>
                <a:latin typeface="Tenorite" panose="00000500000000000000" pitchFamily="2" charset="0"/>
              </a:rPr>
              <a:t>Afstemming Internationaal</a:t>
            </a:r>
          </a:p>
          <a:p>
            <a:r>
              <a:rPr lang="nl-NL" sz="2800" b="1" i="0" u="none" strike="noStrike" baseline="0" dirty="0">
                <a:solidFill>
                  <a:srgbClr val="0085C5"/>
                </a:solidFill>
                <a:latin typeface="Tenorite" panose="00000500000000000000" pitchFamily="2" charset="0"/>
              </a:rPr>
              <a:t>NL-SBB – MIM</a:t>
            </a:r>
          </a:p>
          <a:p>
            <a:r>
              <a:rPr lang="nl-NL" sz="2800" b="1" dirty="0">
                <a:solidFill>
                  <a:srgbClr val="0085C5"/>
                </a:solidFill>
                <a:latin typeface="Tenorite" panose="00000500000000000000" pitchFamily="2" charset="0"/>
              </a:rPr>
              <a:t>ER/UML/FBM/</a:t>
            </a:r>
            <a:r>
              <a:rPr lang="nl-NL" sz="2800" b="1" dirty="0" err="1">
                <a:solidFill>
                  <a:srgbClr val="0085C5"/>
                </a:solidFill>
                <a:latin typeface="Tenorite" panose="00000500000000000000" pitchFamily="2" charset="0"/>
              </a:rPr>
              <a:t>OntoUML</a:t>
            </a:r>
            <a:r>
              <a:rPr lang="nl-NL" sz="2800" b="1" dirty="0">
                <a:solidFill>
                  <a:srgbClr val="0085C5"/>
                </a:solidFill>
                <a:latin typeface="Tenorite" panose="00000500000000000000" pitchFamily="2" charset="0"/>
              </a:rPr>
              <a:t>/LD/</a:t>
            </a:r>
            <a:r>
              <a:rPr lang="nl-NL" sz="2800" b="1" dirty="0" err="1">
                <a:solidFill>
                  <a:srgbClr val="0085C5"/>
                </a:solidFill>
                <a:latin typeface="Tenorite" panose="00000500000000000000" pitchFamily="2" charset="0"/>
              </a:rPr>
              <a:t>Archimate</a:t>
            </a:r>
            <a:endParaRPr lang="nl-NL" sz="2800" b="1" dirty="0">
              <a:solidFill>
                <a:srgbClr val="0085C5"/>
              </a:solidFill>
              <a:latin typeface="Tenorite" panose="00000500000000000000" pitchFamily="2" charset="0"/>
            </a:endParaRPr>
          </a:p>
          <a:p>
            <a:r>
              <a:rPr lang="nl-NL" sz="2800" b="1" i="0" u="none" strike="noStrike" baseline="0" dirty="0">
                <a:solidFill>
                  <a:srgbClr val="0085C5"/>
                </a:solidFill>
                <a:latin typeface="Tenorite" panose="00000500000000000000" pitchFamily="2" charset="0"/>
              </a:rPr>
              <a:t>Semantische </a:t>
            </a:r>
            <a:r>
              <a:rPr lang="nl-NL" sz="2800" b="1" i="0" u="none" strike="noStrike" baseline="0" dirty="0" err="1">
                <a:solidFill>
                  <a:srgbClr val="0085C5"/>
                </a:solidFill>
                <a:latin typeface="Tenorite" panose="00000500000000000000" pitchFamily="2" charset="0"/>
              </a:rPr>
              <a:t>lineage</a:t>
            </a:r>
            <a:endParaRPr lang="nl-NL" sz="1800" b="0" i="0" u="none" strike="noStrike" baseline="0" dirty="0">
              <a:solidFill>
                <a:srgbClr val="3B3B3B"/>
              </a:solidFill>
              <a:latin typeface="Tenorite" panose="00000500000000000000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190442102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FF7979E0-6A3D-A45D-13A6-72C51A462B5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nl-NL" dirty="0"/>
              <a:t>Planning</a:t>
            </a:r>
          </a:p>
        </p:txBody>
      </p:sp>
      <p:sp>
        <p:nvSpPr>
          <p:cNvPr id="3" name="Tijdelijke aanduiding voor inhoud 2">
            <a:extLst>
              <a:ext uri="{FF2B5EF4-FFF2-40B4-BE49-F238E27FC236}">
                <a16:creationId xmlns:a16="http://schemas.microsoft.com/office/drawing/2014/main" id="{C0F62176-6D6E-7612-2C26-24E944D61C9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00038" y="1520825"/>
            <a:ext cx="11587855" cy="1908175"/>
          </a:xfrm>
        </p:spPr>
        <p:txBody>
          <a:bodyPr/>
          <a:lstStyle/>
          <a:p>
            <a:r>
              <a:rPr lang="nl-NL" dirty="0"/>
              <a:t>2024 Visievorming</a:t>
            </a:r>
          </a:p>
          <a:p>
            <a:r>
              <a:rPr lang="nl-NL" dirty="0"/>
              <a:t>2025 Ontwerp en Realisatie</a:t>
            </a:r>
          </a:p>
          <a:p>
            <a:r>
              <a:rPr lang="nl-NL" dirty="0"/>
              <a:t>2026 Ontwerp, Realisatie, Toetsing en Besluitvorming</a:t>
            </a:r>
          </a:p>
        </p:txBody>
      </p:sp>
      <p:sp>
        <p:nvSpPr>
          <p:cNvPr id="4" name="Tijdelijke aanduiding voor dianummer 3">
            <a:extLst>
              <a:ext uri="{FF2B5EF4-FFF2-40B4-BE49-F238E27FC236}">
                <a16:creationId xmlns:a16="http://schemas.microsoft.com/office/drawing/2014/main" id="{CC6B1C2B-A4BF-08B1-48C6-63A5DFD4985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648B885-FF76-47CB-8BBD-27E7EBF07CA9}" type="slidenum">
              <a:rPr lang="nl-NL" smtClean="0"/>
              <a:t>4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4009884462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el 5">
            <a:extLst>
              <a:ext uri="{FF2B5EF4-FFF2-40B4-BE49-F238E27FC236}">
                <a16:creationId xmlns:a16="http://schemas.microsoft.com/office/drawing/2014/main" id="{5C14EEB9-ACEB-88AD-E05E-2E9A8A69CBD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0038" y="156319"/>
            <a:ext cx="9780132" cy="851646"/>
          </a:xfrm>
        </p:spPr>
        <p:txBody>
          <a:bodyPr/>
          <a:lstStyle/>
          <a:p>
            <a:r>
              <a:rPr lang="nl-NL" dirty="0"/>
              <a:t>Schets voor visievorming</a:t>
            </a:r>
          </a:p>
        </p:txBody>
      </p:sp>
      <p:sp>
        <p:nvSpPr>
          <p:cNvPr id="5" name="Tijdelijke aanduiding voor dianummer 4">
            <a:extLst>
              <a:ext uri="{FF2B5EF4-FFF2-40B4-BE49-F238E27FC236}">
                <a16:creationId xmlns:a16="http://schemas.microsoft.com/office/drawing/2014/main" id="{5AC528AC-652C-B32B-D213-8BFAA63CC35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648B885-FF76-47CB-8BBD-27E7EBF07CA9}" type="slidenum">
              <a:rPr lang="nl-NL" smtClean="0"/>
              <a:pPr/>
              <a:t>5</a:t>
            </a:fld>
            <a:endParaRPr lang="nl-NL" dirty="0"/>
          </a:p>
        </p:txBody>
      </p:sp>
      <p:pic>
        <p:nvPicPr>
          <p:cNvPr id="2" name="Afbeelding 1">
            <a:extLst>
              <a:ext uri="{FF2B5EF4-FFF2-40B4-BE49-F238E27FC236}">
                <a16:creationId xmlns:a16="http://schemas.microsoft.com/office/drawing/2014/main" id="{B6A50FF0-66EE-0EA5-C0FA-07AE85BB352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83896" y="1214722"/>
            <a:ext cx="9562764" cy="543625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</p:spTree>
    <p:extLst>
      <p:ext uri="{BB962C8B-B14F-4D97-AF65-F5344CB8AC3E}">
        <p14:creationId xmlns:p14="http://schemas.microsoft.com/office/powerpoint/2010/main" val="954531295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45A3B5B3-23E7-CFA3-E238-EF7832FC732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0039" y="-375286"/>
            <a:ext cx="9780132" cy="1280159"/>
          </a:xfrm>
        </p:spPr>
        <p:txBody>
          <a:bodyPr/>
          <a:lstStyle/>
          <a:p>
            <a:r>
              <a:rPr lang="nl-NL" dirty="0"/>
              <a:t>Werk in uitvoering</a:t>
            </a:r>
          </a:p>
        </p:txBody>
      </p:sp>
      <p:sp>
        <p:nvSpPr>
          <p:cNvPr id="3" name="Tijdelijke aanduiding voor inhoud 2">
            <a:extLst>
              <a:ext uri="{FF2B5EF4-FFF2-40B4-BE49-F238E27FC236}">
                <a16:creationId xmlns:a16="http://schemas.microsoft.com/office/drawing/2014/main" id="{83B649E6-FAB8-2330-2BFA-55C01FDACBE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00039" y="1520825"/>
            <a:ext cx="5923480" cy="4301477"/>
          </a:xfrm>
        </p:spPr>
        <p:txBody>
          <a:bodyPr>
            <a:normAutofit lnSpcReduction="10000"/>
          </a:bodyPr>
          <a:lstStyle/>
          <a:p>
            <a:r>
              <a:rPr lang="nl-NL" dirty="0"/>
              <a:t>Geonovum</a:t>
            </a:r>
          </a:p>
          <a:p>
            <a:r>
              <a:rPr lang="nl-NL" dirty="0"/>
              <a:t>Politie  / Justitie en Veiligheid</a:t>
            </a:r>
          </a:p>
          <a:p>
            <a:r>
              <a:rPr lang="nl-NL" dirty="0"/>
              <a:t>Kadaster</a:t>
            </a:r>
          </a:p>
          <a:p>
            <a:r>
              <a:rPr lang="nl-NL" dirty="0"/>
              <a:t>VNG</a:t>
            </a:r>
          </a:p>
          <a:p>
            <a:r>
              <a:rPr lang="nl-NL" dirty="0"/>
              <a:t>Belastingdienst</a:t>
            </a:r>
          </a:p>
          <a:p>
            <a:r>
              <a:rPr lang="nl-NL" dirty="0"/>
              <a:t>Logius (Stelselcatalogus)</a:t>
            </a:r>
          </a:p>
          <a:p>
            <a:r>
              <a:rPr lang="nl-NL" dirty="0"/>
              <a:t>Skemu</a:t>
            </a:r>
          </a:p>
          <a:p>
            <a:r>
              <a:rPr lang="nl-NL" dirty="0" err="1"/>
              <a:t>MinBZK</a:t>
            </a:r>
            <a:r>
              <a:rPr lang="nl-NL" dirty="0"/>
              <a:t> / ArchiXL</a:t>
            </a:r>
          </a:p>
          <a:p>
            <a:r>
              <a:rPr lang="nl-NL" dirty="0"/>
              <a:t>MIM-community</a:t>
            </a:r>
          </a:p>
        </p:txBody>
      </p:sp>
      <p:sp>
        <p:nvSpPr>
          <p:cNvPr id="4" name="Tijdelijke aanduiding voor dianummer 3">
            <a:extLst>
              <a:ext uri="{FF2B5EF4-FFF2-40B4-BE49-F238E27FC236}">
                <a16:creationId xmlns:a16="http://schemas.microsoft.com/office/drawing/2014/main" id="{00200AA5-94D6-59B1-2AA7-41363ECA361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248662" y="6562196"/>
            <a:ext cx="768135" cy="184616"/>
          </a:xfrm>
        </p:spPr>
        <p:txBody>
          <a:bodyPr/>
          <a:lstStyle/>
          <a:p>
            <a:fld id="{A648B885-FF76-47CB-8BBD-27E7EBF07CA9}" type="slidenum">
              <a:rPr lang="nl-NL" smtClean="0"/>
              <a:t>6</a:t>
            </a:fld>
            <a:endParaRPr lang="nl-NL"/>
          </a:p>
        </p:txBody>
      </p:sp>
      <p:pic>
        <p:nvPicPr>
          <p:cNvPr id="5" name="Picture 4" descr="A person with blue hair&#10;&#10;AI-generated content may be incorrect.">
            <a:extLst>
              <a:ext uri="{FF2B5EF4-FFF2-40B4-BE49-F238E27FC236}">
                <a16:creationId xmlns:a16="http://schemas.microsoft.com/office/drawing/2014/main" id="{9BB0DFA6-153D-49E5-FCAB-4F67E9B6ABC8}"/>
              </a:ext>
            </a:extLst>
          </p:cNvPr>
          <p:cNvPicPr>
            <a:picLocks noChangeAspect="1"/>
          </p:cNvPicPr>
          <p:nvPr/>
        </p:nvPicPr>
        <p:blipFill>
          <a:blip r:embed="rId2" cstate="email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>
          <a:xfrm>
            <a:off x="8608506" y="631706"/>
            <a:ext cx="1080000" cy="1080000"/>
          </a:xfrm>
          <a:prstGeom prst="rect">
            <a:avLst/>
          </a:prstGeom>
        </p:spPr>
      </p:pic>
      <p:pic>
        <p:nvPicPr>
          <p:cNvPr id="6" name="Picture 2" descr="Marco Brattinga - Adept Events">
            <a:extLst>
              <a:ext uri="{FF2B5EF4-FFF2-40B4-BE49-F238E27FC236}">
                <a16:creationId xmlns:a16="http://schemas.microsoft.com/office/drawing/2014/main" id="{F07939AC-CDA3-7483-D286-A45D1BB04BE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 cstate="email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751183" y="904873"/>
            <a:ext cx="1080000" cy="10800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26" name="Picture 2" descr="View pmaria's full-sized avatar">
            <a:extLst>
              <a:ext uri="{FF2B5EF4-FFF2-40B4-BE49-F238E27FC236}">
                <a16:creationId xmlns:a16="http://schemas.microsoft.com/office/drawing/2014/main" id="{20DCA964-D267-212F-BB57-B416332B6DB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663580" y="2476500"/>
            <a:ext cx="1080000" cy="10800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30" name="Picture 6" descr="Lennart van Bergen">
            <a:extLst>
              <a:ext uri="{FF2B5EF4-FFF2-40B4-BE49-F238E27FC236}">
                <a16:creationId xmlns:a16="http://schemas.microsoft.com/office/drawing/2014/main" id="{2477F919-49BE-7FDE-B047-4665E47AF0E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385497" y="3267074"/>
            <a:ext cx="1080000" cy="10800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32" name="Picture 8" descr="Robert Melskens">
            <a:extLst>
              <a:ext uri="{FF2B5EF4-FFF2-40B4-BE49-F238E27FC236}">
                <a16:creationId xmlns:a16="http://schemas.microsoft.com/office/drawing/2014/main" id="{E6E02C53-6372-EE27-A61D-844F10CB90F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359011" y="1520825"/>
            <a:ext cx="1080000" cy="10800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34" name="Picture 10" descr="Thies Mesdag">
            <a:extLst>
              <a:ext uri="{FF2B5EF4-FFF2-40B4-BE49-F238E27FC236}">
                <a16:creationId xmlns:a16="http://schemas.microsoft.com/office/drawing/2014/main" id="{1C39C875-BCA3-C8A4-BF8E-FA5FB845E2F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769475" y="3779235"/>
            <a:ext cx="1080000" cy="10800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36" name="Picture 12" descr="Paul Janssen">
            <a:extLst>
              <a:ext uri="{FF2B5EF4-FFF2-40B4-BE49-F238E27FC236}">
                <a16:creationId xmlns:a16="http://schemas.microsoft.com/office/drawing/2014/main" id="{AD653189-8CA8-E10C-07B7-A1EB46EAB0E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395431" y="4066294"/>
            <a:ext cx="1080000" cy="10800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38" name="Picture 14" descr="Danny Greefhorst">
            <a:extLst>
              <a:ext uri="{FF2B5EF4-FFF2-40B4-BE49-F238E27FC236}">
                <a16:creationId xmlns:a16="http://schemas.microsoft.com/office/drawing/2014/main" id="{9F8D76B0-8ADA-B1A4-D780-9B7DA0BFE5F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894024" y="2145343"/>
            <a:ext cx="1080000" cy="10800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42" name="Picture 18" descr="@plbt5">
            <a:extLst>
              <a:ext uri="{FF2B5EF4-FFF2-40B4-BE49-F238E27FC236}">
                <a16:creationId xmlns:a16="http://schemas.microsoft.com/office/drawing/2014/main" id="{BD1DDFA5-2F5D-9908-BA70-6A32A3A3448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0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257589" y="5006943"/>
            <a:ext cx="1080000" cy="10800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44" name="Picture 20" descr="Niels Hoffmann">
            <a:extLst>
              <a:ext uri="{FF2B5EF4-FFF2-40B4-BE49-F238E27FC236}">
                <a16:creationId xmlns:a16="http://schemas.microsoft.com/office/drawing/2014/main" id="{B4CEC416-FA2C-6E41-F80B-91CBAA2A44F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1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886786" y="5371088"/>
            <a:ext cx="1080000" cy="10800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8" name="Afbeelding 7" descr="Afbeelding met Menselijk gezicht, Voorhoofd, persoon, Kin&#10;&#10;Door AI gegenereerde inhoud is mogelijk onjuist.">
            <a:extLst>
              <a:ext uri="{FF2B5EF4-FFF2-40B4-BE49-F238E27FC236}">
                <a16:creationId xmlns:a16="http://schemas.microsoft.com/office/drawing/2014/main" id="{2DD8BEEE-FC6B-7E1B-33DF-E5DD9BDA28DF}"/>
              </a:ext>
            </a:extLst>
          </p:cNvPr>
          <p:cNvPicPr>
            <a:picLocks noChangeAspect="1"/>
          </p:cNvPicPr>
          <p:nvPr/>
        </p:nvPicPr>
        <p:blipFill>
          <a:blip r:embed="rId1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959495" y="5263542"/>
            <a:ext cx="1080000" cy="127433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70905665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7B47F81C-7EAF-9439-3904-EF573550DBE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40522" y="-130846"/>
            <a:ext cx="9780132" cy="699135"/>
          </a:xfrm>
        </p:spPr>
        <p:txBody>
          <a:bodyPr/>
          <a:lstStyle/>
          <a:p>
            <a:r>
              <a:rPr lang="nl-NL" dirty="0"/>
              <a:t>Wat we gaan opleveren</a:t>
            </a:r>
          </a:p>
        </p:txBody>
      </p:sp>
      <p:sp>
        <p:nvSpPr>
          <p:cNvPr id="4" name="Tijdelijke aanduiding voor dianummer 3">
            <a:extLst>
              <a:ext uri="{FF2B5EF4-FFF2-40B4-BE49-F238E27FC236}">
                <a16:creationId xmlns:a16="http://schemas.microsoft.com/office/drawing/2014/main" id="{40BEB886-7B4D-69B7-5CC7-F6AEA2DF6F7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6280338" y="7009204"/>
            <a:ext cx="768135" cy="184616"/>
          </a:xfrm>
        </p:spPr>
        <p:txBody>
          <a:bodyPr/>
          <a:lstStyle/>
          <a:p>
            <a:fld id="{A648B885-FF76-47CB-8BBD-27E7EBF07CA9}" type="slidenum">
              <a:rPr lang="nl-NL" smtClean="0"/>
              <a:t>7</a:t>
            </a:fld>
            <a:endParaRPr lang="nl-NL"/>
          </a:p>
        </p:txBody>
      </p:sp>
      <p:sp>
        <p:nvSpPr>
          <p:cNvPr id="6" name="Tekstvak 5">
            <a:extLst>
              <a:ext uri="{FF2B5EF4-FFF2-40B4-BE49-F238E27FC236}">
                <a16:creationId xmlns:a16="http://schemas.microsoft.com/office/drawing/2014/main" id="{8E935691-3B29-79DC-BDAD-E38A2D188A39}"/>
              </a:ext>
            </a:extLst>
          </p:cNvPr>
          <p:cNvSpPr txBox="1"/>
          <p:nvPr/>
        </p:nvSpPr>
        <p:spPr>
          <a:xfrm>
            <a:off x="300038" y="839382"/>
            <a:ext cx="2686050" cy="923330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  <a:effectLst>
            <a:outerShdw blurRad="50800" dist="50800" dir="1680000" algn="ctr" rotWithShape="0">
              <a:schemeClr val="accent3">
                <a:lumMod val="75000"/>
              </a:schemeClr>
            </a:outerShdw>
          </a:effectLst>
        </p:spPr>
        <p:txBody>
          <a:bodyPr wrap="square" rtlCol="0">
            <a:spAutoFit/>
          </a:bodyPr>
          <a:lstStyle/>
          <a:p>
            <a:r>
              <a:rPr lang="nl-NL" dirty="0">
                <a:solidFill>
                  <a:schemeClr val="accent3">
                    <a:lumMod val="75000"/>
                  </a:schemeClr>
                </a:solidFill>
              </a:rPr>
              <a:t>MIM-Metamodel Informatiemodellering:</a:t>
            </a:r>
          </a:p>
          <a:p>
            <a:r>
              <a:rPr lang="nl-NL" dirty="0">
                <a:solidFill>
                  <a:schemeClr val="accent3">
                    <a:lumMod val="75000"/>
                  </a:schemeClr>
                </a:solidFill>
              </a:rPr>
              <a:t>Basisdocument</a:t>
            </a:r>
          </a:p>
        </p:txBody>
      </p:sp>
      <p:sp>
        <p:nvSpPr>
          <p:cNvPr id="9" name="Tekstvak 8">
            <a:extLst>
              <a:ext uri="{FF2B5EF4-FFF2-40B4-BE49-F238E27FC236}">
                <a16:creationId xmlns:a16="http://schemas.microsoft.com/office/drawing/2014/main" id="{CF528536-EBF6-6A54-EBF9-06E5A404F1C4}"/>
              </a:ext>
            </a:extLst>
          </p:cNvPr>
          <p:cNvSpPr txBox="1"/>
          <p:nvPr/>
        </p:nvSpPr>
        <p:spPr>
          <a:xfrm>
            <a:off x="300038" y="2024258"/>
            <a:ext cx="2686050" cy="923330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  <a:effectLst>
            <a:outerShdw blurRad="50800" dist="50800" dir="1680000" algn="ctr" rotWithShape="0">
              <a:schemeClr val="accent3">
                <a:lumMod val="75000"/>
              </a:schemeClr>
            </a:outerShdw>
          </a:effectLst>
        </p:spPr>
        <p:txBody>
          <a:bodyPr wrap="square" rtlCol="0">
            <a:spAutoFit/>
          </a:bodyPr>
          <a:lstStyle/>
          <a:p>
            <a:r>
              <a:rPr lang="nl-NL" dirty="0">
                <a:solidFill>
                  <a:schemeClr val="accent3">
                    <a:lumMod val="75000"/>
                  </a:schemeClr>
                </a:solidFill>
              </a:rPr>
              <a:t>MIM-Metamodel Informatiemodellering:</a:t>
            </a:r>
          </a:p>
          <a:p>
            <a:r>
              <a:rPr lang="nl-NL" dirty="0">
                <a:solidFill>
                  <a:schemeClr val="accent3">
                    <a:lumMod val="75000"/>
                  </a:schemeClr>
                </a:solidFill>
              </a:rPr>
              <a:t>Begrippenkader</a:t>
            </a:r>
          </a:p>
        </p:txBody>
      </p:sp>
      <p:sp>
        <p:nvSpPr>
          <p:cNvPr id="10" name="Tekstvak 9">
            <a:extLst>
              <a:ext uri="{FF2B5EF4-FFF2-40B4-BE49-F238E27FC236}">
                <a16:creationId xmlns:a16="http://schemas.microsoft.com/office/drawing/2014/main" id="{105359C9-8182-964D-1FC5-98EA8261EFBB}"/>
              </a:ext>
            </a:extLst>
          </p:cNvPr>
          <p:cNvSpPr txBox="1"/>
          <p:nvPr/>
        </p:nvSpPr>
        <p:spPr>
          <a:xfrm>
            <a:off x="300038" y="4720043"/>
            <a:ext cx="2686050" cy="1200329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  <a:effectLst>
            <a:outerShdw blurRad="50800" dist="50800" dir="1680000" algn="ctr" rotWithShape="0">
              <a:schemeClr val="accent3">
                <a:lumMod val="75000"/>
              </a:schemeClr>
            </a:outerShdw>
          </a:effectLst>
        </p:spPr>
        <p:txBody>
          <a:bodyPr wrap="square" rtlCol="0">
            <a:spAutoFit/>
          </a:bodyPr>
          <a:lstStyle/>
          <a:p>
            <a:pPr lvl="0">
              <a:defRPr/>
            </a:pPr>
            <a:r>
              <a:rPr lang="nl-NL" dirty="0">
                <a:solidFill>
                  <a:schemeClr val="accent3">
                    <a:lumMod val="75000"/>
                  </a:schemeClr>
                </a:solidFill>
              </a:rPr>
              <a:t>MIM-Metamodel Informatiemodellering: Logisch gegevensmodel (LGM)</a:t>
            </a:r>
          </a:p>
        </p:txBody>
      </p:sp>
      <p:sp>
        <p:nvSpPr>
          <p:cNvPr id="11" name="Tekstvak 10">
            <a:extLst>
              <a:ext uri="{FF2B5EF4-FFF2-40B4-BE49-F238E27FC236}">
                <a16:creationId xmlns:a16="http://schemas.microsoft.com/office/drawing/2014/main" id="{CAFA7DA0-9B0F-2ACA-AE1B-5C569B48AC82}"/>
              </a:ext>
            </a:extLst>
          </p:cNvPr>
          <p:cNvSpPr txBox="1"/>
          <p:nvPr/>
        </p:nvSpPr>
        <p:spPr>
          <a:xfrm>
            <a:off x="300038" y="3233651"/>
            <a:ext cx="2686050" cy="1200329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  <a:effectLst>
            <a:outerShdw blurRad="50800" dist="50800" dir="1680000" algn="ctr" rotWithShape="0">
              <a:schemeClr val="accent3">
                <a:lumMod val="75000"/>
              </a:schemeClr>
            </a:outerShdw>
          </a:effectLst>
        </p:spPr>
        <p:txBody>
          <a:bodyPr wrap="square" rtlCol="0">
            <a:spAutoFit/>
          </a:bodyPr>
          <a:lstStyle/>
          <a:p>
            <a:r>
              <a:rPr lang="nl-NL" dirty="0"/>
              <a:t>MIM-Metamodel Informatiemodellering: Conceptueel </a:t>
            </a:r>
            <a:r>
              <a:rPr lang="nl-NL" dirty="0" err="1"/>
              <a:t>informatiemodel</a:t>
            </a:r>
            <a:r>
              <a:rPr lang="nl-NL" dirty="0"/>
              <a:t> (CIM)</a:t>
            </a:r>
          </a:p>
        </p:txBody>
      </p:sp>
      <p:sp>
        <p:nvSpPr>
          <p:cNvPr id="12" name="Tekstvak 11">
            <a:extLst>
              <a:ext uri="{FF2B5EF4-FFF2-40B4-BE49-F238E27FC236}">
                <a16:creationId xmlns:a16="http://schemas.microsoft.com/office/drawing/2014/main" id="{7636EBAF-7F24-E1FB-1CEE-0D0450E7F23E}"/>
              </a:ext>
            </a:extLst>
          </p:cNvPr>
          <p:cNvSpPr txBox="1"/>
          <p:nvPr/>
        </p:nvSpPr>
        <p:spPr>
          <a:xfrm>
            <a:off x="8557220" y="2947588"/>
            <a:ext cx="2686050" cy="923330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  <a:effectLst>
            <a:outerShdw blurRad="50800" dist="50800" dir="1680000" algn="ctr" rotWithShape="0">
              <a:schemeClr val="accent3">
                <a:lumMod val="75000"/>
              </a:schemeClr>
            </a:outerShdw>
          </a:effectLst>
        </p:spPr>
        <p:txBody>
          <a:bodyPr wrap="square" rtlCol="0">
            <a:spAutoFit/>
          </a:bodyPr>
          <a:lstStyle/>
          <a:p>
            <a:r>
              <a:rPr lang="nl-NL" dirty="0">
                <a:solidFill>
                  <a:schemeClr val="accent3">
                    <a:lumMod val="75000"/>
                  </a:schemeClr>
                </a:solidFill>
              </a:rPr>
              <a:t>MIM-Metamodel Informatiemodellering:</a:t>
            </a:r>
          </a:p>
          <a:p>
            <a:r>
              <a:rPr lang="nl-NL" dirty="0" err="1">
                <a:solidFill>
                  <a:schemeClr val="accent3">
                    <a:lumMod val="75000"/>
                  </a:schemeClr>
                </a:solidFill>
              </a:rPr>
              <a:t>Serialisatie</a:t>
            </a:r>
            <a:endParaRPr lang="nl-NL" dirty="0">
              <a:solidFill>
                <a:schemeClr val="accent3">
                  <a:lumMod val="75000"/>
                </a:schemeClr>
              </a:solidFill>
            </a:endParaRPr>
          </a:p>
        </p:txBody>
      </p:sp>
      <p:sp>
        <p:nvSpPr>
          <p:cNvPr id="13" name="Tekstvak 12">
            <a:extLst>
              <a:ext uri="{FF2B5EF4-FFF2-40B4-BE49-F238E27FC236}">
                <a16:creationId xmlns:a16="http://schemas.microsoft.com/office/drawing/2014/main" id="{D78DC5EC-BCC2-8528-04F0-AA6215D79806}"/>
              </a:ext>
            </a:extLst>
          </p:cNvPr>
          <p:cNvSpPr txBox="1"/>
          <p:nvPr/>
        </p:nvSpPr>
        <p:spPr>
          <a:xfrm>
            <a:off x="4259640" y="568289"/>
            <a:ext cx="2686050" cy="923330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  <a:effectLst>
            <a:outerShdw blurRad="50800" dist="50800" dir="1680000" algn="ctr" rotWithShape="0">
              <a:schemeClr val="accent3">
                <a:lumMod val="75000"/>
              </a:schemeClr>
            </a:outerShdw>
          </a:effectLst>
        </p:spPr>
        <p:txBody>
          <a:bodyPr wrap="square" rtlCol="0">
            <a:spAutoFit/>
          </a:bodyPr>
          <a:lstStyle/>
          <a:p>
            <a:r>
              <a:rPr lang="nl-NL" dirty="0">
                <a:solidFill>
                  <a:schemeClr val="accent3">
                    <a:lumMod val="75000"/>
                  </a:schemeClr>
                </a:solidFill>
              </a:rPr>
              <a:t>MIM-UML: Metamodel Informatiemodellering voor </a:t>
            </a:r>
            <a:r>
              <a:rPr lang="nl-NL" dirty="0" err="1">
                <a:solidFill>
                  <a:schemeClr val="accent3">
                    <a:lumMod val="75000"/>
                  </a:schemeClr>
                </a:solidFill>
              </a:rPr>
              <a:t>uml</a:t>
            </a:r>
            <a:endParaRPr lang="nl-NL" dirty="0">
              <a:solidFill>
                <a:schemeClr val="accent3">
                  <a:lumMod val="75000"/>
                </a:schemeClr>
              </a:solidFill>
            </a:endParaRPr>
          </a:p>
        </p:txBody>
      </p:sp>
      <p:sp>
        <p:nvSpPr>
          <p:cNvPr id="15" name="Tekstvak 14">
            <a:extLst>
              <a:ext uri="{FF2B5EF4-FFF2-40B4-BE49-F238E27FC236}">
                <a16:creationId xmlns:a16="http://schemas.microsoft.com/office/drawing/2014/main" id="{CB395199-F9C3-FE1B-F88A-AE263462F0F9}"/>
              </a:ext>
            </a:extLst>
          </p:cNvPr>
          <p:cNvSpPr txBox="1"/>
          <p:nvPr/>
        </p:nvSpPr>
        <p:spPr>
          <a:xfrm>
            <a:off x="4259640" y="2702008"/>
            <a:ext cx="3118622" cy="923330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  <a:effectLst>
            <a:outerShdw blurRad="50800" dist="50800" dir="1680000" algn="ctr" rotWithShape="0">
              <a:schemeClr val="accent3">
                <a:lumMod val="75000"/>
              </a:schemeClr>
            </a:outerShdw>
          </a:effectLst>
        </p:spPr>
        <p:txBody>
          <a:bodyPr wrap="square" rtlCol="0">
            <a:spAutoFit/>
          </a:bodyPr>
          <a:lstStyle/>
          <a:p>
            <a:r>
              <a:rPr lang="nl-NL" dirty="0">
                <a:solidFill>
                  <a:schemeClr val="accent3">
                    <a:lumMod val="75000"/>
                  </a:schemeClr>
                </a:solidFill>
              </a:rPr>
              <a:t>MIM-</a:t>
            </a:r>
            <a:r>
              <a:rPr lang="nl-NL" dirty="0" err="1">
                <a:solidFill>
                  <a:schemeClr val="accent3">
                    <a:lumMod val="75000"/>
                  </a:schemeClr>
                </a:solidFill>
              </a:rPr>
              <a:t>OntoUML</a:t>
            </a:r>
            <a:r>
              <a:rPr lang="nl-NL" dirty="0">
                <a:solidFill>
                  <a:schemeClr val="accent3">
                    <a:lumMod val="75000"/>
                  </a:schemeClr>
                </a:solidFill>
              </a:rPr>
              <a:t>: Metamodel Informatiemodellering voor </a:t>
            </a:r>
            <a:r>
              <a:rPr lang="nl-NL" dirty="0" err="1">
                <a:solidFill>
                  <a:schemeClr val="accent3">
                    <a:lumMod val="75000"/>
                  </a:schemeClr>
                </a:solidFill>
              </a:rPr>
              <a:t>onto-uml</a:t>
            </a:r>
            <a:endParaRPr lang="nl-NL" dirty="0">
              <a:solidFill>
                <a:schemeClr val="accent3">
                  <a:lumMod val="75000"/>
                </a:schemeClr>
              </a:solidFill>
            </a:endParaRPr>
          </a:p>
        </p:txBody>
      </p:sp>
      <p:sp>
        <p:nvSpPr>
          <p:cNvPr id="16" name="Tekstvak 15">
            <a:extLst>
              <a:ext uri="{FF2B5EF4-FFF2-40B4-BE49-F238E27FC236}">
                <a16:creationId xmlns:a16="http://schemas.microsoft.com/office/drawing/2014/main" id="{724D2D43-DE78-BE2C-A439-2588D38CDE28}"/>
              </a:ext>
            </a:extLst>
          </p:cNvPr>
          <p:cNvSpPr txBox="1"/>
          <p:nvPr/>
        </p:nvSpPr>
        <p:spPr>
          <a:xfrm>
            <a:off x="4259640" y="3757742"/>
            <a:ext cx="2686050" cy="923330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  <a:effectLst>
            <a:outerShdw blurRad="50800" dist="50800" dir="1680000" algn="ctr" rotWithShape="0">
              <a:schemeClr val="accent3">
                <a:lumMod val="75000"/>
              </a:schemeClr>
            </a:outerShdw>
          </a:effectLst>
        </p:spPr>
        <p:txBody>
          <a:bodyPr wrap="square" rtlCol="0">
            <a:spAutoFit/>
          </a:bodyPr>
          <a:lstStyle/>
          <a:p>
            <a:r>
              <a:rPr lang="nl-NL" dirty="0">
                <a:solidFill>
                  <a:schemeClr val="accent3">
                    <a:lumMod val="75000"/>
                  </a:schemeClr>
                </a:solidFill>
              </a:rPr>
              <a:t>MIM-LD: Metamodel Informatiemodellering voor </a:t>
            </a:r>
            <a:r>
              <a:rPr lang="nl-NL" dirty="0" err="1">
                <a:solidFill>
                  <a:schemeClr val="accent3">
                    <a:lumMod val="75000"/>
                  </a:schemeClr>
                </a:solidFill>
              </a:rPr>
              <a:t>linked</a:t>
            </a:r>
            <a:r>
              <a:rPr lang="nl-NL" dirty="0">
                <a:solidFill>
                  <a:schemeClr val="accent3">
                    <a:lumMod val="75000"/>
                  </a:schemeClr>
                </a:solidFill>
              </a:rPr>
              <a:t> data</a:t>
            </a:r>
          </a:p>
        </p:txBody>
      </p:sp>
      <p:sp>
        <p:nvSpPr>
          <p:cNvPr id="17" name="Tekstvak 16">
            <a:extLst>
              <a:ext uri="{FF2B5EF4-FFF2-40B4-BE49-F238E27FC236}">
                <a16:creationId xmlns:a16="http://schemas.microsoft.com/office/drawing/2014/main" id="{277D63FC-BABE-FFB7-7DA5-4F9EEC9F8A9C}"/>
              </a:ext>
            </a:extLst>
          </p:cNvPr>
          <p:cNvSpPr txBox="1"/>
          <p:nvPr/>
        </p:nvSpPr>
        <p:spPr>
          <a:xfrm>
            <a:off x="4259640" y="5869210"/>
            <a:ext cx="3370870" cy="923330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  <a:effectLst>
            <a:outerShdw blurRad="50800" dist="50800" dir="1680000" algn="ctr" rotWithShape="0">
              <a:schemeClr val="accent3">
                <a:lumMod val="75000"/>
              </a:schemeClr>
            </a:outerShdw>
          </a:effectLst>
        </p:spPr>
        <p:txBody>
          <a:bodyPr wrap="square" rtlCol="0">
            <a:spAutoFit/>
          </a:bodyPr>
          <a:lstStyle/>
          <a:p>
            <a:r>
              <a:rPr lang="nl-NL" dirty="0">
                <a:solidFill>
                  <a:schemeClr val="accent3">
                    <a:lumMod val="75000"/>
                  </a:schemeClr>
                </a:solidFill>
              </a:rPr>
              <a:t>MIM-</a:t>
            </a:r>
            <a:r>
              <a:rPr lang="nl-NL" dirty="0" err="1">
                <a:solidFill>
                  <a:schemeClr val="accent3">
                    <a:lumMod val="75000"/>
                  </a:schemeClr>
                </a:solidFill>
              </a:rPr>
              <a:t>Archimate</a:t>
            </a:r>
            <a:r>
              <a:rPr lang="nl-NL" dirty="0">
                <a:solidFill>
                  <a:schemeClr val="accent3">
                    <a:lumMod val="75000"/>
                  </a:schemeClr>
                </a:solidFill>
              </a:rPr>
              <a:t>: Metamodel Informatiemodellering voor </a:t>
            </a:r>
            <a:r>
              <a:rPr lang="nl-NL" dirty="0" err="1">
                <a:solidFill>
                  <a:schemeClr val="accent3">
                    <a:lumMod val="75000"/>
                  </a:schemeClr>
                </a:solidFill>
              </a:rPr>
              <a:t>Archimate</a:t>
            </a:r>
            <a:endParaRPr lang="nl-NL" dirty="0">
              <a:solidFill>
                <a:schemeClr val="accent3">
                  <a:lumMod val="75000"/>
                </a:schemeClr>
              </a:solidFill>
            </a:endParaRPr>
          </a:p>
        </p:txBody>
      </p:sp>
      <p:sp>
        <p:nvSpPr>
          <p:cNvPr id="19" name="Tekstvak 18">
            <a:extLst>
              <a:ext uri="{FF2B5EF4-FFF2-40B4-BE49-F238E27FC236}">
                <a16:creationId xmlns:a16="http://schemas.microsoft.com/office/drawing/2014/main" id="{FC07AB6E-5888-33F5-3358-4887977F919A}"/>
              </a:ext>
            </a:extLst>
          </p:cNvPr>
          <p:cNvSpPr txBox="1"/>
          <p:nvPr/>
        </p:nvSpPr>
        <p:spPr>
          <a:xfrm>
            <a:off x="4259640" y="1646274"/>
            <a:ext cx="3045050" cy="923330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  <a:effectLst>
            <a:outerShdw blurRad="50800" dist="50800" dir="1680000" algn="ctr" rotWithShape="0">
              <a:schemeClr val="accent3">
                <a:lumMod val="75000"/>
              </a:schemeClr>
            </a:outerShdw>
          </a:effectLst>
        </p:spPr>
        <p:txBody>
          <a:bodyPr wrap="square" rtlCol="0">
            <a:spAutoFit/>
          </a:bodyPr>
          <a:lstStyle/>
          <a:p>
            <a:r>
              <a:rPr lang="nl-NL" dirty="0">
                <a:solidFill>
                  <a:schemeClr val="accent3">
                    <a:lumMod val="75000"/>
                  </a:schemeClr>
                </a:solidFill>
              </a:rPr>
              <a:t>MIM-FBM: Metamodel Informatiemodellering voor </a:t>
            </a:r>
            <a:r>
              <a:rPr lang="nl-NL" dirty="0" err="1">
                <a:solidFill>
                  <a:schemeClr val="accent3">
                    <a:lumMod val="75000"/>
                  </a:schemeClr>
                </a:solidFill>
              </a:rPr>
              <a:t>Fact</a:t>
            </a:r>
            <a:r>
              <a:rPr lang="nl-NL" dirty="0">
                <a:solidFill>
                  <a:schemeClr val="accent3">
                    <a:lumMod val="75000"/>
                  </a:schemeClr>
                </a:solidFill>
              </a:rPr>
              <a:t> </a:t>
            </a:r>
            <a:r>
              <a:rPr lang="nl-NL" dirty="0" err="1">
                <a:solidFill>
                  <a:schemeClr val="accent3">
                    <a:lumMod val="75000"/>
                  </a:schemeClr>
                </a:solidFill>
              </a:rPr>
              <a:t>Based</a:t>
            </a:r>
            <a:r>
              <a:rPr lang="nl-NL" dirty="0">
                <a:solidFill>
                  <a:schemeClr val="accent3">
                    <a:lumMod val="75000"/>
                  </a:schemeClr>
                </a:solidFill>
              </a:rPr>
              <a:t> </a:t>
            </a:r>
            <a:r>
              <a:rPr lang="nl-NL" dirty="0" err="1">
                <a:solidFill>
                  <a:schemeClr val="accent3">
                    <a:lumMod val="75000"/>
                  </a:schemeClr>
                </a:solidFill>
              </a:rPr>
              <a:t>Modelling</a:t>
            </a:r>
            <a:endParaRPr lang="nl-NL" dirty="0">
              <a:solidFill>
                <a:schemeClr val="accent3">
                  <a:lumMod val="75000"/>
                </a:schemeClr>
              </a:solidFill>
            </a:endParaRPr>
          </a:p>
        </p:txBody>
      </p:sp>
      <p:sp>
        <p:nvSpPr>
          <p:cNvPr id="20" name="Tekstvak 19">
            <a:extLst>
              <a:ext uri="{FF2B5EF4-FFF2-40B4-BE49-F238E27FC236}">
                <a16:creationId xmlns:a16="http://schemas.microsoft.com/office/drawing/2014/main" id="{7D75ADC8-9666-031D-6730-07B439923429}"/>
              </a:ext>
            </a:extLst>
          </p:cNvPr>
          <p:cNvSpPr txBox="1"/>
          <p:nvPr/>
        </p:nvSpPr>
        <p:spPr>
          <a:xfrm>
            <a:off x="4259640" y="4813476"/>
            <a:ext cx="2686050" cy="923330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  <a:effectLst>
            <a:outerShdw blurRad="50800" dist="50800" dir="1680000" algn="ctr" rotWithShape="0">
              <a:schemeClr val="accent3">
                <a:lumMod val="75000"/>
              </a:schemeClr>
            </a:outerShdw>
          </a:effectLst>
        </p:spPr>
        <p:txBody>
          <a:bodyPr wrap="square" rtlCol="0">
            <a:spAutoFit/>
          </a:bodyPr>
          <a:lstStyle/>
          <a:p>
            <a:r>
              <a:rPr lang="nl-NL" dirty="0">
                <a:solidFill>
                  <a:schemeClr val="accent3">
                    <a:lumMod val="75000"/>
                  </a:schemeClr>
                </a:solidFill>
              </a:rPr>
              <a:t>MIM-ER: Metamodel Informatiemodellering voor ER</a:t>
            </a:r>
          </a:p>
        </p:txBody>
      </p:sp>
      <p:sp>
        <p:nvSpPr>
          <p:cNvPr id="7" name="Tekstvak 6">
            <a:extLst>
              <a:ext uri="{FF2B5EF4-FFF2-40B4-BE49-F238E27FC236}">
                <a16:creationId xmlns:a16="http://schemas.microsoft.com/office/drawing/2014/main" id="{2FD95BF9-C9F5-BDF5-4AD7-6CA85CCA4444}"/>
              </a:ext>
            </a:extLst>
          </p:cNvPr>
          <p:cNvSpPr txBox="1"/>
          <p:nvPr/>
        </p:nvSpPr>
        <p:spPr>
          <a:xfrm>
            <a:off x="300038" y="6173327"/>
            <a:ext cx="2686050" cy="923330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  <a:effectLst>
            <a:outerShdw blurRad="50800" dist="50800" dir="1680000" algn="ctr" rotWithShape="0">
              <a:schemeClr val="accent3">
                <a:lumMod val="75000"/>
              </a:schemeClr>
            </a:outerShdw>
          </a:effectLst>
        </p:spPr>
        <p:txBody>
          <a:bodyPr wrap="square" rtlCol="0">
            <a:spAutoFit/>
          </a:bodyPr>
          <a:lstStyle/>
          <a:p>
            <a:r>
              <a:rPr lang="nl-NL" dirty="0">
                <a:solidFill>
                  <a:schemeClr val="accent3">
                    <a:lumMod val="75000"/>
                  </a:schemeClr>
                </a:solidFill>
              </a:rPr>
              <a:t>MIM-Metamodel Informatiemodellering:</a:t>
            </a:r>
          </a:p>
          <a:p>
            <a:r>
              <a:rPr lang="nl-NL" dirty="0">
                <a:solidFill>
                  <a:schemeClr val="accent3">
                    <a:lumMod val="75000"/>
                  </a:schemeClr>
                </a:solidFill>
              </a:rPr>
              <a:t>Achtergrond en uitleg</a:t>
            </a:r>
          </a:p>
        </p:txBody>
      </p:sp>
    </p:spTree>
    <p:extLst>
      <p:ext uri="{BB962C8B-B14F-4D97-AF65-F5344CB8AC3E}">
        <p14:creationId xmlns:p14="http://schemas.microsoft.com/office/powerpoint/2010/main" val="1363971020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770B5BD7-9B51-0F60-A114-5A97F5D3180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nl-NL" dirty="0"/>
              <a:t>Invoeging Marco</a:t>
            </a:r>
          </a:p>
        </p:txBody>
      </p:sp>
      <p:sp>
        <p:nvSpPr>
          <p:cNvPr id="3" name="Tijdelijke aanduiding voor inhoud 2">
            <a:extLst>
              <a:ext uri="{FF2B5EF4-FFF2-40B4-BE49-F238E27FC236}">
                <a16:creationId xmlns:a16="http://schemas.microsoft.com/office/drawing/2014/main" id="{F85BAE3E-EAA0-C00B-BF86-50A3D4267D6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4" name="Tijdelijke aanduiding voor dianummer 3">
            <a:extLst>
              <a:ext uri="{FF2B5EF4-FFF2-40B4-BE49-F238E27FC236}">
                <a16:creationId xmlns:a16="http://schemas.microsoft.com/office/drawing/2014/main" id="{04A1F941-37FE-1E95-AA80-E78DE7EBB09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648B885-FF76-47CB-8BBD-27E7EBF07CA9}" type="slidenum">
              <a:rPr lang="nl-NL" smtClean="0"/>
              <a:t>8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1555660332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22DC561B-9BC8-2608-6CCA-CBFB54894B0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nl-NL" dirty="0"/>
              <a:t>Schets metamodel MIM-CIM</a:t>
            </a:r>
          </a:p>
        </p:txBody>
      </p:sp>
      <p:sp>
        <p:nvSpPr>
          <p:cNvPr id="3" name="Tijdelijke aanduiding voor inhoud 2">
            <a:extLst>
              <a:ext uri="{FF2B5EF4-FFF2-40B4-BE49-F238E27FC236}">
                <a16:creationId xmlns:a16="http://schemas.microsoft.com/office/drawing/2014/main" id="{024CFC2D-3582-B578-98CB-61167870D8C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4" name="Tijdelijke aanduiding voor dianummer 3">
            <a:extLst>
              <a:ext uri="{FF2B5EF4-FFF2-40B4-BE49-F238E27FC236}">
                <a16:creationId xmlns:a16="http://schemas.microsoft.com/office/drawing/2014/main" id="{F9E38CE4-2F62-8908-E3CF-E03585EE9F5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648B885-FF76-47CB-8BBD-27E7EBF07CA9}" type="slidenum">
              <a:rPr lang="nl-NL" smtClean="0"/>
              <a:t>9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662030528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5F213C12-FE5A-D049-CCFF-8EC6EBBA897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3" name="Tijdelijke aanduiding voor inhoud 2">
            <a:extLst>
              <a:ext uri="{FF2B5EF4-FFF2-40B4-BE49-F238E27FC236}">
                <a16:creationId xmlns:a16="http://schemas.microsoft.com/office/drawing/2014/main" id="{C0827C99-2B63-6AF9-309A-2745DB44B55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4" name="Tijdelijke aanduiding voor dianummer 3">
            <a:extLst>
              <a:ext uri="{FF2B5EF4-FFF2-40B4-BE49-F238E27FC236}">
                <a16:creationId xmlns:a16="http://schemas.microsoft.com/office/drawing/2014/main" id="{DC44128E-BB9D-32BA-D089-5570040FB9F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648B885-FF76-47CB-8BBD-27E7EBF07CA9}" type="slidenum">
              <a:rPr lang="nl-NL" smtClean="0"/>
              <a:t>10</a:t>
            </a:fld>
            <a:endParaRPr lang="nl-NL"/>
          </a:p>
        </p:txBody>
      </p:sp>
      <p:sp>
        <p:nvSpPr>
          <p:cNvPr id="6" name="Tekstvak 5">
            <a:extLst>
              <a:ext uri="{FF2B5EF4-FFF2-40B4-BE49-F238E27FC236}">
                <a16:creationId xmlns:a16="http://schemas.microsoft.com/office/drawing/2014/main" id="{4F8437E3-8C7F-36AC-1446-E345A6C60E4D}"/>
              </a:ext>
            </a:extLst>
          </p:cNvPr>
          <p:cNvSpPr txBox="1"/>
          <p:nvPr/>
        </p:nvSpPr>
        <p:spPr>
          <a:xfrm>
            <a:off x="3048000" y="3252216"/>
            <a:ext cx="60960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nl-NL" sz="1800" dirty="0"/>
              <a:t>Planning</a:t>
            </a:r>
          </a:p>
        </p:txBody>
      </p:sp>
    </p:spTree>
    <p:extLst>
      <p:ext uri="{BB962C8B-B14F-4D97-AF65-F5344CB8AC3E}">
        <p14:creationId xmlns:p14="http://schemas.microsoft.com/office/powerpoint/2010/main" val="2260746213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Afbeelding 4">
            <a:extLst>
              <a:ext uri="{FF2B5EF4-FFF2-40B4-BE49-F238E27FC236}">
                <a16:creationId xmlns:a16="http://schemas.microsoft.com/office/drawing/2014/main" id="{699942B2-77B6-4769-BC1C-F15B52D36077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40689" y="0"/>
            <a:ext cx="12191999" cy="6858000"/>
          </a:xfrm>
          <a:prstGeom prst="rect">
            <a:avLst/>
          </a:prstGeom>
        </p:spPr>
      </p:pic>
      <p:sp>
        <p:nvSpPr>
          <p:cNvPr id="2" name="Rechthoek 1">
            <a:extLst>
              <a:ext uri="{FF2B5EF4-FFF2-40B4-BE49-F238E27FC236}">
                <a16:creationId xmlns:a16="http://schemas.microsoft.com/office/drawing/2014/main" id="{F0F9EB60-2977-3832-53C1-0CCA552055EA}"/>
              </a:ext>
            </a:extLst>
          </p:cNvPr>
          <p:cNvSpPr/>
          <p:nvPr/>
        </p:nvSpPr>
        <p:spPr>
          <a:xfrm rot="19375929">
            <a:off x="4875185" y="2592764"/>
            <a:ext cx="2441630" cy="923330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nl-NL" sz="5400" b="1" cap="none" spc="0" dirty="0">
                <a:ln w="12700">
                  <a:solidFill>
                    <a:schemeClr val="accent3">
                      <a:lumMod val="50000"/>
                    </a:schemeClr>
                  </a:solidFill>
                  <a:prstDash val="solid"/>
                </a:ln>
                <a:solidFill>
                  <a:srgbClr val="FF0000"/>
                </a:solidFill>
                <a:effectLst>
                  <a:innerShdw blurRad="177800">
                    <a:srgbClr val="FF0000"/>
                  </a:innerShdw>
                </a:effectLst>
              </a:rPr>
              <a:t>NL-SBB</a:t>
            </a:r>
          </a:p>
        </p:txBody>
      </p:sp>
      <p:sp>
        <p:nvSpPr>
          <p:cNvPr id="4" name="Rechthoek 3">
            <a:extLst>
              <a:ext uri="{FF2B5EF4-FFF2-40B4-BE49-F238E27FC236}">
                <a16:creationId xmlns:a16="http://schemas.microsoft.com/office/drawing/2014/main" id="{FA12187E-9895-BAC4-BFE2-F2A01BB5A320}"/>
              </a:ext>
            </a:extLst>
          </p:cNvPr>
          <p:cNvSpPr/>
          <p:nvPr/>
        </p:nvSpPr>
        <p:spPr>
          <a:xfrm rot="19398441">
            <a:off x="4799874" y="4822531"/>
            <a:ext cx="2239716" cy="1323439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nl-NL" sz="8000" b="1" cap="none" spc="0" dirty="0">
                <a:ln w="12700">
                  <a:solidFill>
                    <a:schemeClr val="accent3">
                      <a:lumMod val="50000"/>
                    </a:schemeClr>
                  </a:solidFill>
                  <a:prstDash val="solid"/>
                </a:ln>
                <a:solidFill>
                  <a:srgbClr val="FF0000"/>
                </a:solidFill>
                <a:effectLst>
                  <a:innerShdw blurRad="177800">
                    <a:srgbClr val="FF0000"/>
                  </a:innerShdw>
                </a:effectLst>
              </a:rPr>
              <a:t>MIM</a:t>
            </a:r>
          </a:p>
        </p:txBody>
      </p:sp>
    </p:spTree>
    <p:extLst>
      <p:ext uri="{BB962C8B-B14F-4D97-AF65-F5344CB8AC3E}">
        <p14:creationId xmlns:p14="http://schemas.microsoft.com/office/powerpoint/2010/main" val="3723484845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Afbeelding 2">
            <a:extLst>
              <a:ext uri="{FF2B5EF4-FFF2-40B4-BE49-F238E27FC236}">
                <a16:creationId xmlns:a16="http://schemas.microsoft.com/office/drawing/2014/main" id="{18698EAA-0152-4F0C-9DC1-37A9AB878090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  <p:sp>
        <p:nvSpPr>
          <p:cNvPr id="2" name="Rechthoek 1">
            <a:extLst>
              <a:ext uri="{FF2B5EF4-FFF2-40B4-BE49-F238E27FC236}">
                <a16:creationId xmlns:a16="http://schemas.microsoft.com/office/drawing/2014/main" id="{B51743C2-59A3-BFA7-DC49-B4B05D6427AF}"/>
              </a:ext>
            </a:extLst>
          </p:cNvPr>
          <p:cNvSpPr/>
          <p:nvPr/>
        </p:nvSpPr>
        <p:spPr>
          <a:xfrm rot="20016071">
            <a:off x="4843941" y="1819832"/>
            <a:ext cx="2239716" cy="1323439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nl-NL" sz="8000" b="1" cap="none" spc="0" dirty="0">
                <a:ln w="12700">
                  <a:solidFill>
                    <a:schemeClr val="accent3">
                      <a:lumMod val="50000"/>
                    </a:schemeClr>
                  </a:solidFill>
                  <a:prstDash val="solid"/>
                </a:ln>
                <a:solidFill>
                  <a:srgbClr val="FF0000"/>
                </a:solidFill>
                <a:effectLst>
                  <a:innerShdw blurRad="177800">
                    <a:srgbClr val="FF0000"/>
                  </a:innerShdw>
                </a:effectLst>
              </a:rPr>
              <a:t>MIM</a:t>
            </a:r>
          </a:p>
        </p:txBody>
      </p:sp>
    </p:spTree>
    <p:extLst>
      <p:ext uri="{BB962C8B-B14F-4D97-AF65-F5344CB8AC3E}">
        <p14:creationId xmlns:p14="http://schemas.microsoft.com/office/powerpoint/2010/main" val="2270571712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FAE7CB96-A986-7786-6FD1-4E44D93C2CF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nl-NL" dirty="0"/>
              <a:t>MIM</a:t>
            </a:r>
          </a:p>
        </p:txBody>
      </p:sp>
      <p:sp>
        <p:nvSpPr>
          <p:cNvPr id="3" name="Tijdelijke aanduiding voor inhoud 2">
            <a:extLst>
              <a:ext uri="{FF2B5EF4-FFF2-40B4-BE49-F238E27FC236}">
                <a16:creationId xmlns:a16="http://schemas.microsoft.com/office/drawing/2014/main" id="{B10868E2-F07B-3BF9-BC9A-672D49DB636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20000"/>
          </a:bodyPr>
          <a:lstStyle/>
          <a:p>
            <a:r>
              <a:rPr lang="nl-NL" dirty="0"/>
              <a:t>MIM richt zich op </a:t>
            </a:r>
          </a:p>
          <a:p>
            <a:pPr lvl="1"/>
            <a:r>
              <a:rPr lang="nl-NL" dirty="0"/>
              <a:t>het conceptueel model (niveau 2) </a:t>
            </a:r>
          </a:p>
          <a:p>
            <a:pPr lvl="1"/>
            <a:r>
              <a:rPr lang="nl-NL" dirty="0"/>
              <a:t>het logisch model (niveau 3)</a:t>
            </a:r>
          </a:p>
          <a:p>
            <a:r>
              <a:rPr lang="nl-NL" dirty="0"/>
              <a:t>MIM is een gemeenschappelijk vertrekpunt voor het maken van informatiemodellen. </a:t>
            </a:r>
          </a:p>
          <a:p>
            <a:pPr lvl="1"/>
            <a:r>
              <a:rPr lang="nl-NL" dirty="0"/>
              <a:t>Het model bevat </a:t>
            </a:r>
            <a:r>
              <a:rPr lang="nl-NL" b="1" dirty="0"/>
              <a:t>afspraken</a:t>
            </a:r>
            <a:r>
              <a:rPr lang="nl-NL" dirty="0"/>
              <a:t> over het vastleggen van gegevensspecificaties </a:t>
            </a:r>
          </a:p>
          <a:p>
            <a:pPr lvl="1"/>
            <a:r>
              <a:rPr lang="nl-NL" dirty="0"/>
              <a:t>Het biedt ruimte aan de verschillende niveaus van modellering. </a:t>
            </a:r>
          </a:p>
          <a:p>
            <a:r>
              <a:rPr lang="nl-NL" dirty="0"/>
              <a:t>MIM is bestemd voor </a:t>
            </a:r>
          </a:p>
          <a:p>
            <a:pPr lvl="1"/>
            <a:r>
              <a:rPr lang="nl-NL" dirty="0"/>
              <a:t>informatiearchitecten die informatiemodellen maken, </a:t>
            </a:r>
          </a:p>
          <a:p>
            <a:pPr lvl="1"/>
            <a:r>
              <a:rPr lang="nl-NL" dirty="0"/>
              <a:t>informatieanalisten die willen weten wat de betekenis en definitie van informatieobjecten is </a:t>
            </a:r>
          </a:p>
          <a:p>
            <a:pPr lvl="1"/>
            <a:r>
              <a:rPr lang="nl-NL" dirty="0"/>
              <a:t>en mensen die implementaties maken op basis van het model.</a:t>
            </a:r>
          </a:p>
          <a:p>
            <a:r>
              <a:rPr lang="nl-NL" dirty="0"/>
              <a:t>MIM richt zich op registraties binnen het overheidsdomein, maar is in bredere context inzetbaar</a:t>
            </a:r>
          </a:p>
        </p:txBody>
      </p:sp>
      <p:sp>
        <p:nvSpPr>
          <p:cNvPr id="4" name="Tijdelijke aanduiding voor dianummer 3">
            <a:extLst>
              <a:ext uri="{FF2B5EF4-FFF2-40B4-BE49-F238E27FC236}">
                <a16:creationId xmlns:a16="http://schemas.microsoft.com/office/drawing/2014/main" id="{2E40303F-0EAB-6D4A-BE96-B6F35FA0F17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648B885-FF76-47CB-8BBD-27E7EBF07CA9}" type="slidenum">
              <a:rPr lang="nl-NL" smtClean="0"/>
              <a:t>13</a:t>
            </a:fld>
            <a:endParaRPr lang="nl-NL"/>
          </a:p>
        </p:txBody>
      </p:sp>
      <p:pic>
        <p:nvPicPr>
          <p:cNvPr id="5" name="Picture 2" descr="metamodel informatiemodellering MIM">
            <a:extLst>
              <a:ext uri="{FF2B5EF4-FFF2-40B4-BE49-F238E27FC236}">
                <a16:creationId xmlns:a16="http://schemas.microsoft.com/office/drawing/2014/main" id="{0CB7E4FD-775C-7FB3-3DD6-E444E04DB14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488199" y="0"/>
            <a:ext cx="3750070" cy="187503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4113844392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Afbeelding 7">
            <a:extLst>
              <a:ext uri="{FF2B5EF4-FFF2-40B4-BE49-F238E27FC236}">
                <a16:creationId xmlns:a16="http://schemas.microsoft.com/office/drawing/2014/main" id="{EDF0BCA2-517A-0BF6-14FF-603E9DEA908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194612" y="1221721"/>
            <a:ext cx="5902299" cy="5331477"/>
          </a:xfrm>
          <a:prstGeom prst="rect">
            <a:avLst/>
          </a:prstGeom>
        </p:spPr>
      </p:pic>
      <p:sp>
        <p:nvSpPr>
          <p:cNvPr id="4" name="Tijdelijke aanduiding voor dianummer 3">
            <a:extLst>
              <a:ext uri="{FF2B5EF4-FFF2-40B4-BE49-F238E27FC236}">
                <a16:creationId xmlns:a16="http://schemas.microsoft.com/office/drawing/2014/main" id="{8B5B9F12-30DF-A785-D54D-7884F7E7F8D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648B885-FF76-47CB-8BBD-27E7EBF07CA9}" type="slidenum">
              <a:rPr lang="nl-NL" smtClean="0"/>
              <a:t>14</a:t>
            </a:fld>
            <a:endParaRPr lang="nl-NL"/>
          </a:p>
        </p:txBody>
      </p:sp>
      <p:sp>
        <p:nvSpPr>
          <p:cNvPr id="11" name="Tijdelijke aanduiding voor inhoud 10">
            <a:extLst>
              <a:ext uri="{FF2B5EF4-FFF2-40B4-BE49-F238E27FC236}">
                <a16:creationId xmlns:a16="http://schemas.microsoft.com/office/drawing/2014/main" id="{6AD1F20A-DD9E-AFB1-DE41-E63AE7F6990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77907" y="209783"/>
            <a:ext cx="8552328" cy="6427556"/>
          </a:xfrm>
          <a:solidFill>
            <a:schemeClr val="bg1"/>
          </a:solidFill>
        </p:spPr>
        <p:txBody>
          <a:bodyPr>
            <a:normAutofit fontScale="77500" lnSpcReduction="20000"/>
          </a:bodyPr>
          <a:lstStyle/>
          <a:p>
            <a:pPr marL="0" indent="0">
              <a:buNone/>
            </a:pPr>
            <a:r>
              <a:rPr lang="nl-NL" b="1" dirty="0"/>
              <a:t>Onderdelen</a:t>
            </a:r>
          </a:p>
          <a:p>
            <a:r>
              <a:rPr lang="nl-NL" dirty="0"/>
              <a:t>Inleiding</a:t>
            </a:r>
          </a:p>
          <a:p>
            <a:pPr lvl="1"/>
            <a:r>
              <a:rPr lang="nl-NL" dirty="0"/>
              <a:t>Wat is een informatiemodel</a:t>
            </a:r>
          </a:p>
          <a:p>
            <a:pPr lvl="1"/>
            <a:r>
              <a:rPr lang="nl-NL" dirty="0"/>
              <a:t>Beschouwingsniveaus</a:t>
            </a:r>
          </a:p>
          <a:p>
            <a:pPr lvl="1"/>
            <a:r>
              <a:rPr lang="nl-NL" dirty="0"/>
              <a:t>Wat is het metamodel voor informatiemodellering</a:t>
            </a:r>
          </a:p>
          <a:p>
            <a:r>
              <a:rPr lang="nl-NL" dirty="0"/>
              <a:t>Metamodel algemeen</a:t>
            </a:r>
          </a:p>
          <a:p>
            <a:pPr lvl="1"/>
            <a:r>
              <a:rPr lang="nl-NL" dirty="0"/>
              <a:t>Uitgangspunten voor het model</a:t>
            </a:r>
          </a:p>
          <a:p>
            <a:pPr lvl="1"/>
            <a:r>
              <a:rPr lang="nl-NL" dirty="0"/>
              <a:t>Structuur metamodel</a:t>
            </a:r>
          </a:p>
          <a:p>
            <a:pPr lvl="1"/>
            <a:r>
              <a:rPr lang="nl-NL" dirty="0"/>
              <a:t>Modelelementen</a:t>
            </a:r>
          </a:p>
          <a:p>
            <a:pPr lvl="1"/>
            <a:r>
              <a:rPr lang="nl-NL" dirty="0"/>
              <a:t>Specificatie metagegevens</a:t>
            </a:r>
          </a:p>
          <a:p>
            <a:r>
              <a:rPr lang="nl-NL" dirty="0"/>
              <a:t>Metamodel in UML</a:t>
            </a:r>
          </a:p>
          <a:p>
            <a:pPr lvl="1"/>
            <a:r>
              <a:rPr lang="nl-NL" dirty="0"/>
              <a:t>Structuur metamodel in UML</a:t>
            </a:r>
          </a:p>
          <a:p>
            <a:pPr lvl="1"/>
            <a:r>
              <a:rPr lang="nl-NL" dirty="0"/>
              <a:t>Specificatie metagegevens in UML</a:t>
            </a:r>
          </a:p>
          <a:p>
            <a:pPr lvl="1"/>
            <a:r>
              <a:rPr lang="nl-NL" dirty="0"/>
              <a:t>UML tooling</a:t>
            </a:r>
          </a:p>
          <a:p>
            <a:r>
              <a:rPr lang="nl-NL" dirty="0"/>
              <a:t>Metamodel in Linked Data  (LD)</a:t>
            </a:r>
          </a:p>
          <a:p>
            <a:pPr lvl="1"/>
            <a:r>
              <a:rPr lang="nl-NL" dirty="0"/>
              <a:t>Ontologisch model in LD</a:t>
            </a:r>
          </a:p>
          <a:p>
            <a:pPr lvl="1"/>
            <a:r>
              <a:rPr lang="nl-NL" dirty="0"/>
              <a:t>Structuur metamodel in LD</a:t>
            </a:r>
          </a:p>
          <a:p>
            <a:pPr lvl="1"/>
            <a:r>
              <a:rPr lang="nl-NL" dirty="0"/>
              <a:t>Specificatie metagegevens in LD</a:t>
            </a:r>
          </a:p>
          <a:p>
            <a:pPr lvl="1"/>
            <a:r>
              <a:rPr lang="nl-NL" dirty="0"/>
              <a:t>Linked Data Tooling</a:t>
            </a:r>
          </a:p>
          <a:p>
            <a:r>
              <a:rPr lang="nl-NL" dirty="0"/>
              <a:t>Afspraken en Regels</a:t>
            </a:r>
          </a:p>
          <a:p>
            <a:r>
              <a:rPr lang="nl-NL" dirty="0"/>
              <a:t>Bijlagen</a:t>
            </a:r>
          </a:p>
          <a:p>
            <a:pPr lvl="1"/>
            <a:endParaRPr lang="nl-NL" dirty="0"/>
          </a:p>
          <a:p>
            <a:endParaRPr lang="nl-NL" dirty="0"/>
          </a:p>
        </p:txBody>
      </p:sp>
    </p:spTree>
    <p:extLst>
      <p:ext uri="{BB962C8B-B14F-4D97-AF65-F5344CB8AC3E}">
        <p14:creationId xmlns:p14="http://schemas.microsoft.com/office/powerpoint/2010/main" val="2861324180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el 4">
            <a:extLst>
              <a:ext uri="{FF2B5EF4-FFF2-40B4-BE49-F238E27FC236}">
                <a16:creationId xmlns:a16="http://schemas.microsoft.com/office/drawing/2014/main" id="{29D0A527-4064-7EAD-2C3E-35DD39DA880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nl-NL" dirty="0"/>
              <a:t>Waar staan we nu?</a:t>
            </a:r>
          </a:p>
        </p:txBody>
      </p:sp>
      <p:sp>
        <p:nvSpPr>
          <p:cNvPr id="4" name="Tijdelijke aanduiding voor dianummer 3">
            <a:extLst>
              <a:ext uri="{FF2B5EF4-FFF2-40B4-BE49-F238E27FC236}">
                <a16:creationId xmlns:a16="http://schemas.microsoft.com/office/drawing/2014/main" id="{7E2F0518-4FBB-0A51-9237-7A2949FBB18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648B885-FF76-47CB-8BBD-27E7EBF07CA9}" type="slidenum">
              <a:rPr lang="nl-NL" smtClean="0"/>
              <a:t>15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996105444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el 4">
            <a:extLst>
              <a:ext uri="{FF2B5EF4-FFF2-40B4-BE49-F238E27FC236}">
                <a16:creationId xmlns:a16="http://schemas.microsoft.com/office/drawing/2014/main" id="{AB366677-D3E4-33CA-69A2-9C8DFCDE968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nl-NL" dirty="0"/>
              <a:t>Terugblik – doorontwikkeling MIM</a:t>
            </a:r>
          </a:p>
        </p:txBody>
      </p:sp>
      <p:sp>
        <p:nvSpPr>
          <p:cNvPr id="6" name="Tijdelijke aanduiding voor inhoud 5">
            <a:extLst>
              <a:ext uri="{FF2B5EF4-FFF2-40B4-BE49-F238E27FC236}">
                <a16:creationId xmlns:a16="http://schemas.microsoft.com/office/drawing/2014/main" id="{48A073F5-A938-6CD5-3F60-58270FB0999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00038" y="1520825"/>
            <a:ext cx="5384666" cy="4932363"/>
          </a:xfrm>
        </p:spPr>
        <p:txBody>
          <a:bodyPr/>
          <a:lstStyle/>
          <a:p>
            <a:pPr marL="342900" lvl="0" indent="-342900">
              <a:lnSpc>
                <a:spcPct val="107000"/>
              </a:lnSpc>
              <a:buFont typeface="Symbol" panose="05050102010706020507" pitchFamily="18" charset="2"/>
              <a:buChar char=""/>
            </a:pPr>
            <a:r>
              <a:rPr lang="nl-NL" sz="1800" dirty="0">
                <a:solidFill>
                  <a:srgbClr val="3C3C3C"/>
                </a:solidFill>
                <a:latin typeface="Tenorite" panose="00000500000000000000" pitchFamily="2" charset="0"/>
                <a:ea typeface="Tenorite" panose="00000500000000000000" pitchFamily="2" charset="0"/>
                <a:cs typeface="Myanmar Text" panose="020B0502040204020203" pitchFamily="34" charset="0"/>
              </a:rPr>
              <a:t>2017 : KKG</a:t>
            </a:r>
            <a:br>
              <a:rPr lang="nl-NL" sz="1800" dirty="0">
                <a:solidFill>
                  <a:srgbClr val="3C3C3C"/>
                </a:solidFill>
                <a:latin typeface="Tenorite" panose="00000500000000000000" pitchFamily="2" charset="0"/>
                <a:ea typeface="Tenorite" panose="00000500000000000000" pitchFamily="2" charset="0"/>
                <a:cs typeface="Myanmar Text" panose="020B0502040204020203" pitchFamily="34" charset="0"/>
              </a:rPr>
            </a:br>
            <a:r>
              <a:rPr lang="nl-NL" sz="1800" dirty="0">
                <a:solidFill>
                  <a:srgbClr val="3C3C3C"/>
                </a:solidFill>
                <a:latin typeface="Tenorite" panose="00000500000000000000" pitchFamily="2" charset="0"/>
                <a:ea typeface="Tenorite" panose="00000500000000000000" pitchFamily="2" charset="0"/>
                <a:cs typeface="Myanmar Text" panose="020B0502040204020203" pitchFamily="34" charset="0"/>
              </a:rPr>
              <a:t>Fundament gelegd door Kadaster, VNG en Geonovum </a:t>
            </a:r>
            <a:endParaRPr lang="nl-NL" sz="1800" dirty="0">
              <a:solidFill>
                <a:srgbClr val="3C3C3C"/>
              </a:solidFill>
              <a:effectLst/>
              <a:latin typeface="Tenorite" panose="00000500000000000000" pitchFamily="2" charset="0"/>
              <a:ea typeface="Tenorite" panose="00000500000000000000" pitchFamily="2" charset="0"/>
              <a:cs typeface="Myanmar Text" panose="020B0502040204020203" pitchFamily="34" charset="0"/>
            </a:endParaRPr>
          </a:p>
          <a:p>
            <a:pPr marL="342900" lvl="0" indent="-342900">
              <a:lnSpc>
                <a:spcPct val="107000"/>
              </a:lnSpc>
              <a:buFont typeface="Symbol" panose="05050102010706020507" pitchFamily="18" charset="2"/>
              <a:buChar char=""/>
            </a:pPr>
            <a:r>
              <a:rPr lang="nl-NL" sz="1800" dirty="0">
                <a:solidFill>
                  <a:srgbClr val="3C3C3C"/>
                </a:solidFill>
                <a:effectLst/>
                <a:latin typeface="Tenorite" panose="00000500000000000000" pitchFamily="2" charset="0"/>
                <a:ea typeface="Tenorite" panose="00000500000000000000" pitchFamily="2" charset="0"/>
                <a:cs typeface="Myanmar Text" panose="020B0502040204020203" pitchFamily="34" charset="0"/>
              </a:rPr>
              <a:t>2019 : MIM 1.0 (UML)</a:t>
            </a:r>
          </a:p>
          <a:p>
            <a:pPr marL="342900" lvl="0" indent="-342900">
              <a:lnSpc>
                <a:spcPct val="107000"/>
              </a:lnSpc>
              <a:buFont typeface="Symbol" panose="05050102010706020507" pitchFamily="18" charset="2"/>
              <a:buChar char=""/>
            </a:pPr>
            <a:r>
              <a:rPr lang="nl-NL" sz="1800" dirty="0">
                <a:solidFill>
                  <a:srgbClr val="3C3C3C"/>
                </a:solidFill>
                <a:effectLst/>
                <a:latin typeface="Tenorite" panose="00000500000000000000" pitchFamily="2" charset="0"/>
                <a:ea typeface="Tenorite" panose="00000500000000000000" pitchFamily="2" charset="0"/>
                <a:cs typeface="Myanmar Text" panose="020B0502040204020203" pitchFamily="34" charset="0"/>
              </a:rPr>
              <a:t>2020 : MIM 1.1 (Algemeen + UML + Linked Data)</a:t>
            </a:r>
          </a:p>
          <a:p>
            <a:pPr marL="342900" lvl="0" indent="-342900">
              <a:lnSpc>
                <a:spcPct val="107000"/>
              </a:lnSpc>
              <a:buFont typeface="Symbol" panose="05050102010706020507" pitchFamily="18" charset="2"/>
              <a:buChar char=""/>
            </a:pPr>
            <a:r>
              <a:rPr lang="nl-NL" sz="1800" dirty="0">
                <a:solidFill>
                  <a:srgbClr val="3C3C3C"/>
                </a:solidFill>
                <a:effectLst/>
                <a:latin typeface="Tenorite" panose="00000500000000000000" pitchFamily="2" charset="0"/>
                <a:ea typeface="Tenorite" panose="00000500000000000000" pitchFamily="2" charset="0"/>
                <a:cs typeface="Myanmar Text" panose="020B0502040204020203" pitchFamily="34" charset="0"/>
              </a:rPr>
              <a:t>2020 - MIM op </a:t>
            </a:r>
            <a:r>
              <a:rPr lang="nl-NL" sz="1800" dirty="0">
                <a:solidFill>
                  <a:schemeClr val="accent1">
                    <a:lumMod val="75000"/>
                  </a:schemeClr>
                </a:solidFill>
                <a:effectLst/>
                <a:latin typeface="Tenorite" panose="00000500000000000000" pitchFamily="2" charset="0"/>
                <a:ea typeface="Tenorite" panose="00000500000000000000" pitchFamily="2" charset="0"/>
                <a:cs typeface="Myanmar Text" panose="020B0502040204020203" pitchFamily="34" charset="0"/>
              </a:rPr>
              <a:t>Lijst aanbevolen standaarden </a:t>
            </a:r>
            <a:r>
              <a:rPr lang="nl-NL" sz="1800" dirty="0">
                <a:solidFill>
                  <a:srgbClr val="3C3C3C"/>
                </a:solidFill>
                <a:effectLst/>
                <a:latin typeface="Tenorite" panose="00000500000000000000" pitchFamily="2" charset="0"/>
                <a:ea typeface="Tenorite" panose="00000500000000000000" pitchFamily="2" charset="0"/>
                <a:cs typeface="Myanmar Text" panose="020B0502040204020203" pitchFamily="34" charset="0"/>
              </a:rPr>
              <a:t>van Forum Standaardisatie</a:t>
            </a:r>
          </a:p>
          <a:p>
            <a:pPr marL="342900" lvl="0" indent="-342900">
              <a:lnSpc>
                <a:spcPct val="107000"/>
              </a:lnSpc>
              <a:buFont typeface="Symbol" panose="05050102010706020507" pitchFamily="18" charset="2"/>
              <a:buChar char=""/>
            </a:pPr>
            <a:r>
              <a:rPr lang="nl-NL" sz="1800" dirty="0">
                <a:solidFill>
                  <a:srgbClr val="3C3C3C"/>
                </a:solidFill>
                <a:effectLst/>
                <a:latin typeface="Tenorite" panose="00000500000000000000" pitchFamily="2" charset="0"/>
                <a:ea typeface="Tenorite" panose="00000500000000000000" pitchFamily="2" charset="0"/>
                <a:cs typeface="Myanmar Text" panose="020B0502040204020203" pitchFamily="34" charset="0"/>
              </a:rPr>
              <a:t>2021 – </a:t>
            </a:r>
            <a:r>
              <a:rPr lang="nl-NL" sz="1800" b="1" dirty="0">
                <a:solidFill>
                  <a:srgbClr val="FFC000"/>
                </a:solidFill>
                <a:effectLst/>
                <a:latin typeface="Tenorite" panose="00000500000000000000" pitchFamily="2" charset="0"/>
                <a:ea typeface="Tenorite" panose="00000500000000000000" pitchFamily="2" charset="0"/>
                <a:cs typeface="Myanmar Text" panose="020B0502040204020203" pitchFamily="34" charset="0"/>
              </a:rPr>
              <a:t>Oprichting MIM-community   </a:t>
            </a:r>
            <a:r>
              <a:rPr lang="nl-NL" sz="1200" b="1" dirty="0">
                <a:solidFill>
                  <a:srgbClr val="000000"/>
                </a:solidFill>
                <a:effectLst/>
                <a:latin typeface="Tenorite" panose="00000500000000000000" pitchFamily="2" charset="0"/>
                <a:ea typeface="Tenorite" panose="00000500000000000000" pitchFamily="2" charset="0"/>
                <a:cs typeface="Myanmar Text" panose="020B0502040204020203" pitchFamily="34" charset="0"/>
              </a:rPr>
              <a:t>(</a:t>
            </a:r>
            <a:r>
              <a:rPr lang="nl-NL" sz="1200" dirty="0">
                <a:solidFill>
                  <a:srgbClr val="000000"/>
                </a:solidFill>
                <a:effectLst/>
                <a:latin typeface="Tenorite" panose="00000500000000000000" pitchFamily="2" charset="0"/>
                <a:ea typeface="Tenorite" panose="00000500000000000000" pitchFamily="2" charset="0"/>
                <a:cs typeface="Myanmar Text" panose="020B0502040204020203" pitchFamily="34" charset="0"/>
                <a:hlinkClick r:id="rId2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https://www.mim-community.nl/</a:t>
            </a:r>
            <a:r>
              <a:rPr lang="nl-NL" sz="1200" dirty="0">
                <a:solidFill>
                  <a:srgbClr val="000000"/>
                </a:solidFill>
                <a:effectLst/>
                <a:latin typeface="Tenorite" panose="00000500000000000000" pitchFamily="2" charset="0"/>
                <a:ea typeface="Tenorite" panose="00000500000000000000" pitchFamily="2" charset="0"/>
                <a:cs typeface="Myanmar Text" panose="020B0502040204020203" pitchFamily="34" charset="0"/>
              </a:rPr>
              <a:t> </a:t>
            </a:r>
            <a:r>
              <a:rPr lang="nl-NL" sz="1200" b="1" dirty="0">
                <a:solidFill>
                  <a:srgbClr val="000000"/>
                </a:solidFill>
                <a:effectLst/>
                <a:latin typeface="Tenorite" panose="00000500000000000000" pitchFamily="2" charset="0"/>
                <a:ea typeface="Tenorite" panose="00000500000000000000" pitchFamily="2" charset="0"/>
                <a:cs typeface="Myanmar Text" panose="020B0502040204020203" pitchFamily="34" charset="0"/>
              </a:rPr>
              <a:t>)</a:t>
            </a:r>
          </a:p>
          <a:p>
            <a:pPr marL="342900" lvl="0" indent="-342900">
              <a:lnSpc>
                <a:spcPct val="107000"/>
              </a:lnSpc>
              <a:buFont typeface="Symbol" panose="05050102010706020507" pitchFamily="18" charset="2"/>
              <a:buChar char=""/>
            </a:pPr>
            <a:r>
              <a:rPr lang="nl-NL" sz="1800" dirty="0">
                <a:solidFill>
                  <a:srgbClr val="3C3C3C"/>
                </a:solidFill>
                <a:effectLst/>
                <a:latin typeface="Tenorite" panose="00000500000000000000" pitchFamily="2" charset="0"/>
                <a:ea typeface="Tenorite" panose="00000500000000000000" pitchFamily="2" charset="0"/>
                <a:cs typeface="Myanmar Text" panose="020B0502040204020203" pitchFamily="34" charset="0"/>
              </a:rPr>
              <a:t>2022- MIM 1.1.1</a:t>
            </a:r>
          </a:p>
          <a:p>
            <a:pPr marL="342900" lvl="0" indent="-342900">
              <a:lnSpc>
                <a:spcPct val="107000"/>
              </a:lnSpc>
              <a:buFont typeface="Symbol" panose="05050102010706020507" pitchFamily="18" charset="2"/>
              <a:buChar char=""/>
            </a:pPr>
            <a:r>
              <a:rPr lang="nl-NL" sz="1800" dirty="0">
                <a:solidFill>
                  <a:srgbClr val="3C3C3C"/>
                </a:solidFill>
                <a:effectLst/>
                <a:latin typeface="Tenorite" panose="00000500000000000000" pitchFamily="2" charset="0"/>
                <a:ea typeface="Tenorite" panose="00000500000000000000" pitchFamily="2" charset="0"/>
                <a:cs typeface="Myanmar Text" panose="020B0502040204020203" pitchFamily="34" charset="0"/>
              </a:rPr>
              <a:t>2024 - MIM 1.2   </a:t>
            </a:r>
            <a:br>
              <a:rPr lang="nl-NL" sz="1800" dirty="0">
                <a:solidFill>
                  <a:srgbClr val="3C3C3C"/>
                </a:solidFill>
                <a:effectLst/>
                <a:latin typeface="Tenorite" panose="00000500000000000000" pitchFamily="2" charset="0"/>
                <a:ea typeface="Tenorite" panose="00000500000000000000" pitchFamily="2" charset="0"/>
                <a:cs typeface="Myanmar Text" panose="020B0502040204020203" pitchFamily="34" charset="0"/>
              </a:rPr>
            </a:br>
            <a:r>
              <a:rPr lang="nl-NL" sz="1800" dirty="0">
                <a:solidFill>
                  <a:srgbClr val="3C3C3C"/>
                </a:solidFill>
                <a:effectLst/>
                <a:latin typeface="Tenorite" panose="00000500000000000000" pitchFamily="2" charset="0"/>
                <a:ea typeface="Tenorite" panose="00000500000000000000" pitchFamily="2" charset="0"/>
                <a:cs typeface="Myanmar Text" panose="020B0502040204020203" pitchFamily="34" charset="0"/>
              </a:rPr>
              <a:t>(</a:t>
            </a:r>
            <a:r>
              <a:rPr lang="nl-NL" sz="1200" dirty="0">
                <a:hlinkClick r:id="rId3"/>
              </a:rPr>
              <a:t>MIM - Metamodel Informatie Modellering (geostandaarden.nl)</a:t>
            </a:r>
            <a:r>
              <a:rPr lang="nl-NL" sz="1800" dirty="0">
                <a:solidFill>
                  <a:srgbClr val="3C3C3C"/>
                </a:solidFill>
                <a:effectLst/>
                <a:latin typeface="Tenorite" panose="00000500000000000000" pitchFamily="2" charset="0"/>
                <a:ea typeface="Tenorite" panose="00000500000000000000" pitchFamily="2" charset="0"/>
                <a:cs typeface="Myanmar Text" panose="020B0502040204020203" pitchFamily="34" charset="0"/>
              </a:rPr>
              <a:t> )</a:t>
            </a:r>
          </a:p>
          <a:p>
            <a:endParaRPr lang="nl-NL" dirty="0"/>
          </a:p>
        </p:txBody>
      </p:sp>
      <p:sp>
        <p:nvSpPr>
          <p:cNvPr id="4" name="Tijdelijke aanduiding voor dianummer 3">
            <a:extLst>
              <a:ext uri="{FF2B5EF4-FFF2-40B4-BE49-F238E27FC236}">
                <a16:creationId xmlns:a16="http://schemas.microsoft.com/office/drawing/2014/main" id="{8B5B9F12-30DF-A785-D54D-7884F7E7F8D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648B885-FF76-47CB-8BBD-27E7EBF07CA9}" type="slidenum">
              <a:rPr lang="nl-NL" smtClean="0"/>
              <a:t>16</a:t>
            </a:fld>
            <a:endParaRPr lang="nl-NL"/>
          </a:p>
        </p:txBody>
      </p:sp>
      <p:pic>
        <p:nvPicPr>
          <p:cNvPr id="3" name="Afbeelding 2">
            <a:extLst>
              <a:ext uri="{FF2B5EF4-FFF2-40B4-BE49-F238E27FC236}">
                <a16:creationId xmlns:a16="http://schemas.microsoft.com/office/drawing/2014/main" id="{4B2D1FB2-41F4-BD6A-2D97-2B8C35CAE89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770714" y="3357361"/>
            <a:ext cx="4934639" cy="2886478"/>
          </a:xfrm>
          <a:prstGeom prst="rect">
            <a:avLst/>
          </a:prstGeom>
        </p:spPr>
      </p:pic>
      <p:sp>
        <p:nvSpPr>
          <p:cNvPr id="7" name="Rechthoek 6">
            <a:extLst>
              <a:ext uri="{FF2B5EF4-FFF2-40B4-BE49-F238E27FC236}">
                <a16:creationId xmlns:a16="http://schemas.microsoft.com/office/drawing/2014/main" id="{92756721-2F10-36DA-C288-758EA0758872}"/>
              </a:ext>
            </a:extLst>
          </p:cNvPr>
          <p:cNvSpPr/>
          <p:nvPr/>
        </p:nvSpPr>
        <p:spPr>
          <a:xfrm>
            <a:off x="6770714" y="3429000"/>
            <a:ext cx="4727380" cy="2886478"/>
          </a:xfrm>
          <a:prstGeom prst="rect">
            <a:avLst/>
          </a:prstGeom>
          <a:noFill/>
          <a:ln w="25400">
            <a:solidFill>
              <a:schemeClr val="accent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1095002877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el 4">
            <a:extLst>
              <a:ext uri="{FF2B5EF4-FFF2-40B4-BE49-F238E27FC236}">
                <a16:creationId xmlns:a16="http://schemas.microsoft.com/office/drawing/2014/main" id="{AB366677-D3E4-33CA-69A2-9C8DFCDE968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nl-NL" dirty="0"/>
              <a:t>Community                             </a:t>
            </a:r>
            <a:r>
              <a:rPr lang="nl-NL" sz="2800" dirty="0"/>
              <a:t>(mim-community.nl) </a:t>
            </a:r>
            <a:endParaRPr lang="nl-NL" dirty="0"/>
          </a:p>
        </p:txBody>
      </p:sp>
      <p:sp>
        <p:nvSpPr>
          <p:cNvPr id="6" name="Tijdelijke aanduiding voor inhoud 5">
            <a:extLst>
              <a:ext uri="{FF2B5EF4-FFF2-40B4-BE49-F238E27FC236}">
                <a16:creationId xmlns:a16="http://schemas.microsoft.com/office/drawing/2014/main" id="{48A073F5-A938-6CD5-3F60-58270FB09999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300038" y="1520825"/>
            <a:ext cx="6382864" cy="4932363"/>
          </a:xfrm>
        </p:spPr>
        <p:txBody>
          <a:bodyPr>
            <a:normAutofit/>
          </a:bodyPr>
          <a:lstStyle/>
          <a:p>
            <a:pPr marL="0" lvl="0" indent="0">
              <a:lnSpc>
                <a:spcPct val="107000"/>
              </a:lnSpc>
              <a:buNone/>
            </a:pPr>
            <a:r>
              <a:rPr lang="nl-NL" dirty="0">
                <a:solidFill>
                  <a:srgbClr val="3C3C3C"/>
                </a:solidFill>
                <a:latin typeface="Tenorite" panose="00000500000000000000" pitchFamily="2" charset="0"/>
                <a:ea typeface="Tenorite" panose="00000500000000000000" pitchFamily="2" charset="0"/>
                <a:cs typeface="Myanmar Text" panose="020B0502040204020203" pitchFamily="34" charset="0"/>
              </a:rPr>
              <a:t>Grote groep partijen die het toepassen, zoals:</a:t>
            </a:r>
          </a:p>
          <a:p>
            <a:pPr marL="342900" lvl="0" indent="-342900">
              <a:lnSpc>
                <a:spcPct val="107000"/>
              </a:lnSpc>
              <a:buFont typeface="Symbol" panose="05050102010706020507" pitchFamily="18" charset="2"/>
              <a:buChar char=""/>
            </a:pPr>
            <a:r>
              <a:rPr lang="nl-NL" dirty="0">
                <a:solidFill>
                  <a:srgbClr val="3C3C3C"/>
                </a:solidFill>
                <a:effectLst/>
                <a:latin typeface="Tenorite" panose="00000500000000000000" pitchFamily="2" charset="0"/>
                <a:ea typeface="Tenorite" panose="00000500000000000000" pitchFamily="2" charset="0"/>
                <a:cs typeface="Myanmar Text" panose="020B0502040204020203" pitchFamily="34" charset="0"/>
              </a:rPr>
              <a:t>Kadaster</a:t>
            </a:r>
          </a:p>
          <a:p>
            <a:pPr marL="342900" lvl="0" indent="-342900">
              <a:lnSpc>
                <a:spcPct val="107000"/>
              </a:lnSpc>
              <a:buFont typeface="Symbol" panose="05050102010706020507" pitchFamily="18" charset="2"/>
              <a:buChar char=""/>
            </a:pPr>
            <a:r>
              <a:rPr lang="nl-NL" dirty="0">
                <a:solidFill>
                  <a:srgbClr val="3C3C3C"/>
                </a:solidFill>
                <a:latin typeface="Tenorite" panose="00000500000000000000" pitchFamily="2" charset="0"/>
                <a:ea typeface="Tenorite" panose="00000500000000000000" pitchFamily="2" charset="0"/>
                <a:cs typeface="Myanmar Text" panose="020B0502040204020203" pitchFamily="34" charset="0"/>
              </a:rPr>
              <a:t>VNG</a:t>
            </a:r>
          </a:p>
          <a:p>
            <a:pPr marL="342900" lvl="0" indent="-342900">
              <a:lnSpc>
                <a:spcPct val="107000"/>
              </a:lnSpc>
              <a:buFont typeface="Symbol" panose="05050102010706020507" pitchFamily="18" charset="2"/>
              <a:buChar char=""/>
            </a:pPr>
            <a:r>
              <a:rPr lang="nl-NL" dirty="0">
                <a:solidFill>
                  <a:srgbClr val="3C3C3C"/>
                </a:solidFill>
                <a:effectLst/>
                <a:latin typeface="Tenorite" panose="00000500000000000000" pitchFamily="2" charset="0"/>
                <a:ea typeface="Tenorite" panose="00000500000000000000" pitchFamily="2" charset="0"/>
                <a:cs typeface="Myanmar Text" panose="020B0502040204020203" pitchFamily="34" charset="0"/>
              </a:rPr>
              <a:t>Geonovum</a:t>
            </a:r>
          </a:p>
          <a:p>
            <a:pPr marL="342900" lvl="0" indent="-342900">
              <a:lnSpc>
                <a:spcPct val="107000"/>
              </a:lnSpc>
              <a:buFont typeface="Symbol" panose="05050102010706020507" pitchFamily="18" charset="2"/>
              <a:buChar char=""/>
            </a:pPr>
            <a:r>
              <a:rPr lang="nl-NL" dirty="0">
                <a:solidFill>
                  <a:srgbClr val="3C3C3C"/>
                </a:solidFill>
                <a:latin typeface="Tenorite" panose="00000500000000000000" pitchFamily="2" charset="0"/>
                <a:ea typeface="Tenorite" panose="00000500000000000000" pitchFamily="2" charset="0"/>
                <a:cs typeface="Myanmar Text" panose="020B0502040204020203" pitchFamily="34" charset="0"/>
              </a:rPr>
              <a:t>Belastingdienst</a:t>
            </a:r>
          </a:p>
          <a:p>
            <a:pPr marL="342900" lvl="0" indent="-342900">
              <a:lnSpc>
                <a:spcPct val="107000"/>
              </a:lnSpc>
              <a:buFont typeface="Symbol" panose="05050102010706020507" pitchFamily="18" charset="2"/>
              <a:buChar char=""/>
            </a:pPr>
            <a:r>
              <a:rPr lang="nl-NL" dirty="0">
                <a:solidFill>
                  <a:srgbClr val="3C3C3C"/>
                </a:solidFill>
                <a:effectLst/>
                <a:latin typeface="Tenorite" panose="00000500000000000000" pitchFamily="2" charset="0"/>
                <a:ea typeface="Tenorite" panose="00000500000000000000" pitchFamily="2" charset="0"/>
                <a:cs typeface="Myanmar Text" panose="020B0502040204020203" pitchFamily="34" charset="0"/>
              </a:rPr>
              <a:t>BZK – DSO (omgevingswet)</a:t>
            </a:r>
          </a:p>
          <a:p>
            <a:pPr marL="342900" lvl="0" indent="-342900">
              <a:lnSpc>
                <a:spcPct val="107000"/>
              </a:lnSpc>
              <a:buFont typeface="Symbol" panose="05050102010706020507" pitchFamily="18" charset="2"/>
              <a:buChar char=""/>
            </a:pPr>
            <a:r>
              <a:rPr lang="nl-NL" dirty="0">
                <a:solidFill>
                  <a:srgbClr val="3C3C3C"/>
                </a:solidFill>
                <a:latin typeface="Tenorite" panose="00000500000000000000" pitchFamily="2" charset="0"/>
                <a:ea typeface="Tenorite" panose="00000500000000000000" pitchFamily="2" charset="0"/>
                <a:cs typeface="Myanmar Text" panose="020B0502040204020203" pitchFamily="34" charset="0"/>
              </a:rPr>
              <a:t>BZK – TNO – Basisregistratie Ondergrond</a:t>
            </a:r>
          </a:p>
          <a:p>
            <a:pPr marL="342900" lvl="0" indent="-342900">
              <a:lnSpc>
                <a:spcPct val="107000"/>
              </a:lnSpc>
              <a:buFont typeface="Symbol" panose="05050102010706020507" pitchFamily="18" charset="2"/>
              <a:buChar char=""/>
            </a:pPr>
            <a:r>
              <a:rPr lang="nl-NL" dirty="0">
                <a:solidFill>
                  <a:srgbClr val="3C3C3C"/>
                </a:solidFill>
                <a:effectLst/>
                <a:latin typeface="Tenorite" panose="00000500000000000000" pitchFamily="2" charset="0"/>
                <a:ea typeface="Tenorite" panose="00000500000000000000" pitchFamily="2" charset="0"/>
                <a:cs typeface="Myanmar Text" panose="020B0502040204020203" pitchFamily="34" charset="0"/>
              </a:rPr>
              <a:t>BZK – Zicht op Nederland</a:t>
            </a:r>
          </a:p>
          <a:p>
            <a:endParaRPr lang="nl-NL" dirty="0"/>
          </a:p>
        </p:txBody>
      </p:sp>
      <p:sp>
        <p:nvSpPr>
          <p:cNvPr id="2" name="Tijdelijke aanduiding voor inhoud 1">
            <a:extLst>
              <a:ext uri="{FF2B5EF4-FFF2-40B4-BE49-F238E27FC236}">
                <a16:creationId xmlns:a16="http://schemas.microsoft.com/office/drawing/2014/main" id="{50EF793B-A2A9-20C8-CD5A-42B06C50C12A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682902" y="2007879"/>
            <a:ext cx="4304319" cy="4360196"/>
          </a:xfrm>
        </p:spPr>
        <p:txBody>
          <a:bodyPr/>
          <a:lstStyle/>
          <a:p>
            <a:pPr marL="342900" lvl="0" indent="-342900">
              <a:lnSpc>
                <a:spcPct val="107000"/>
              </a:lnSpc>
              <a:buFont typeface="Symbol" panose="05050102010706020507" pitchFamily="18" charset="2"/>
              <a:buChar char=""/>
            </a:pPr>
            <a:r>
              <a:rPr lang="nl-NL" sz="2400" dirty="0">
                <a:solidFill>
                  <a:srgbClr val="3C3C3C"/>
                </a:solidFill>
                <a:latin typeface="Tenorite" panose="00000500000000000000" pitchFamily="2" charset="0"/>
                <a:ea typeface="Tenorite" panose="00000500000000000000" pitchFamily="2" charset="0"/>
                <a:cs typeface="Myanmar Text" panose="020B0502040204020203" pitchFamily="34" charset="0"/>
              </a:rPr>
              <a:t>Waarderingskamer</a:t>
            </a:r>
          </a:p>
          <a:p>
            <a:pPr marL="342900" lvl="0" indent="-342900">
              <a:lnSpc>
                <a:spcPct val="107000"/>
              </a:lnSpc>
              <a:buFont typeface="Symbol" panose="05050102010706020507" pitchFamily="18" charset="2"/>
              <a:buChar char=""/>
            </a:pPr>
            <a:r>
              <a:rPr lang="nl-NL" sz="2400" dirty="0">
                <a:solidFill>
                  <a:srgbClr val="3C3C3C"/>
                </a:solidFill>
                <a:effectLst/>
                <a:latin typeface="Tenorite" panose="00000500000000000000" pitchFamily="2" charset="0"/>
                <a:ea typeface="Tenorite" panose="00000500000000000000" pitchFamily="2" charset="0"/>
                <a:cs typeface="Myanmar Text" panose="020B0502040204020203" pitchFamily="34" charset="0"/>
              </a:rPr>
              <a:t>DUO</a:t>
            </a:r>
          </a:p>
          <a:p>
            <a:pPr marL="342900" lvl="0" indent="-342900">
              <a:lnSpc>
                <a:spcPct val="107000"/>
              </a:lnSpc>
              <a:buFont typeface="Symbol" panose="05050102010706020507" pitchFamily="18" charset="2"/>
              <a:buChar char=""/>
            </a:pPr>
            <a:r>
              <a:rPr lang="nl-NL" sz="2400" dirty="0">
                <a:solidFill>
                  <a:srgbClr val="3C3C3C"/>
                </a:solidFill>
                <a:latin typeface="Tenorite" panose="00000500000000000000" pitchFamily="2" charset="0"/>
                <a:ea typeface="Tenorite" panose="00000500000000000000" pitchFamily="2" charset="0"/>
                <a:cs typeface="Myanmar Text" panose="020B0502040204020203" pitchFamily="34" charset="0"/>
              </a:rPr>
              <a:t>Onderwijsketen</a:t>
            </a:r>
          </a:p>
          <a:p>
            <a:pPr marL="342900" lvl="0" indent="-342900">
              <a:lnSpc>
                <a:spcPct val="107000"/>
              </a:lnSpc>
              <a:buFont typeface="Symbol" panose="05050102010706020507" pitchFamily="18" charset="2"/>
              <a:buChar char=""/>
            </a:pPr>
            <a:r>
              <a:rPr lang="nl-NL" sz="2400" dirty="0">
                <a:solidFill>
                  <a:srgbClr val="3C3C3C"/>
                </a:solidFill>
                <a:latin typeface="Tenorite" panose="00000500000000000000" pitchFamily="2" charset="0"/>
                <a:ea typeface="Tenorite" panose="00000500000000000000" pitchFamily="2" charset="0"/>
                <a:cs typeface="Myanmar Text" panose="020B0502040204020203" pitchFamily="34" charset="0"/>
              </a:rPr>
              <a:t>Politie</a:t>
            </a:r>
          </a:p>
          <a:p>
            <a:pPr marL="342900" lvl="0" indent="-342900">
              <a:lnSpc>
                <a:spcPct val="107000"/>
              </a:lnSpc>
              <a:buFont typeface="Symbol" panose="05050102010706020507" pitchFamily="18" charset="2"/>
              <a:buChar char=""/>
            </a:pPr>
            <a:r>
              <a:rPr lang="nl-NL" sz="2400" dirty="0">
                <a:solidFill>
                  <a:srgbClr val="3C3C3C"/>
                </a:solidFill>
                <a:effectLst/>
                <a:latin typeface="Tenorite" panose="00000500000000000000" pitchFamily="2" charset="0"/>
                <a:ea typeface="Tenorite" panose="00000500000000000000" pitchFamily="2" charset="0"/>
                <a:cs typeface="Myanmar Text" panose="020B0502040204020203" pitchFamily="34" charset="0"/>
              </a:rPr>
              <a:t>Justitie</a:t>
            </a:r>
          </a:p>
          <a:p>
            <a:pPr marL="342900" lvl="0" indent="-342900">
              <a:lnSpc>
                <a:spcPct val="107000"/>
              </a:lnSpc>
              <a:buFont typeface="Symbol" panose="05050102010706020507" pitchFamily="18" charset="2"/>
              <a:buChar char=""/>
            </a:pPr>
            <a:r>
              <a:rPr lang="nl-NL" sz="2400" dirty="0">
                <a:solidFill>
                  <a:srgbClr val="3C3C3C"/>
                </a:solidFill>
                <a:latin typeface="Tenorite" panose="00000500000000000000" pitchFamily="2" charset="0"/>
                <a:ea typeface="Tenorite" panose="00000500000000000000" pitchFamily="2" charset="0"/>
                <a:cs typeface="Myanmar Text" panose="020B0502040204020203" pitchFamily="34" charset="0"/>
              </a:rPr>
              <a:t>KNB</a:t>
            </a:r>
          </a:p>
          <a:p>
            <a:pPr marL="342900" lvl="0" indent="-342900">
              <a:lnSpc>
                <a:spcPct val="107000"/>
              </a:lnSpc>
              <a:buFont typeface="Symbol" panose="05050102010706020507" pitchFamily="18" charset="2"/>
              <a:buChar char=""/>
            </a:pPr>
            <a:r>
              <a:rPr lang="nl-NL" sz="2400" dirty="0" err="1">
                <a:solidFill>
                  <a:srgbClr val="3C3C3C"/>
                </a:solidFill>
                <a:effectLst/>
                <a:latin typeface="Tenorite" panose="00000500000000000000" pitchFamily="2" charset="0"/>
                <a:ea typeface="Tenorite" panose="00000500000000000000" pitchFamily="2" charset="0"/>
                <a:cs typeface="Myanmar Text" panose="020B0502040204020203" pitchFamily="34" charset="0"/>
              </a:rPr>
              <a:t>Etc</a:t>
            </a:r>
            <a:r>
              <a:rPr lang="nl-NL" sz="2400" dirty="0">
                <a:solidFill>
                  <a:srgbClr val="3C3C3C"/>
                </a:solidFill>
                <a:effectLst/>
                <a:latin typeface="Tenorite" panose="00000500000000000000" pitchFamily="2" charset="0"/>
                <a:ea typeface="Tenorite" panose="00000500000000000000" pitchFamily="2" charset="0"/>
                <a:cs typeface="Myanmar Text" panose="020B0502040204020203" pitchFamily="34" charset="0"/>
              </a:rPr>
              <a:t>, </a:t>
            </a:r>
            <a:r>
              <a:rPr lang="nl-NL" sz="2400" dirty="0" err="1">
                <a:solidFill>
                  <a:srgbClr val="3C3C3C"/>
                </a:solidFill>
                <a:effectLst/>
                <a:latin typeface="Tenorite" panose="00000500000000000000" pitchFamily="2" charset="0"/>
                <a:ea typeface="Tenorite" panose="00000500000000000000" pitchFamily="2" charset="0"/>
                <a:cs typeface="Myanmar Text" panose="020B0502040204020203" pitchFamily="34" charset="0"/>
              </a:rPr>
              <a:t>etc</a:t>
            </a:r>
            <a:endParaRPr lang="nl-NL" sz="2400" dirty="0">
              <a:solidFill>
                <a:srgbClr val="3C3C3C"/>
              </a:solidFill>
              <a:effectLst/>
              <a:latin typeface="Tenorite" panose="00000500000000000000" pitchFamily="2" charset="0"/>
              <a:ea typeface="Tenorite" panose="00000500000000000000" pitchFamily="2" charset="0"/>
              <a:cs typeface="Myanmar Text" panose="020B0502040204020203" pitchFamily="34" charset="0"/>
            </a:endParaRPr>
          </a:p>
          <a:p>
            <a:endParaRPr lang="nl-NL" dirty="0"/>
          </a:p>
        </p:txBody>
      </p:sp>
      <p:sp>
        <p:nvSpPr>
          <p:cNvPr id="4" name="Tijdelijke aanduiding voor dianummer 3">
            <a:extLst>
              <a:ext uri="{FF2B5EF4-FFF2-40B4-BE49-F238E27FC236}">
                <a16:creationId xmlns:a16="http://schemas.microsoft.com/office/drawing/2014/main" id="{8B5B9F12-30DF-A785-D54D-7884F7E7F8D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648B885-FF76-47CB-8BBD-27E7EBF07CA9}" type="slidenum">
              <a:rPr lang="nl-NL" smtClean="0"/>
              <a:t>17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1329269755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el 4">
            <a:extLst>
              <a:ext uri="{FF2B5EF4-FFF2-40B4-BE49-F238E27FC236}">
                <a16:creationId xmlns:a16="http://schemas.microsoft.com/office/drawing/2014/main" id="{AEFCD52F-4E37-85FA-54CD-36253F286BE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nl-NL" dirty="0"/>
              <a:t>Op weg naar MIM 2.0</a:t>
            </a:r>
          </a:p>
        </p:txBody>
      </p:sp>
      <p:sp>
        <p:nvSpPr>
          <p:cNvPr id="4" name="Tijdelijke aanduiding voor dianummer 3">
            <a:extLst>
              <a:ext uri="{FF2B5EF4-FFF2-40B4-BE49-F238E27FC236}">
                <a16:creationId xmlns:a16="http://schemas.microsoft.com/office/drawing/2014/main" id="{424A3128-B597-4299-0381-8ED42D14A8B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648B885-FF76-47CB-8BBD-27E7EBF07CA9}" type="slidenum">
              <a:rPr lang="nl-NL" smtClean="0"/>
              <a:t>18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4069659024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D4623A7B-A05E-859E-803C-0243FFFAF31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nl-NL" dirty="0"/>
              <a:t>MIM: Op weg naar 2.0</a:t>
            </a:r>
          </a:p>
        </p:txBody>
      </p:sp>
      <p:sp>
        <p:nvSpPr>
          <p:cNvPr id="3" name="Tijdelijke aanduiding voor inhoud 2">
            <a:extLst>
              <a:ext uri="{FF2B5EF4-FFF2-40B4-BE49-F238E27FC236}">
                <a16:creationId xmlns:a16="http://schemas.microsoft.com/office/drawing/2014/main" id="{AE28E926-9711-4629-0C5E-D5DE63D40BF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nl-NL" dirty="0"/>
              <a:t>Waar willen we heen</a:t>
            </a:r>
          </a:p>
          <a:p>
            <a:pPr lvl="1"/>
            <a:r>
              <a:rPr lang="nl-NL" dirty="0"/>
              <a:t>Een volgende stap in volwassenheid, samen met de MIM community</a:t>
            </a:r>
          </a:p>
          <a:p>
            <a:r>
              <a:rPr lang="nl-NL" dirty="0"/>
              <a:t>Planning 2.0</a:t>
            </a:r>
          </a:p>
          <a:p>
            <a:pPr lvl="1"/>
            <a:r>
              <a:rPr lang="nl-NL" dirty="0"/>
              <a:t>2024 – visie, met expertgroep en community</a:t>
            </a:r>
          </a:p>
          <a:p>
            <a:pPr lvl="1"/>
            <a:r>
              <a:rPr lang="nl-NL" dirty="0"/>
              <a:t>2025 – ontwerp en ontwikkeling</a:t>
            </a:r>
          </a:p>
          <a:p>
            <a:pPr lvl="1"/>
            <a:r>
              <a:rPr lang="nl-NL" dirty="0"/>
              <a:t>2026 – oplevering en vaststelling</a:t>
            </a:r>
          </a:p>
          <a:p>
            <a:endParaRPr lang="nl-NL" dirty="0"/>
          </a:p>
        </p:txBody>
      </p:sp>
      <p:sp>
        <p:nvSpPr>
          <p:cNvPr id="4" name="Tijdelijke aanduiding voor dianummer 3">
            <a:extLst>
              <a:ext uri="{FF2B5EF4-FFF2-40B4-BE49-F238E27FC236}">
                <a16:creationId xmlns:a16="http://schemas.microsoft.com/office/drawing/2014/main" id="{7D519F51-1AFC-AF1E-C6EB-85956A3F5A0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648B885-FF76-47CB-8BBD-27E7EBF07CA9}" type="slidenum">
              <a:rPr lang="nl-NL" smtClean="0"/>
              <a:t>19</a:t>
            </a:fld>
            <a:endParaRPr lang="nl-NL"/>
          </a:p>
        </p:txBody>
      </p:sp>
      <p:pic>
        <p:nvPicPr>
          <p:cNvPr id="6" name="Afbeelding 5">
            <a:extLst>
              <a:ext uri="{FF2B5EF4-FFF2-40B4-BE49-F238E27FC236}">
                <a16:creationId xmlns:a16="http://schemas.microsoft.com/office/drawing/2014/main" id="{D9C3D850-BA35-D560-C059-4A8D4F5EC44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66562" y="3318614"/>
            <a:ext cx="4621331" cy="300010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40384359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el 3">
            <a:extLst>
              <a:ext uri="{FF2B5EF4-FFF2-40B4-BE49-F238E27FC236}">
                <a16:creationId xmlns:a16="http://schemas.microsoft.com/office/drawing/2014/main" id="{CACBE8CC-58DC-1303-F27C-EB90E74D65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nl-NL" dirty="0"/>
              <a:t>Bedankt!</a:t>
            </a:r>
          </a:p>
        </p:txBody>
      </p:sp>
    </p:spTree>
    <p:extLst>
      <p:ext uri="{BB962C8B-B14F-4D97-AF65-F5344CB8AC3E}">
        <p14:creationId xmlns:p14="http://schemas.microsoft.com/office/powerpoint/2010/main" val="430122001"/>
      </p:ext>
    </p:extLst>
  </p:cSld>
  <p:clrMapOvr>
    <a:masterClrMapping/>
  </p:clrMapOvr>
</p:sld>
</file>

<file path=ppt/theme/theme1.xml><?xml version="1.0" encoding="utf-8"?>
<a:theme xmlns:a="http://schemas.openxmlformats.org/drawingml/2006/main" name="Geonovum">
  <a:themeElements>
    <a:clrScheme name="Geonovum 2022">
      <a:dk1>
        <a:srgbClr val="3C3C3C"/>
      </a:dk1>
      <a:lt1>
        <a:sysClr val="window" lastClr="FFFFFF"/>
      </a:lt1>
      <a:dk2>
        <a:srgbClr val="64686B"/>
      </a:dk2>
      <a:lt2>
        <a:srgbClr val="EEEEEE"/>
      </a:lt2>
      <a:accent1>
        <a:srgbClr val="97C00E"/>
      </a:accent1>
      <a:accent2>
        <a:srgbClr val="64686B"/>
      </a:accent2>
      <a:accent3>
        <a:srgbClr val="0085C6"/>
      </a:accent3>
      <a:accent4>
        <a:srgbClr val="97C00E"/>
      </a:accent4>
      <a:accent5>
        <a:srgbClr val="64686B"/>
      </a:accent5>
      <a:accent6>
        <a:srgbClr val="0085C6"/>
      </a:accent6>
      <a:hlink>
        <a:srgbClr val="0085C6"/>
      </a:hlink>
      <a:folHlink>
        <a:srgbClr val="64686B"/>
      </a:folHlink>
    </a:clrScheme>
    <a:fontScheme name="Geonovum 2022">
      <a:majorFont>
        <a:latin typeface="Tenorite"/>
        <a:ea typeface=""/>
        <a:cs typeface=""/>
      </a:majorFont>
      <a:minorFont>
        <a:latin typeface="Tenorite"/>
        <a:ea typeface=""/>
        <a:cs typeface=""/>
      </a:minorFont>
    </a:fontScheme>
    <a:fmtScheme name="Kantoor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ln>
          <a:noFill/>
        </a:ln>
      </a:spPr>
      <a:bodyPr rtlCol="0" anchor="ctr"/>
      <a:lstStyle>
        <a:defPPr algn="ctr">
          <a:defRPr/>
        </a:defPPr>
      </a:lstStyle>
      <a:style>
        <a:lnRef idx="2">
          <a:schemeClr val="accent1">
            <a:shade val="50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</a:objectDefaults>
  <a:extraClrSchemeLst/>
  <a:extLst>
    <a:ext uri="{05A4C25C-085E-4340-85A3-A5531E510DB2}">
      <thm15:themeFamily xmlns:thm15="http://schemas.microsoft.com/office/thememl/2012/main" name="Geonovum Presentatie Leeg" id="{716796FB-ADAB-4D00-9236-B46152BFB9EE}" vid="{5F87CC6B-FD91-4B34-9A3F-79D51A67B325}"/>
    </a:ext>
  </a:extLst>
</a:theme>
</file>

<file path=ppt/theme/theme2.xml><?xml version="1.0" encoding="utf-8"?>
<a:theme xmlns:a="http://schemas.openxmlformats.org/drawingml/2006/main" name="Kantoorthema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TaxCatchAll xmlns="86b5f7f7-2f15-447a-b5f6-1e4312ec3a6d" xsi:nil="true"/>
    <lcf76f155ced4ddcb4097134ff3c332f xmlns="385505e6-e5d7-4f1a-b335-045f4e6272b3">
      <Terms xmlns="http://schemas.microsoft.com/office/infopath/2007/PartnerControls"/>
    </lcf76f155ced4ddcb4097134ff3c332f>
  </documentManagement>
</p:properties>
</file>

<file path=customXml/item2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216A073BBB3FB3429D87D77C40313058" ma:contentTypeVersion="19" ma:contentTypeDescription="Een nieuw document maken." ma:contentTypeScope="" ma:versionID="9e249722b5e218343ac4fab273413c12">
  <xsd:schema xmlns:xsd="http://www.w3.org/2001/XMLSchema" xmlns:xs="http://www.w3.org/2001/XMLSchema" xmlns:p="http://schemas.microsoft.com/office/2006/metadata/properties" xmlns:ns2="385505e6-e5d7-4f1a-b335-045f4e6272b3" xmlns:ns3="86b5f7f7-2f15-447a-b5f6-1e4312ec3a6d" targetNamespace="http://schemas.microsoft.com/office/2006/metadata/properties" ma:root="true" ma:fieldsID="f0464eddd8f84469bcd94f36b09069a7" ns2:_="" ns3:_="">
    <xsd:import namespace="385505e6-e5d7-4f1a-b335-045f4e6272b3"/>
    <xsd:import namespace="86b5f7f7-2f15-447a-b5f6-1e4312ec3a6d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MediaServiceDateTaken" minOccurs="0"/>
                <xsd:element ref="ns2:MediaServiceAutoTags" minOccurs="0"/>
                <xsd:element ref="ns2:MediaLengthInSeconds" minOccurs="0"/>
                <xsd:element ref="ns3:SharedWithUsers" minOccurs="0"/>
                <xsd:element ref="ns3:SharedWithDetails" minOccurs="0"/>
                <xsd:element ref="ns2:MediaServiceAutoKeyPoints" minOccurs="0"/>
                <xsd:element ref="ns2:MediaServiceKeyPoints" minOccurs="0"/>
                <xsd:element ref="ns2:lcf76f155ced4ddcb4097134ff3c332f" minOccurs="0"/>
                <xsd:element ref="ns3:TaxCatchAll" minOccurs="0"/>
                <xsd:element ref="ns2:MediaServiceOCR" minOccurs="0"/>
                <xsd:element ref="ns2:MediaServiceGenerationTime" minOccurs="0"/>
                <xsd:element ref="ns2:MediaServiceEventHashCode" minOccurs="0"/>
                <xsd:element ref="ns2:MediaServiceObjectDetectorVersions" minOccurs="0"/>
                <xsd:element ref="ns2:MediaServiceSearchProperties" minOccurs="0"/>
                <xsd:element ref="ns2:MediaServiceBillingMetadata" minOccurs="0"/>
                <xsd:element ref="ns2:MediaServiceLocation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385505e6-e5d7-4f1a-b335-045f4e6272b3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DateTaken" ma:index="10" nillable="true" ma:displayName="MediaServiceDateTaken" ma:hidden="true" ma:internalName="MediaServiceDateTaken" ma:readOnly="true">
      <xsd:simpleType>
        <xsd:restriction base="dms:Text"/>
      </xsd:simpleType>
    </xsd:element>
    <xsd:element name="MediaServiceAutoTags" ma:index="11" nillable="true" ma:displayName="Tags" ma:internalName="MediaServiceAutoTags" ma:readOnly="true">
      <xsd:simpleType>
        <xsd:restriction base="dms:Text"/>
      </xsd:simpleType>
    </xsd:element>
    <xsd:element name="MediaLengthInSeconds" ma:index="12" nillable="true" ma:displayName="MediaLengthInSeconds" ma:hidden="true" ma:internalName="MediaLengthInSeconds" ma:readOnly="true">
      <xsd:simpleType>
        <xsd:restriction base="dms:Unknown"/>
      </xsd:simpleType>
    </xsd:element>
    <xsd:element name="MediaServiceAutoKeyPoints" ma:index="15" nillable="true" ma:displayName="MediaServiceAutoKeyPoints" ma:hidden="true" ma:internalName="MediaServiceAutoKeyPoints" ma:readOnly="true">
      <xsd:simpleType>
        <xsd:restriction base="dms:Note"/>
      </xsd:simpleType>
    </xsd:element>
    <xsd:element name="MediaServiceKeyPoints" ma:index="16" nillable="true" ma:displayName="KeyPoints" ma:internalName="MediaServiceKeyPoints" ma:readOnly="true">
      <xsd:simpleType>
        <xsd:restriction base="dms:Note">
          <xsd:maxLength value="255"/>
        </xsd:restriction>
      </xsd:simpleType>
    </xsd:element>
    <xsd:element name="lcf76f155ced4ddcb4097134ff3c332f" ma:index="18" nillable="true" ma:taxonomy="true" ma:internalName="lcf76f155ced4ddcb4097134ff3c332f" ma:taxonomyFieldName="MediaServiceImageTags" ma:displayName="Afbeeldingtags" ma:readOnly="false" ma:fieldId="{5cf76f15-5ced-4ddc-b409-7134ff3c332f}" ma:taxonomyMulti="true" ma:sspId="ece1ab0c-3d38-4605-9abd-f7fc75f3b073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  <xsd:element name="MediaServiceOCR" ma:index="20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  <xsd:element name="MediaServiceGenerationTime" ma:index="21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22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ObjectDetectorVersions" ma:index="23" nillable="true" ma:displayName="MediaServiceObjectDetectorVersions" ma:hidden="true" ma:indexed="true" ma:internalName="MediaServiceObjectDetectorVersions" ma:readOnly="true">
      <xsd:simpleType>
        <xsd:restriction base="dms:Text"/>
      </xsd:simpleType>
    </xsd:element>
    <xsd:element name="MediaServiceSearchProperties" ma:index="24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MediaServiceBillingMetadata" ma:index="25" nillable="true" ma:displayName="MediaServiceBillingMetadata" ma:hidden="true" ma:internalName="MediaServiceBillingMetadata" ma:readOnly="true">
      <xsd:simpleType>
        <xsd:restriction base="dms:Note"/>
      </xsd:simpleType>
    </xsd:element>
    <xsd:element name="MediaServiceLocation" ma:index="26" nillable="true" ma:displayName="Location" ma:indexed="true" ma:internalName="MediaServiceLocation" ma:readOnly="true">
      <xsd:simpleType>
        <xsd:restriction base="dms:Text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86b5f7f7-2f15-447a-b5f6-1e4312ec3a6d" elementFormDefault="qualified">
    <xsd:import namespace="http://schemas.microsoft.com/office/2006/documentManagement/types"/>
    <xsd:import namespace="http://schemas.microsoft.com/office/infopath/2007/PartnerControls"/>
    <xsd:element name="SharedWithUsers" ma:index="13" nillable="true" ma:displayName="Gedeeld met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14" nillable="true" ma:displayName="Gedeeld met details" ma:internalName="SharedWithDetails" ma:readOnly="true">
      <xsd:simpleType>
        <xsd:restriction base="dms:Note">
          <xsd:maxLength value="255"/>
        </xsd:restriction>
      </xsd:simpleType>
    </xsd:element>
    <xsd:element name="TaxCatchAll" ma:index="19" nillable="true" ma:displayName="Taxonomy Catch All Column" ma:hidden="true" ma:list="{58b36c94-b9c1-4ed1-a4e5-64fd1c764bee}" ma:internalName="TaxCatchAll" ma:showField="CatchAllData" ma:web="86b5f7f7-2f15-447a-b5f6-1e4312ec3a6d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Inhoudstype"/>
        <xsd:element ref="dc:title" minOccurs="0" maxOccurs="1" ma:index="4" ma:displayName="Titel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3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Props1.xml><?xml version="1.0" encoding="utf-8"?>
<ds:datastoreItem xmlns:ds="http://schemas.openxmlformats.org/officeDocument/2006/customXml" ds:itemID="{87B8AD59-D75E-43C3-B552-374FFCAD4C0F}">
  <ds:schemaRefs>
    <ds:schemaRef ds:uri="http://schemas.microsoft.com/office/2006/metadata/properties"/>
    <ds:schemaRef ds:uri="http://purl.org/dc/elements/1.1/"/>
    <ds:schemaRef ds:uri="http://www.w3.org/XML/1998/namespace"/>
    <ds:schemaRef ds:uri="http://schemas.openxmlformats.org/package/2006/metadata/core-properties"/>
    <ds:schemaRef ds:uri="385505e6-e5d7-4f1a-b335-045f4e6272b3"/>
    <ds:schemaRef ds:uri="http://schemas.microsoft.com/office/2006/documentManagement/types"/>
    <ds:schemaRef ds:uri="http://purl.org/dc/terms/"/>
    <ds:schemaRef ds:uri="http://schemas.microsoft.com/office/infopath/2007/PartnerControls"/>
    <ds:schemaRef ds:uri="86b5f7f7-2f15-447a-b5f6-1e4312ec3a6d"/>
    <ds:schemaRef ds:uri="http://purl.org/dc/dcmitype/"/>
  </ds:schemaRefs>
</ds:datastoreItem>
</file>

<file path=customXml/itemProps2.xml><?xml version="1.0" encoding="utf-8"?>
<ds:datastoreItem xmlns:ds="http://schemas.openxmlformats.org/officeDocument/2006/customXml" ds:itemID="{B98FA32C-01B5-476F-827B-A9F707045CA6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385505e6-e5d7-4f1a-b335-045f4e6272b3"/>
    <ds:schemaRef ds:uri="86b5f7f7-2f15-447a-b5f6-1e4312ec3a6d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customXml/itemProps3.xml><?xml version="1.0" encoding="utf-8"?>
<ds:datastoreItem xmlns:ds="http://schemas.openxmlformats.org/officeDocument/2006/customXml" ds:itemID="{D3B85B07-3498-4351-9BBF-A5D797D93861}">
  <ds:schemaRefs>
    <ds:schemaRef ds:uri="http://schemas.microsoft.com/sharepoint/v3/contenttype/forms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emplate>Geonovum Presentatie Leeg</Template>
  <TotalTime>97</TotalTime>
  <Words>540</Words>
  <Application>Microsoft Office PowerPoint</Application>
  <PresentationFormat>Breedbeeld</PresentationFormat>
  <Paragraphs>141</Paragraphs>
  <Slides>20</Slides>
  <Notes>0</Notes>
  <HiddenSlides>0</HiddenSlides>
  <MMClips>0</MMClips>
  <ScaleCrop>false</ScaleCrop>
  <HeadingPairs>
    <vt:vector size="6" baseType="variant">
      <vt:variant>
        <vt:lpstr>Gebruikte lettertypen</vt:lpstr>
      </vt:variant>
      <vt:variant>
        <vt:i4>5</vt:i4>
      </vt:variant>
      <vt:variant>
        <vt:lpstr>Thema</vt:lpstr>
      </vt:variant>
      <vt:variant>
        <vt:i4>1</vt:i4>
      </vt:variant>
      <vt:variant>
        <vt:lpstr>Diatitels</vt:lpstr>
      </vt:variant>
      <vt:variant>
        <vt:i4>20</vt:i4>
      </vt:variant>
    </vt:vector>
  </HeadingPairs>
  <TitlesOfParts>
    <vt:vector size="26" baseType="lpstr">
      <vt:lpstr>Arial</vt:lpstr>
      <vt:lpstr>Calibri</vt:lpstr>
      <vt:lpstr>Symbol</vt:lpstr>
      <vt:lpstr>Tenorite</vt:lpstr>
      <vt:lpstr>Wingdings</vt:lpstr>
      <vt:lpstr>Geonovum</vt:lpstr>
      <vt:lpstr>MIM</vt:lpstr>
      <vt:lpstr>PowerPoint-presentatie</vt:lpstr>
      <vt:lpstr>Januari 2025 – MIM 2.0 visie document</vt:lpstr>
      <vt:lpstr>Planning</vt:lpstr>
      <vt:lpstr>Schets voor visievorming</vt:lpstr>
      <vt:lpstr>Werk in uitvoering</vt:lpstr>
      <vt:lpstr>Wat we gaan opleveren</vt:lpstr>
      <vt:lpstr>Invoeging Marco</vt:lpstr>
      <vt:lpstr>Schets metamodel MIM-CIM</vt:lpstr>
      <vt:lpstr>PowerPoint-presentatie</vt:lpstr>
      <vt:lpstr>PowerPoint-presentatie</vt:lpstr>
      <vt:lpstr>PowerPoint-presentatie</vt:lpstr>
      <vt:lpstr>MIM</vt:lpstr>
      <vt:lpstr>PowerPoint-presentatie</vt:lpstr>
      <vt:lpstr>Waar staan we nu?</vt:lpstr>
      <vt:lpstr>Terugblik – doorontwikkeling MIM</vt:lpstr>
      <vt:lpstr>Community                             (mim-community.nl) </vt:lpstr>
      <vt:lpstr>Op weg naar MIM 2.0</vt:lpstr>
      <vt:lpstr>MIM: Op weg naar 2.0</vt:lpstr>
      <vt:lpstr>Bedankt!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Dick Krijtenburg</dc:creator>
  <cp:lastModifiedBy>Paul Janssen</cp:lastModifiedBy>
  <cp:revision>4</cp:revision>
  <dcterms:created xsi:type="dcterms:W3CDTF">2024-07-16T06:40:59Z</dcterms:created>
  <dcterms:modified xsi:type="dcterms:W3CDTF">2026-01-28T10:07:36Z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0x010100216A073BBB3FB3429D87D77C40313058</vt:lpwstr>
  </property>
  <property fmtid="{D5CDD505-2E9C-101B-9397-08002B2CF9AE}" pid="3" name="MediaServiceImageTags">
    <vt:lpwstr/>
  </property>
</Properties>
</file>