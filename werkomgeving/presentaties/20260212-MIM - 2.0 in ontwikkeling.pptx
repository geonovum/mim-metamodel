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89" r:id="rId6"/>
    <p:sldId id="296" r:id="rId7"/>
    <p:sldId id="298" r:id="rId8"/>
    <p:sldId id="286" r:id="rId9"/>
    <p:sldId id="297" r:id="rId10"/>
    <p:sldId id="299" r:id="rId11"/>
    <p:sldId id="301" r:id="rId12"/>
    <p:sldId id="303" r:id="rId13"/>
    <p:sldId id="302" r:id="rId14"/>
    <p:sldId id="304" r:id="rId15"/>
    <p:sldId id="259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BE33C-715C-40DE-95E7-87486F5E8687}" v="85" dt="2026-01-28T09:46:57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Janssen" userId="b62697e8-e7f0-48fe-b701-a5c7b17d8ebc" providerId="ADAL" clId="{C64928A8-8851-437C-AC72-37317CA4FBF0}"/>
    <pc:docChg chg="custSel addSld delSld modSld sldOrd">
      <pc:chgData name="Paul Janssen" userId="b62697e8-e7f0-48fe-b701-a5c7b17d8ebc" providerId="ADAL" clId="{C64928A8-8851-437C-AC72-37317CA4FBF0}" dt="2026-01-28T10:07:26.984" v="1163" actId="6549"/>
      <pc:docMkLst>
        <pc:docMk/>
      </pc:docMkLst>
      <pc:sldChg chg="modSp mod">
        <pc:chgData name="Paul Janssen" userId="b62697e8-e7f0-48fe-b701-a5c7b17d8ebc" providerId="ADAL" clId="{C64928A8-8851-437C-AC72-37317CA4FBF0}" dt="2026-01-27T12:04:16.761" v="1039" actId="27636"/>
        <pc:sldMkLst>
          <pc:docMk/>
          <pc:sldMk cId="1730279639" sldId="256"/>
        </pc:sldMkLst>
        <pc:spChg chg="mod">
          <ac:chgData name="Paul Janssen" userId="b62697e8-e7f0-48fe-b701-a5c7b17d8ebc" providerId="ADAL" clId="{C64928A8-8851-437C-AC72-37317CA4FBF0}" dt="2026-01-27T12:04:16.761" v="1039" actId="27636"/>
          <ac:spMkLst>
            <pc:docMk/>
            <pc:sldMk cId="1730279639" sldId="256"/>
            <ac:spMk id="3" creationId="{C0D40446-620E-70AA-7430-FB70428A6B03}"/>
          </ac:spMkLst>
        </pc:spChg>
        <pc:spChg chg="mod">
          <ac:chgData name="Paul Janssen" userId="b62697e8-e7f0-48fe-b701-a5c7b17d8ebc" providerId="ADAL" clId="{C64928A8-8851-437C-AC72-37317CA4FBF0}" dt="2026-01-27T11:01:29.359" v="23" actId="6549"/>
          <ac:spMkLst>
            <pc:docMk/>
            <pc:sldMk cId="1730279639" sldId="256"/>
            <ac:spMk id="5" creationId="{70269E31-8424-519E-A74C-0E96976EA105}"/>
          </ac:spMkLst>
        </pc:spChg>
      </pc:sldChg>
      <pc:sldChg chg="modSp mod ord">
        <pc:chgData name="Paul Janssen" userId="b62697e8-e7f0-48fe-b701-a5c7b17d8ebc" providerId="ADAL" clId="{C64928A8-8851-437C-AC72-37317CA4FBF0}" dt="2026-01-28T10:07:26.984" v="1163" actId="6549"/>
        <pc:sldMkLst>
          <pc:docMk/>
          <pc:sldMk cId="954531295" sldId="286"/>
        </pc:sldMkLst>
        <pc:spChg chg="mod">
          <ac:chgData name="Paul Janssen" userId="b62697e8-e7f0-48fe-b701-a5c7b17d8ebc" providerId="ADAL" clId="{C64928A8-8851-437C-AC72-37317CA4FBF0}" dt="2026-01-28T10:07:26.984" v="1163" actId="6549"/>
          <ac:spMkLst>
            <pc:docMk/>
            <pc:sldMk cId="954531295" sldId="286"/>
            <ac:spMk id="6" creationId="{5C14EEB9-ACEB-88AD-E05E-2E9A8A69CBD5}"/>
          </ac:spMkLst>
        </pc:spChg>
      </pc:sldChg>
      <pc:sldChg chg="modSp mod">
        <pc:chgData name="Paul Janssen" userId="b62697e8-e7f0-48fe-b701-a5c7b17d8ebc" providerId="ADAL" clId="{C64928A8-8851-437C-AC72-37317CA4FBF0}" dt="2026-01-27T12:01:05.367" v="967" actId="27636"/>
        <pc:sldMkLst>
          <pc:docMk/>
          <pc:sldMk cId="1706522477" sldId="289"/>
        </pc:sldMkLst>
        <pc:spChg chg="mod">
          <ac:chgData name="Paul Janssen" userId="b62697e8-e7f0-48fe-b701-a5c7b17d8ebc" providerId="ADAL" clId="{C64928A8-8851-437C-AC72-37317CA4FBF0}" dt="2026-01-27T12:01:05.367" v="967" actId="27636"/>
          <ac:spMkLst>
            <pc:docMk/>
            <pc:sldMk cId="1706522477" sldId="289"/>
            <ac:spMk id="8" creationId="{A4E6323C-1F35-57DC-DE3D-72D338FB8EA2}"/>
          </ac:spMkLst>
        </pc:spChg>
        <pc:picChg chg="mod">
          <ac:chgData name="Paul Janssen" userId="b62697e8-e7f0-48fe-b701-a5c7b17d8ebc" providerId="ADAL" clId="{C64928A8-8851-437C-AC72-37317CA4FBF0}" dt="2026-01-27T11:03:11.204" v="58" actId="1076"/>
          <ac:picMkLst>
            <pc:docMk/>
            <pc:sldMk cId="1706522477" sldId="289"/>
            <ac:picMk id="9" creationId="{42FDDEE9-633B-61A0-BFB6-0420B0B5BC68}"/>
          </ac:picMkLst>
        </pc:picChg>
      </pc:sldChg>
      <pc:sldChg chg="del">
        <pc:chgData name="Paul Janssen" userId="b62697e8-e7f0-48fe-b701-a5c7b17d8ebc" providerId="ADAL" clId="{C64928A8-8851-437C-AC72-37317CA4FBF0}" dt="2026-01-27T11:05:50.014" v="154" actId="47"/>
        <pc:sldMkLst>
          <pc:docMk/>
          <pc:sldMk cId="470078315" sldId="293"/>
        </pc:sldMkLst>
      </pc:sldChg>
      <pc:sldChg chg="addSp delSp modSp new mod">
        <pc:chgData name="Paul Janssen" userId="b62697e8-e7f0-48fe-b701-a5c7b17d8ebc" providerId="ADAL" clId="{C64928A8-8851-437C-AC72-37317CA4FBF0}" dt="2026-01-27T12:02:22.694" v="985" actId="20577"/>
        <pc:sldMkLst>
          <pc:docMk/>
          <pc:sldMk cId="3190442102" sldId="296"/>
        </pc:sldMkLst>
        <pc:spChg chg="mod">
          <ac:chgData name="Paul Janssen" userId="b62697e8-e7f0-48fe-b701-a5c7b17d8ebc" providerId="ADAL" clId="{C64928A8-8851-437C-AC72-37317CA4FBF0}" dt="2026-01-27T11:13:46.781" v="218" actId="1076"/>
          <ac:spMkLst>
            <pc:docMk/>
            <pc:sldMk cId="3190442102" sldId="296"/>
            <ac:spMk id="2" creationId="{1542577E-49EE-A485-2C44-16FDFCA09551}"/>
          </ac:spMkLst>
        </pc:spChg>
        <pc:spChg chg="del">
          <ac:chgData name="Paul Janssen" userId="b62697e8-e7f0-48fe-b701-a5c7b17d8ebc" providerId="ADAL" clId="{C64928A8-8851-437C-AC72-37317CA4FBF0}" dt="2026-01-27T11:09:00.670" v="210" actId="478"/>
          <ac:spMkLst>
            <pc:docMk/>
            <pc:sldMk cId="3190442102" sldId="296"/>
            <ac:spMk id="3" creationId="{56378B2A-84A9-40D6-D134-CE5513084A7E}"/>
          </ac:spMkLst>
        </pc:spChg>
        <pc:spChg chg="add mod">
          <ac:chgData name="Paul Janssen" userId="b62697e8-e7f0-48fe-b701-a5c7b17d8ebc" providerId="ADAL" clId="{C64928A8-8851-437C-AC72-37317CA4FBF0}" dt="2026-01-27T12:01:54.084" v="970" actId="255"/>
          <ac:spMkLst>
            <pc:docMk/>
            <pc:sldMk cId="3190442102" sldId="296"/>
            <ac:spMk id="6" creationId="{51D7367E-9B5F-9EF4-9E48-AFA99F80A293}"/>
          </ac:spMkLst>
        </pc:spChg>
        <pc:spChg chg="add mod">
          <ac:chgData name="Paul Janssen" userId="b62697e8-e7f0-48fe-b701-a5c7b17d8ebc" providerId="ADAL" clId="{C64928A8-8851-437C-AC72-37317CA4FBF0}" dt="2026-01-27T12:02:22.694" v="985" actId="20577"/>
          <ac:spMkLst>
            <pc:docMk/>
            <pc:sldMk cId="3190442102" sldId="296"/>
            <ac:spMk id="8" creationId="{ABDB7664-E4F2-8537-1C8D-FD713024FDD9}"/>
          </ac:spMkLst>
        </pc:spChg>
        <pc:picChg chg="add mod">
          <ac:chgData name="Paul Janssen" userId="b62697e8-e7f0-48fe-b701-a5c7b17d8ebc" providerId="ADAL" clId="{C64928A8-8851-437C-AC72-37317CA4FBF0}" dt="2026-01-27T11:17:06.259" v="312" actId="1076"/>
          <ac:picMkLst>
            <pc:docMk/>
            <pc:sldMk cId="3190442102" sldId="296"/>
            <ac:picMk id="7" creationId="{F215E98B-43F5-2422-70C6-5F9850374EDC}"/>
          </ac:picMkLst>
        </pc:picChg>
      </pc:sldChg>
      <pc:sldChg chg="addSp delSp modSp new mod ord">
        <pc:chgData name="Paul Janssen" userId="b62697e8-e7f0-48fe-b701-a5c7b17d8ebc" providerId="ADAL" clId="{C64928A8-8851-437C-AC72-37317CA4FBF0}" dt="2026-01-28T08:17:54.358" v="1058" actId="1076"/>
        <pc:sldMkLst>
          <pc:docMk/>
          <pc:sldMk cId="2570905665" sldId="297"/>
        </pc:sldMkLst>
        <pc:spChg chg="mod">
          <ac:chgData name="Paul Janssen" userId="b62697e8-e7f0-48fe-b701-a5c7b17d8ebc" providerId="ADAL" clId="{C64928A8-8851-437C-AC72-37317CA4FBF0}" dt="2026-01-27T11:41:39.589" v="574" actId="1076"/>
          <ac:spMkLst>
            <pc:docMk/>
            <pc:sldMk cId="2570905665" sldId="297"/>
            <ac:spMk id="2" creationId="{45A3B5B3-23E7-CFA3-E238-EF7832FC7327}"/>
          </ac:spMkLst>
        </pc:spChg>
        <pc:spChg chg="mod">
          <ac:chgData name="Paul Janssen" userId="b62697e8-e7f0-48fe-b701-a5c7b17d8ebc" providerId="ADAL" clId="{C64928A8-8851-437C-AC72-37317CA4FBF0}" dt="2026-01-28T08:15:12.572" v="1049" actId="20577"/>
          <ac:spMkLst>
            <pc:docMk/>
            <pc:sldMk cId="2570905665" sldId="297"/>
            <ac:spMk id="3" creationId="{83B649E6-FAB8-2330-2BFA-55C01FDACBE2}"/>
          </ac:spMkLst>
        </pc:spChg>
        <pc:spChg chg="mod">
          <ac:chgData name="Paul Janssen" userId="b62697e8-e7f0-48fe-b701-a5c7b17d8ebc" providerId="ADAL" clId="{C64928A8-8851-437C-AC72-37317CA4FBF0}" dt="2026-01-28T08:17:41.285" v="1055" actId="1076"/>
          <ac:spMkLst>
            <pc:docMk/>
            <pc:sldMk cId="2570905665" sldId="297"/>
            <ac:spMk id="4" creationId="{00200AA5-94D6-59B1-2AA7-41363ECA361B}"/>
          </ac:spMkLst>
        </pc:spChg>
        <pc:spChg chg="add del">
          <ac:chgData name="Paul Janssen" userId="b62697e8-e7f0-48fe-b701-a5c7b17d8ebc" providerId="ADAL" clId="{C64928A8-8851-437C-AC72-37317CA4FBF0}" dt="2026-01-27T11:42:18.421" v="576" actId="478"/>
          <ac:spMkLst>
            <pc:docMk/>
            <pc:sldMk cId="2570905665" sldId="297"/>
            <ac:spMk id="8" creationId="{B09DF5EA-CF4D-E04F-CAFE-76AADEC83A60}"/>
          </ac:spMkLst>
        </pc:spChg>
        <pc:picChg chg="add mod">
          <ac:chgData name="Paul Janssen" userId="b62697e8-e7f0-48fe-b701-a5c7b17d8ebc" providerId="ADAL" clId="{C64928A8-8851-437C-AC72-37317CA4FBF0}" dt="2026-01-27T11:39:21.537" v="529" actId="1076"/>
          <ac:picMkLst>
            <pc:docMk/>
            <pc:sldMk cId="2570905665" sldId="297"/>
            <ac:picMk id="5" creationId="{9BB0DFA6-153D-49E5-FCAB-4F67E9B6ABC8}"/>
          </ac:picMkLst>
        </pc:picChg>
        <pc:picChg chg="add mod">
          <ac:chgData name="Paul Janssen" userId="b62697e8-e7f0-48fe-b701-a5c7b17d8ebc" providerId="ADAL" clId="{C64928A8-8851-437C-AC72-37317CA4FBF0}" dt="2026-01-27T11:25:22.013" v="490" actId="1076"/>
          <ac:picMkLst>
            <pc:docMk/>
            <pc:sldMk cId="2570905665" sldId="297"/>
            <ac:picMk id="6" creationId="{F07939AC-CDA3-7483-D286-A45D1BB04BE5}"/>
          </ac:picMkLst>
        </pc:picChg>
        <pc:picChg chg="add mod">
          <ac:chgData name="Paul Janssen" userId="b62697e8-e7f0-48fe-b701-a5c7b17d8ebc" providerId="ADAL" clId="{C64928A8-8851-437C-AC72-37317CA4FBF0}" dt="2026-01-28T08:17:54.358" v="1058" actId="1076"/>
          <ac:picMkLst>
            <pc:docMk/>
            <pc:sldMk cId="2570905665" sldId="297"/>
            <ac:picMk id="8" creationId="{2DD8BEEE-FC6B-7E1B-33DF-E5DD9BDA28DF}"/>
          </ac:picMkLst>
        </pc:picChg>
        <pc:picChg chg="add mod">
          <ac:chgData name="Paul Janssen" userId="b62697e8-e7f0-48fe-b701-a5c7b17d8ebc" providerId="ADAL" clId="{C64928A8-8851-437C-AC72-37317CA4FBF0}" dt="2026-01-27T11:39:10.509" v="524" actId="1076"/>
          <ac:picMkLst>
            <pc:docMk/>
            <pc:sldMk cId="2570905665" sldId="297"/>
            <ac:picMk id="1026" creationId="{20DCA964-D267-212F-BB57-B416332B6DB9}"/>
          </ac:picMkLst>
        </pc:picChg>
        <pc:picChg chg="add del mod">
          <ac:chgData name="Paul Janssen" userId="b62697e8-e7f0-48fe-b701-a5c7b17d8ebc" providerId="ADAL" clId="{C64928A8-8851-437C-AC72-37317CA4FBF0}" dt="2026-01-27T11:31:45.160" v="502" actId="478"/>
          <ac:picMkLst>
            <pc:docMk/>
            <pc:sldMk cId="2570905665" sldId="297"/>
            <ac:picMk id="1028" creationId="{FFDBD8B1-7F29-DF4E-E151-B39311CABC69}"/>
          </ac:picMkLst>
        </pc:picChg>
        <pc:picChg chg="add mod">
          <ac:chgData name="Paul Janssen" userId="b62697e8-e7f0-48fe-b701-a5c7b17d8ebc" providerId="ADAL" clId="{C64928A8-8851-437C-AC72-37317CA4FBF0}" dt="2026-01-27T11:33:09.840" v="510" actId="1076"/>
          <ac:picMkLst>
            <pc:docMk/>
            <pc:sldMk cId="2570905665" sldId="297"/>
            <ac:picMk id="1030" creationId="{2477F919-49BE-7FDE-B047-4665E47AF0E1}"/>
          </ac:picMkLst>
        </pc:picChg>
        <pc:picChg chg="add mod">
          <ac:chgData name="Paul Janssen" userId="b62697e8-e7f0-48fe-b701-a5c7b17d8ebc" providerId="ADAL" clId="{C64928A8-8851-437C-AC72-37317CA4FBF0}" dt="2026-01-27T11:39:19.547" v="528" actId="1076"/>
          <ac:picMkLst>
            <pc:docMk/>
            <pc:sldMk cId="2570905665" sldId="297"/>
            <ac:picMk id="1032" creationId="{E6E02C53-6372-EE27-A61D-844F10CB90FF}"/>
          </ac:picMkLst>
        </pc:picChg>
        <pc:picChg chg="add mod">
          <ac:chgData name="Paul Janssen" userId="b62697e8-e7f0-48fe-b701-a5c7b17d8ebc" providerId="ADAL" clId="{C64928A8-8851-437C-AC72-37317CA4FBF0}" dt="2026-01-27T11:39:15.299" v="527" actId="1076"/>
          <ac:picMkLst>
            <pc:docMk/>
            <pc:sldMk cId="2570905665" sldId="297"/>
            <ac:picMk id="1034" creationId="{1C39C875-BCA3-C8A4-BF8E-FA5FB845E2F2}"/>
          </ac:picMkLst>
        </pc:picChg>
        <pc:picChg chg="add mod">
          <ac:chgData name="Paul Janssen" userId="b62697e8-e7f0-48fe-b701-a5c7b17d8ebc" providerId="ADAL" clId="{C64928A8-8851-437C-AC72-37317CA4FBF0}" dt="2026-01-27T11:33:12.906" v="512" actId="1076"/>
          <ac:picMkLst>
            <pc:docMk/>
            <pc:sldMk cId="2570905665" sldId="297"/>
            <ac:picMk id="1036" creationId="{AD653189-8CA8-E10C-07B7-A1EB46EAB0E3}"/>
          </ac:picMkLst>
        </pc:picChg>
        <pc:picChg chg="add mod">
          <ac:chgData name="Paul Janssen" userId="b62697e8-e7f0-48fe-b701-a5c7b17d8ebc" providerId="ADAL" clId="{C64928A8-8851-437C-AC72-37317CA4FBF0}" dt="2026-01-27T11:39:13.486" v="526" actId="1076"/>
          <ac:picMkLst>
            <pc:docMk/>
            <pc:sldMk cId="2570905665" sldId="297"/>
            <ac:picMk id="1038" creationId="{9F8D76B0-8ADA-B1A4-D780-9B7DA0BFE5F7}"/>
          </ac:picMkLst>
        </pc:picChg>
        <pc:picChg chg="add del mod">
          <ac:chgData name="Paul Janssen" userId="b62697e8-e7f0-48fe-b701-a5c7b17d8ebc" providerId="ADAL" clId="{C64928A8-8851-437C-AC72-37317CA4FBF0}" dt="2026-01-28T08:17:52.729" v="1057" actId="478"/>
          <ac:picMkLst>
            <pc:docMk/>
            <pc:sldMk cId="2570905665" sldId="297"/>
            <ac:picMk id="1040" creationId="{2D71DC9E-6A0D-EBC9-7C52-D96318B12548}"/>
          </ac:picMkLst>
        </pc:picChg>
        <pc:picChg chg="add mod">
          <ac:chgData name="Paul Janssen" userId="b62697e8-e7f0-48fe-b701-a5c7b17d8ebc" providerId="ADAL" clId="{C64928A8-8851-437C-AC72-37317CA4FBF0}" dt="2026-01-27T11:39:03.707" v="522" actId="14100"/>
          <ac:picMkLst>
            <pc:docMk/>
            <pc:sldMk cId="2570905665" sldId="297"/>
            <ac:picMk id="1042" creationId="{BD1DDFA5-2F5D-9908-BA70-6A32A3A34483}"/>
          </ac:picMkLst>
        </pc:picChg>
        <pc:picChg chg="add mod">
          <ac:chgData name="Paul Janssen" userId="b62697e8-e7f0-48fe-b701-a5c7b17d8ebc" providerId="ADAL" clId="{C64928A8-8851-437C-AC72-37317CA4FBF0}" dt="2026-01-27T11:40:03.943" v="532" actId="1076"/>
          <ac:picMkLst>
            <pc:docMk/>
            <pc:sldMk cId="2570905665" sldId="297"/>
            <ac:picMk id="1044" creationId="{B4CEC416-FA2C-6E41-F80B-91CBAA2A44F4}"/>
          </ac:picMkLst>
        </pc:picChg>
      </pc:sldChg>
      <pc:sldChg chg="modSp new mod ord">
        <pc:chgData name="Paul Janssen" userId="b62697e8-e7f0-48fe-b701-a5c7b17d8ebc" providerId="ADAL" clId="{C64928A8-8851-437C-AC72-37317CA4FBF0}" dt="2026-01-27T12:00:51.053" v="958"/>
        <pc:sldMkLst>
          <pc:docMk/>
          <pc:sldMk cId="4009884462" sldId="298"/>
        </pc:sldMkLst>
        <pc:spChg chg="mod">
          <ac:chgData name="Paul Janssen" userId="b62697e8-e7f0-48fe-b701-a5c7b17d8ebc" providerId="ADAL" clId="{C64928A8-8851-437C-AC72-37317CA4FBF0}" dt="2026-01-27T11:18:07.383" v="340" actId="20577"/>
          <ac:spMkLst>
            <pc:docMk/>
            <pc:sldMk cId="4009884462" sldId="298"/>
            <ac:spMk id="2" creationId="{FF7979E0-6A3D-A45D-13A6-72C51A462B5C}"/>
          </ac:spMkLst>
        </pc:spChg>
        <pc:spChg chg="mod">
          <ac:chgData name="Paul Janssen" userId="b62697e8-e7f0-48fe-b701-a5c7b17d8ebc" providerId="ADAL" clId="{C64928A8-8851-437C-AC72-37317CA4FBF0}" dt="2026-01-27T11:21:32.328" v="480" actId="14100"/>
          <ac:spMkLst>
            <pc:docMk/>
            <pc:sldMk cId="4009884462" sldId="298"/>
            <ac:spMk id="3" creationId="{C0F62176-6D6E-7612-2C26-24E944D61C9C}"/>
          </ac:spMkLst>
        </pc:spChg>
      </pc:sldChg>
      <pc:sldChg chg="addSp delSp modSp new mod">
        <pc:chgData name="Paul Janssen" userId="b62697e8-e7f0-48fe-b701-a5c7b17d8ebc" providerId="ADAL" clId="{C64928A8-8851-437C-AC72-37317CA4FBF0}" dt="2026-01-28T09:48:34.394" v="1116" actId="1076"/>
        <pc:sldMkLst>
          <pc:docMk/>
          <pc:sldMk cId="1363971020" sldId="299"/>
        </pc:sldMkLst>
        <pc:spChg chg="mod">
          <ac:chgData name="Paul Janssen" userId="b62697e8-e7f0-48fe-b701-a5c7b17d8ebc" providerId="ADAL" clId="{C64928A8-8851-437C-AC72-37317CA4FBF0}" dt="2026-01-27T11:58:14.053" v="939" actId="6549"/>
          <ac:spMkLst>
            <pc:docMk/>
            <pc:sldMk cId="1363971020" sldId="299"/>
            <ac:spMk id="2" creationId="{7B47F81C-7EAF-9439-3904-EF573550DBE7}"/>
          </ac:spMkLst>
        </pc:spChg>
        <pc:spChg chg="del">
          <ac:chgData name="Paul Janssen" userId="b62697e8-e7f0-48fe-b701-a5c7b17d8ebc" providerId="ADAL" clId="{C64928A8-8851-437C-AC72-37317CA4FBF0}" dt="2026-01-27T11:44:51.874" v="602" actId="478"/>
          <ac:spMkLst>
            <pc:docMk/>
            <pc:sldMk cId="1363971020" sldId="299"/>
            <ac:spMk id="3" creationId="{93AC3A02-24D6-1C0F-593F-0E6795176862}"/>
          </ac:spMkLst>
        </pc:spChg>
        <pc:spChg chg="mod">
          <ac:chgData name="Paul Janssen" userId="b62697e8-e7f0-48fe-b701-a5c7b17d8ebc" providerId="ADAL" clId="{C64928A8-8851-437C-AC72-37317CA4FBF0}" dt="2026-01-27T11:54:37.056" v="888" actId="1076"/>
          <ac:spMkLst>
            <pc:docMk/>
            <pc:sldMk cId="1363971020" sldId="299"/>
            <ac:spMk id="4" creationId="{40BEB886-7B4D-69B7-5CC7-F6AEA2DF6F75}"/>
          </ac:spMkLst>
        </pc:spChg>
        <pc:spChg chg="add mod">
          <ac:chgData name="Paul Janssen" userId="b62697e8-e7f0-48fe-b701-a5c7b17d8ebc" providerId="ADAL" clId="{C64928A8-8851-437C-AC72-37317CA4FBF0}" dt="2026-01-27T11:49:39.973" v="776" actId="1076"/>
          <ac:spMkLst>
            <pc:docMk/>
            <pc:sldMk cId="1363971020" sldId="299"/>
            <ac:spMk id="6" creationId="{8E935691-3B29-79DC-BDAD-E38A2D188A39}"/>
          </ac:spMkLst>
        </pc:spChg>
        <pc:spChg chg="add mod">
          <ac:chgData name="Paul Janssen" userId="b62697e8-e7f0-48fe-b701-a5c7b17d8ebc" providerId="ADAL" clId="{C64928A8-8851-437C-AC72-37317CA4FBF0}" dt="2026-01-28T09:48:34.394" v="1116" actId="1076"/>
          <ac:spMkLst>
            <pc:docMk/>
            <pc:sldMk cId="1363971020" sldId="299"/>
            <ac:spMk id="7" creationId="{2FD95BF9-C9F5-BDF5-4AD7-6CA85CCA4444}"/>
          </ac:spMkLst>
        </pc:spChg>
        <pc:spChg chg="add del mod">
          <ac:chgData name="Paul Janssen" userId="b62697e8-e7f0-48fe-b701-a5c7b17d8ebc" providerId="ADAL" clId="{C64928A8-8851-437C-AC72-37317CA4FBF0}" dt="2026-01-27T11:55:28.476" v="896" actId="478"/>
          <ac:spMkLst>
            <pc:docMk/>
            <pc:sldMk cId="1363971020" sldId="299"/>
            <ac:spMk id="7" creationId="{435422E9-D45E-143E-163F-8751385422E8}"/>
          </ac:spMkLst>
        </pc:spChg>
        <pc:spChg chg="add del">
          <ac:chgData name="Paul Janssen" userId="b62697e8-e7f0-48fe-b701-a5c7b17d8ebc" providerId="ADAL" clId="{C64928A8-8851-437C-AC72-37317CA4FBF0}" dt="2026-01-27T11:53:43.217" v="884" actId="478"/>
          <ac:spMkLst>
            <pc:docMk/>
            <pc:sldMk cId="1363971020" sldId="299"/>
            <ac:spMk id="8" creationId="{28BC1B35-2920-4422-C75D-175C5EE928BB}"/>
          </ac:spMkLst>
        </pc:spChg>
        <pc:spChg chg="add mod">
          <ac:chgData name="Paul Janssen" userId="b62697e8-e7f0-48fe-b701-a5c7b17d8ebc" providerId="ADAL" clId="{C64928A8-8851-437C-AC72-37317CA4FBF0}" dt="2026-01-27T11:54:44.323" v="890" actId="1076"/>
          <ac:spMkLst>
            <pc:docMk/>
            <pc:sldMk cId="1363971020" sldId="299"/>
            <ac:spMk id="9" creationId="{CF528536-EBF6-6A54-EBF9-06E5A404F1C4}"/>
          </ac:spMkLst>
        </pc:spChg>
        <pc:spChg chg="add mod">
          <ac:chgData name="Paul Janssen" userId="b62697e8-e7f0-48fe-b701-a5c7b17d8ebc" providerId="ADAL" clId="{C64928A8-8851-437C-AC72-37317CA4FBF0}" dt="2026-01-27T11:55:05.291" v="892" actId="1076"/>
          <ac:spMkLst>
            <pc:docMk/>
            <pc:sldMk cId="1363971020" sldId="299"/>
            <ac:spMk id="10" creationId="{105359C9-8182-964D-1FC5-98EA8261EFBB}"/>
          </ac:spMkLst>
        </pc:spChg>
        <pc:spChg chg="add mod">
          <ac:chgData name="Paul Janssen" userId="b62697e8-e7f0-48fe-b701-a5c7b17d8ebc" providerId="ADAL" clId="{C64928A8-8851-437C-AC72-37317CA4FBF0}" dt="2026-01-27T11:54:52.710" v="891" actId="1076"/>
          <ac:spMkLst>
            <pc:docMk/>
            <pc:sldMk cId="1363971020" sldId="299"/>
            <ac:spMk id="11" creationId="{CAFA7DA0-9B0F-2ACA-AE1B-5C569B48AC82}"/>
          </ac:spMkLst>
        </pc:spChg>
        <pc:spChg chg="add mod">
          <ac:chgData name="Paul Janssen" userId="b62697e8-e7f0-48fe-b701-a5c7b17d8ebc" providerId="ADAL" clId="{C64928A8-8851-437C-AC72-37317CA4FBF0}" dt="2026-01-27T12:00:26.772" v="954" actId="1076"/>
          <ac:spMkLst>
            <pc:docMk/>
            <pc:sldMk cId="1363971020" sldId="299"/>
            <ac:spMk id="12" creationId="{7636EBAF-7F24-E1FB-1CEE-0D0450E7F23E}"/>
          </ac:spMkLst>
        </pc:spChg>
        <pc:spChg chg="add mod">
          <ac:chgData name="Paul Janssen" userId="b62697e8-e7f0-48fe-b701-a5c7b17d8ebc" providerId="ADAL" clId="{C64928A8-8851-437C-AC72-37317CA4FBF0}" dt="2026-01-27T11:58:22.229" v="941" actId="1076"/>
          <ac:spMkLst>
            <pc:docMk/>
            <pc:sldMk cId="1363971020" sldId="299"/>
            <ac:spMk id="13" creationId="{D78DC5EC-BCC2-8528-04F0-AA6215D79806}"/>
          </ac:spMkLst>
        </pc:spChg>
        <pc:spChg chg="add del mod">
          <ac:chgData name="Paul Janssen" userId="b62697e8-e7f0-48fe-b701-a5c7b17d8ebc" providerId="ADAL" clId="{C64928A8-8851-437C-AC72-37317CA4FBF0}" dt="2026-01-27T11:56:27.069" v="906" actId="478"/>
          <ac:spMkLst>
            <pc:docMk/>
            <pc:sldMk cId="1363971020" sldId="299"/>
            <ac:spMk id="14" creationId="{2FFD2332-48BB-3959-29C7-D6A12DA0E0B4}"/>
          </ac:spMkLst>
        </pc:spChg>
        <pc:spChg chg="add mod">
          <ac:chgData name="Paul Janssen" userId="b62697e8-e7f0-48fe-b701-a5c7b17d8ebc" providerId="ADAL" clId="{C64928A8-8851-437C-AC72-37317CA4FBF0}" dt="2026-01-27T11:59:03.460" v="950" actId="1076"/>
          <ac:spMkLst>
            <pc:docMk/>
            <pc:sldMk cId="1363971020" sldId="299"/>
            <ac:spMk id="15" creationId="{CB395199-F9C3-FE1B-F88A-AE263462F0F9}"/>
          </ac:spMkLst>
        </pc:spChg>
        <pc:spChg chg="add mod">
          <ac:chgData name="Paul Janssen" userId="b62697e8-e7f0-48fe-b701-a5c7b17d8ebc" providerId="ADAL" clId="{C64928A8-8851-437C-AC72-37317CA4FBF0}" dt="2026-01-27T11:58:57.881" v="949" actId="1076"/>
          <ac:spMkLst>
            <pc:docMk/>
            <pc:sldMk cId="1363971020" sldId="299"/>
            <ac:spMk id="16" creationId="{724D2D43-DE78-BE2C-A439-2588D38CDE28}"/>
          </ac:spMkLst>
        </pc:spChg>
        <pc:spChg chg="add mod">
          <ac:chgData name="Paul Janssen" userId="b62697e8-e7f0-48fe-b701-a5c7b17d8ebc" providerId="ADAL" clId="{C64928A8-8851-437C-AC72-37317CA4FBF0}" dt="2026-01-27T11:59:35.099" v="952" actId="1076"/>
          <ac:spMkLst>
            <pc:docMk/>
            <pc:sldMk cId="1363971020" sldId="299"/>
            <ac:spMk id="17" creationId="{277D63FC-BABE-FFB7-7DA5-4F9EEC9F8A9C}"/>
          </ac:spMkLst>
        </pc:spChg>
        <pc:spChg chg="add del mod">
          <ac:chgData name="Paul Janssen" userId="b62697e8-e7f0-48fe-b701-a5c7b17d8ebc" providerId="ADAL" clId="{C64928A8-8851-437C-AC72-37317CA4FBF0}" dt="2026-01-27T11:56:20.413" v="905" actId="478"/>
          <ac:spMkLst>
            <pc:docMk/>
            <pc:sldMk cId="1363971020" sldId="299"/>
            <ac:spMk id="18" creationId="{500BADE4-FCD4-5525-6413-C9592428FD88}"/>
          </ac:spMkLst>
        </pc:spChg>
        <pc:spChg chg="add mod">
          <ac:chgData name="Paul Janssen" userId="b62697e8-e7f0-48fe-b701-a5c7b17d8ebc" providerId="ADAL" clId="{C64928A8-8851-437C-AC72-37317CA4FBF0}" dt="2026-01-27T11:58:49.693" v="947" actId="1076"/>
          <ac:spMkLst>
            <pc:docMk/>
            <pc:sldMk cId="1363971020" sldId="299"/>
            <ac:spMk id="19" creationId="{FC07AB6E-5888-33F5-3358-4887977F919A}"/>
          </ac:spMkLst>
        </pc:spChg>
        <pc:spChg chg="add mod">
          <ac:chgData name="Paul Janssen" userId="b62697e8-e7f0-48fe-b701-a5c7b17d8ebc" providerId="ADAL" clId="{C64928A8-8851-437C-AC72-37317CA4FBF0}" dt="2026-01-27T11:59:30.205" v="951" actId="1076"/>
          <ac:spMkLst>
            <pc:docMk/>
            <pc:sldMk cId="1363971020" sldId="299"/>
            <ac:spMk id="20" creationId="{7D75ADC8-9666-031D-6730-07B439923429}"/>
          </ac:spMkLst>
        </pc:spChg>
        <pc:graphicFrameChg chg="add del mod">
          <ac:chgData name="Paul Janssen" userId="b62697e8-e7f0-48fe-b701-a5c7b17d8ebc" providerId="ADAL" clId="{C64928A8-8851-437C-AC72-37317CA4FBF0}" dt="2026-01-27T11:53:59.881" v="885" actId="478"/>
          <ac:graphicFrameMkLst>
            <pc:docMk/>
            <pc:sldMk cId="1363971020" sldId="299"/>
            <ac:graphicFrameMk id="5" creationId="{347D2E36-7958-8BE4-8535-764063EFC476}"/>
          </ac:graphicFrameMkLst>
        </pc:graphicFrameChg>
        <pc:picChg chg="add del mod">
          <ac:chgData name="Paul Janssen" userId="b62697e8-e7f0-48fe-b701-a5c7b17d8ebc" providerId="ADAL" clId="{C64928A8-8851-437C-AC72-37317CA4FBF0}" dt="2026-01-28T09:46:45.279" v="1062" actId="478"/>
          <ac:picMkLst>
            <pc:docMk/>
            <pc:sldMk cId="1363971020" sldId="299"/>
            <ac:picMk id="5" creationId="{BC8FE5CD-084E-F7D6-2E71-8E6031E9199B}"/>
          </ac:picMkLst>
        </pc:picChg>
      </pc:sldChg>
      <pc:sldChg chg="addSp new mod">
        <pc:chgData name="Paul Janssen" userId="b62697e8-e7f0-48fe-b701-a5c7b17d8ebc" providerId="ADAL" clId="{C64928A8-8851-437C-AC72-37317CA4FBF0}" dt="2026-01-27T12:03:21.903" v="987" actId="22"/>
        <pc:sldMkLst>
          <pc:docMk/>
          <pc:sldMk cId="2260746213" sldId="300"/>
        </pc:sldMkLst>
        <pc:spChg chg="add">
          <ac:chgData name="Paul Janssen" userId="b62697e8-e7f0-48fe-b701-a5c7b17d8ebc" providerId="ADAL" clId="{C64928A8-8851-437C-AC72-37317CA4FBF0}" dt="2026-01-27T12:03:21.903" v="987" actId="22"/>
          <ac:spMkLst>
            <pc:docMk/>
            <pc:sldMk cId="2260746213" sldId="300"/>
            <ac:spMk id="6" creationId="{4F8437E3-8C7F-36AC-1446-E345A6C60E4D}"/>
          </ac:spMkLst>
        </pc:spChg>
      </pc:sldChg>
      <pc:sldChg chg="modSp new mod">
        <pc:chgData name="Paul Janssen" userId="b62697e8-e7f0-48fe-b701-a5c7b17d8ebc" providerId="ADAL" clId="{C64928A8-8851-437C-AC72-37317CA4FBF0}" dt="2026-01-28T10:04:55.104" v="1160" actId="20577"/>
        <pc:sldMkLst>
          <pc:docMk/>
          <pc:sldMk cId="1555660332" sldId="301"/>
        </pc:sldMkLst>
        <pc:spChg chg="mod">
          <ac:chgData name="Paul Janssen" userId="b62697e8-e7f0-48fe-b701-a5c7b17d8ebc" providerId="ADAL" clId="{C64928A8-8851-437C-AC72-37317CA4FBF0}" dt="2026-01-28T10:04:55.104" v="1160" actId="20577"/>
          <ac:spMkLst>
            <pc:docMk/>
            <pc:sldMk cId="1555660332" sldId="301"/>
            <ac:spMk id="2" creationId="{770B5BD7-9B51-0F60-A114-5A97F5D3180D}"/>
          </ac:spMkLst>
        </pc:spChg>
      </pc:sldChg>
      <pc:sldChg chg="modSp new mod ord">
        <pc:chgData name="Paul Janssen" userId="b62697e8-e7f0-48fe-b701-a5c7b17d8ebc" providerId="ADAL" clId="{C64928A8-8851-437C-AC72-37317CA4FBF0}" dt="2026-01-28T10:04:45.021" v="1144"/>
        <pc:sldMkLst>
          <pc:docMk/>
          <pc:sldMk cId="662030528" sldId="302"/>
        </pc:sldMkLst>
        <pc:spChg chg="mod">
          <ac:chgData name="Paul Janssen" userId="b62697e8-e7f0-48fe-b701-a5c7b17d8ebc" providerId="ADAL" clId="{C64928A8-8851-437C-AC72-37317CA4FBF0}" dt="2026-01-28T10:00:53.180" v="1142" actId="20577"/>
          <ac:spMkLst>
            <pc:docMk/>
            <pc:sldMk cId="662030528" sldId="302"/>
            <ac:spMk id="2" creationId="{22DC561B-9BC8-2608-6CCA-CBFB54894B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0BEC-D659-49A0-BDC1-7AED8DDA2204}" type="datetimeFigureOut">
              <a:rPr lang="nl-NL" smtClean="0"/>
              <a:t>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0CE13-1BEF-4160-AAFC-1156D47D2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188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www.geonovum.nl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standaard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586F5B8F-BAB6-359A-977A-F4B21FD04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8ADB84C1-0763-C4DB-A204-EC688351E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21" name="Tabel 20">
            <a:extLst>
              <a:ext uri="{FF2B5EF4-FFF2-40B4-BE49-F238E27FC236}">
                <a16:creationId xmlns:a16="http://schemas.microsoft.com/office/drawing/2014/main" id="{CFD40A2F-D0A7-4CCB-E288-FB61135DB7C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543509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98703A2-59B0-B71A-8C7B-748F07318C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23" name="Tijdelijke aanduiding voor datum 15">
            <a:extLst>
              <a:ext uri="{FF2B5EF4-FFF2-40B4-BE49-F238E27FC236}">
                <a16:creationId xmlns:a16="http://schemas.microsoft.com/office/drawing/2014/main" id="{FDD0EF63-8153-77B2-C6BB-6D0CD7E89163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4-2-2026</a:t>
            </a:fld>
            <a:endParaRPr lang="nl-NL" dirty="0"/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662ED5E9-8B1A-4354-7259-BBB669BB9B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293980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174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en object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B53567AC-FC92-DBF6-902D-A02E25D27B7B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rtworkLogo">
            <a:extLst>
              <a:ext uri="{FF2B5EF4-FFF2-40B4-BE49-F238E27FC236}">
                <a16:creationId xmlns:a16="http://schemas.microsoft.com/office/drawing/2014/main" id="{88EDF246-36D0-EA15-89F1-BEBAC1BC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6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foto donk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16FAB6D7-3EC7-B29F-1BB0-AFCC4A37A4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5A378-D087-E905-A9CD-E41FF608F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4457518-AC06-A099-9F3C-A25877688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2E3052D2-7619-D462-11E0-04B85514BCDC}"/>
              </a:ext>
            </a:extLst>
          </p:cNvPr>
          <p:cNvSpPr/>
          <p:nvPr/>
        </p:nvSpPr>
        <p:spPr>
          <a:xfrm>
            <a:off x="9308011" y="5109583"/>
            <a:ext cx="756398" cy="756645"/>
          </a:xfrm>
          <a:custGeom>
            <a:avLst/>
            <a:gdLst>
              <a:gd name="connsiteX0" fmla="*/ 586222 w 756398"/>
              <a:gd name="connsiteY0" fmla="*/ 0 h 756645"/>
              <a:gd name="connsiteX1" fmla="*/ 0 w 756398"/>
              <a:gd name="connsiteY1" fmla="*/ 586435 h 756645"/>
              <a:gd name="connsiteX2" fmla="*/ 0 w 756398"/>
              <a:gd name="connsiteY2" fmla="*/ 756646 h 756645"/>
              <a:gd name="connsiteX3" fmla="*/ 170189 w 756398"/>
              <a:gd name="connsiteY3" fmla="*/ 756646 h 756645"/>
              <a:gd name="connsiteX4" fmla="*/ 378206 w 756398"/>
              <a:gd name="connsiteY4" fmla="*/ 548566 h 756645"/>
              <a:gd name="connsiteX5" fmla="*/ 459213 w 756398"/>
              <a:gd name="connsiteY5" fmla="*/ 629614 h 756645"/>
              <a:gd name="connsiteX6" fmla="*/ 629405 w 756398"/>
              <a:gd name="connsiteY6" fmla="*/ 459372 h 756645"/>
              <a:gd name="connsiteX7" fmla="*/ 548380 w 756398"/>
              <a:gd name="connsiteY7" fmla="*/ 378324 h 756645"/>
              <a:gd name="connsiteX8" fmla="*/ 756398 w 756398"/>
              <a:gd name="connsiteY8" fmla="*/ 170241 h 756645"/>
              <a:gd name="connsiteX9" fmla="*/ 756398 w 756398"/>
              <a:gd name="connsiteY9" fmla="*/ 0 h 756645"/>
              <a:gd name="connsiteX10" fmla="*/ 586224 w 756398"/>
              <a:gd name="connsiteY10" fmla="*/ 0 h 756645"/>
              <a:gd name="connsiteX11" fmla="*/ 81008 w 756398"/>
              <a:gd name="connsiteY11" fmla="*/ 251291 h 756645"/>
              <a:gd name="connsiteX12" fmla="*/ 251197 w 756398"/>
              <a:gd name="connsiteY12" fmla="*/ 81048 h 756645"/>
              <a:gd name="connsiteX13" fmla="*/ 170189 w 756398"/>
              <a:gd name="connsiteY13" fmla="*/ 15 h 756645"/>
              <a:gd name="connsiteX14" fmla="*/ 170189 w 756398"/>
              <a:gd name="connsiteY14" fmla="*/ 0 h 756645"/>
              <a:gd name="connsiteX15" fmla="*/ 0 w 756398"/>
              <a:gd name="connsiteY15" fmla="*/ 0 h 756645"/>
              <a:gd name="connsiteX16" fmla="*/ 0 w 756398"/>
              <a:gd name="connsiteY16" fmla="*/ 170241 h 756645"/>
              <a:gd name="connsiteX17" fmla="*/ 81008 w 756398"/>
              <a:gd name="connsiteY17" fmla="*/ 251291 h 756645"/>
              <a:gd name="connsiteX18" fmla="*/ 756398 w 756398"/>
              <a:gd name="connsiteY18" fmla="*/ 756646 h 756645"/>
              <a:gd name="connsiteX19" fmla="*/ 756398 w 756398"/>
              <a:gd name="connsiteY19" fmla="*/ 586435 h 756645"/>
              <a:gd name="connsiteX20" fmla="*/ 586252 w 756398"/>
              <a:gd name="connsiteY20" fmla="*/ 756646 h 756645"/>
              <a:gd name="connsiteX21" fmla="*/ 756398 w 756398"/>
              <a:gd name="connsiteY21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6398" h="756645">
                <a:moveTo>
                  <a:pt x="586222" y="0"/>
                </a:moveTo>
                <a:lnTo>
                  <a:pt x="0" y="586435"/>
                </a:lnTo>
                <a:lnTo>
                  <a:pt x="0" y="756646"/>
                </a:lnTo>
                <a:lnTo>
                  <a:pt x="170189" y="756646"/>
                </a:lnTo>
                <a:lnTo>
                  <a:pt x="378206" y="548566"/>
                </a:lnTo>
                <a:lnTo>
                  <a:pt x="459213" y="629614"/>
                </a:lnTo>
                <a:lnTo>
                  <a:pt x="629405" y="459372"/>
                </a:lnTo>
                <a:lnTo>
                  <a:pt x="548380" y="378324"/>
                </a:lnTo>
                <a:lnTo>
                  <a:pt x="756398" y="170241"/>
                </a:lnTo>
                <a:lnTo>
                  <a:pt x="756398" y="0"/>
                </a:lnTo>
                <a:lnTo>
                  <a:pt x="586224" y="0"/>
                </a:lnTo>
                <a:close/>
                <a:moveTo>
                  <a:pt x="81008" y="251291"/>
                </a:moveTo>
                <a:lnTo>
                  <a:pt x="251197" y="81048"/>
                </a:lnTo>
                <a:lnTo>
                  <a:pt x="170189" y="15"/>
                </a:lnTo>
                <a:lnTo>
                  <a:pt x="170189" y="0"/>
                </a:lnTo>
                <a:lnTo>
                  <a:pt x="0" y="0"/>
                </a:lnTo>
                <a:lnTo>
                  <a:pt x="0" y="170241"/>
                </a:lnTo>
                <a:lnTo>
                  <a:pt x="81008" y="251291"/>
                </a:lnTo>
                <a:close/>
                <a:moveTo>
                  <a:pt x="756398" y="756646"/>
                </a:moveTo>
                <a:lnTo>
                  <a:pt x="756398" y="586435"/>
                </a:lnTo>
                <a:lnTo>
                  <a:pt x="586252" y="756646"/>
                </a:lnTo>
                <a:lnTo>
                  <a:pt x="756398" y="75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2290EBA2-8E2D-6DE4-0054-29203AF1659C}"/>
              </a:ext>
            </a:extLst>
          </p:cNvPr>
          <p:cNvSpPr/>
          <p:nvPr/>
        </p:nvSpPr>
        <p:spPr>
          <a:xfrm>
            <a:off x="10820794" y="5109590"/>
            <a:ext cx="756412" cy="756647"/>
          </a:xfrm>
          <a:custGeom>
            <a:avLst/>
            <a:gdLst>
              <a:gd name="connsiteX0" fmla="*/ 0 w 756412"/>
              <a:gd name="connsiteY0" fmla="*/ 0 h 756647"/>
              <a:gd name="connsiteX1" fmla="*/ 0 w 756412"/>
              <a:gd name="connsiteY1" fmla="*/ 0 h 756647"/>
              <a:gd name="connsiteX2" fmla="*/ 586223 w 756412"/>
              <a:gd name="connsiteY2" fmla="*/ 0 h 756647"/>
              <a:gd name="connsiteX3" fmla="*/ 0 w 756412"/>
              <a:gd name="connsiteY3" fmla="*/ 586435 h 756647"/>
              <a:gd name="connsiteX4" fmla="*/ 0 w 756412"/>
              <a:gd name="connsiteY4" fmla="*/ 756647 h 756647"/>
              <a:gd name="connsiteX5" fmla="*/ 170190 w 756412"/>
              <a:gd name="connsiteY5" fmla="*/ 756647 h 756647"/>
              <a:gd name="connsiteX6" fmla="*/ 463309 w 756412"/>
              <a:gd name="connsiteY6" fmla="*/ 463438 h 756647"/>
              <a:gd name="connsiteX7" fmla="*/ 756398 w 756412"/>
              <a:gd name="connsiteY7" fmla="*/ 756647 h 756647"/>
              <a:gd name="connsiteX8" fmla="*/ 756413 w 756412"/>
              <a:gd name="connsiteY8" fmla="*/ 756647 h 756647"/>
              <a:gd name="connsiteX9" fmla="*/ 756413 w 756412"/>
              <a:gd name="connsiteY9" fmla="*/ 0 h 756647"/>
              <a:gd name="connsiteX10" fmla="*/ 586223 w 756412"/>
              <a:gd name="connsiteY10" fmla="*/ 0 h 756647"/>
              <a:gd name="connsiteX11" fmla="*/ 332220 w 756412"/>
              <a:gd name="connsiteY11" fmla="*/ 0 h 756647"/>
              <a:gd name="connsiteX12" fmla="*/ 15 w 756412"/>
              <a:gd name="connsiteY12" fmla="*/ 0 h 756647"/>
              <a:gd name="connsiteX13" fmla="*/ 166125 w 756412"/>
              <a:gd name="connsiteY13" fmla="*/ 166162 h 756647"/>
              <a:gd name="connsiteX14" fmla="*/ 332220 w 756412"/>
              <a:gd name="connsiteY14" fmla="*/ 0 h 7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412" h="756647">
                <a:moveTo>
                  <a:pt x="0" y="0"/>
                </a:moveTo>
                <a:lnTo>
                  <a:pt x="0" y="0"/>
                </a:lnTo>
                <a:close/>
                <a:moveTo>
                  <a:pt x="586223" y="0"/>
                </a:moveTo>
                <a:lnTo>
                  <a:pt x="0" y="586435"/>
                </a:lnTo>
                <a:lnTo>
                  <a:pt x="0" y="756647"/>
                </a:lnTo>
                <a:lnTo>
                  <a:pt x="170190" y="756647"/>
                </a:lnTo>
                <a:lnTo>
                  <a:pt x="463309" y="463438"/>
                </a:lnTo>
                <a:lnTo>
                  <a:pt x="756398" y="756647"/>
                </a:lnTo>
                <a:lnTo>
                  <a:pt x="756413" y="756647"/>
                </a:lnTo>
                <a:lnTo>
                  <a:pt x="756413" y="0"/>
                </a:lnTo>
                <a:lnTo>
                  <a:pt x="586223" y="0"/>
                </a:lnTo>
                <a:close/>
                <a:moveTo>
                  <a:pt x="332220" y="0"/>
                </a:moveTo>
                <a:lnTo>
                  <a:pt x="15" y="0"/>
                </a:lnTo>
                <a:lnTo>
                  <a:pt x="166125" y="166162"/>
                </a:lnTo>
                <a:lnTo>
                  <a:pt x="332220" y="0"/>
                </a:lnTo>
                <a:close/>
              </a:path>
            </a:pathLst>
          </a:custGeom>
          <a:solidFill>
            <a:srgbClr val="0086C5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DF62DE58-EDBC-170B-6165-304CC012C3C0}"/>
              </a:ext>
            </a:extLst>
          </p:cNvPr>
          <p:cNvSpPr/>
          <p:nvPr/>
        </p:nvSpPr>
        <p:spPr>
          <a:xfrm>
            <a:off x="9290892" y="6026252"/>
            <a:ext cx="198536" cy="245754"/>
          </a:xfrm>
          <a:custGeom>
            <a:avLst/>
            <a:gdLst>
              <a:gd name="connsiteX0" fmla="*/ 103821 w 198536"/>
              <a:gd name="connsiteY0" fmla="*/ 245754 h 245754"/>
              <a:gd name="connsiteX1" fmla="*/ 0 w 198536"/>
              <a:gd name="connsiteY1" fmla="*/ 127423 h 245754"/>
              <a:gd name="connsiteX2" fmla="*/ 112100 w 198536"/>
              <a:gd name="connsiteY2" fmla="*/ 0 h 245754"/>
              <a:gd name="connsiteX3" fmla="*/ 193572 w 198536"/>
              <a:gd name="connsiteY3" fmla="*/ 34748 h 245754"/>
              <a:gd name="connsiteX4" fmla="*/ 174136 w 198536"/>
              <a:gd name="connsiteY4" fmla="*/ 59158 h 245754"/>
              <a:gd name="connsiteX5" fmla="*/ 119540 w 198536"/>
              <a:gd name="connsiteY5" fmla="*/ 43030 h 245754"/>
              <a:gd name="connsiteX6" fmla="*/ 56260 w 198536"/>
              <a:gd name="connsiteY6" fmla="*/ 119561 h 245754"/>
              <a:gd name="connsiteX7" fmla="*/ 112505 w 198536"/>
              <a:gd name="connsiteY7" fmla="*/ 202740 h 245754"/>
              <a:gd name="connsiteX8" fmla="*/ 144768 w 198536"/>
              <a:gd name="connsiteY8" fmla="*/ 194458 h 245754"/>
              <a:gd name="connsiteX9" fmla="*/ 144768 w 198536"/>
              <a:gd name="connsiteY9" fmla="*/ 140251 h 245754"/>
              <a:gd name="connsiteX10" fmla="*/ 111260 w 198536"/>
              <a:gd name="connsiteY10" fmla="*/ 140251 h 245754"/>
              <a:gd name="connsiteX11" fmla="*/ 111260 w 198536"/>
              <a:gd name="connsiteY11" fmla="*/ 104678 h 245754"/>
              <a:gd name="connsiteX12" fmla="*/ 198537 w 198536"/>
              <a:gd name="connsiteY12" fmla="*/ 104678 h 245754"/>
              <a:gd name="connsiteX13" fmla="*/ 198537 w 198536"/>
              <a:gd name="connsiteY13" fmla="*/ 213902 h 245754"/>
              <a:gd name="connsiteX14" fmla="*/ 103821 w 198536"/>
              <a:gd name="connsiteY14" fmla="*/ 24575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8536" h="245754">
                <a:moveTo>
                  <a:pt x="103821" y="245754"/>
                </a:moveTo>
                <a:cubicBezTo>
                  <a:pt x="34752" y="245754"/>
                  <a:pt x="0" y="210166"/>
                  <a:pt x="0" y="127423"/>
                </a:cubicBezTo>
                <a:cubicBezTo>
                  <a:pt x="0" y="39309"/>
                  <a:pt x="50471" y="0"/>
                  <a:pt x="112100" y="0"/>
                </a:cubicBezTo>
                <a:cubicBezTo>
                  <a:pt x="147256" y="0"/>
                  <a:pt x="173714" y="14058"/>
                  <a:pt x="193572" y="34748"/>
                </a:cubicBezTo>
                <a:lnTo>
                  <a:pt x="174136" y="59158"/>
                </a:lnTo>
                <a:cubicBezTo>
                  <a:pt x="156767" y="49226"/>
                  <a:pt x="137734" y="43030"/>
                  <a:pt x="119540" y="43030"/>
                </a:cubicBezTo>
                <a:cubicBezTo>
                  <a:pt x="82313" y="43030"/>
                  <a:pt x="56260" y="70335"/>
                  <a:pt x="56260" y="119561"/>
                </a:cubicBezTo>
                <a:cubicBezTo>
                  <a:pt x="56260" y="184121"/>
                  <a:pt x="80663" y="202740"/>
                  <a:pt x="112505" y="202740"/>
                </a:cubicBezTo>
                <a:cubicBezTo>
                  <a:pt x="126574" y="202740"/>
                  <a:pt x="138152" y="199004"/>
                  <a:pt x="144768" y="194458"/>
                </a:cubicBezTo>
                <a:lnTo>
                  <a:pt x="144768" y="140251"/>
                </a:lnTo>
                <a:lnTo>
                  <a:pt x="111260" y="140251"/>
                </a:lnTo>
                <a:lnTo>
                  <a:pt x="111260" y="104678"/>
                </a:lnTo>
                <a:lnTo>
                  <a:pt x="198537" y="104678"/>
                </a:lnTo>
                <a:lnTo>
                  <a:pt x="198537" y="213902"/>
                </a:lnTo>
                <a:cubicBezTo>
                  <a:pt x="173714" y="234172"/>
                  <a:pt x="140629" y="245754"/>
                  <a:pt x="103821" y="24575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74A652D-0EA5-F295-D355-4AC8A19B1DDA}"/>
              </a:ext>
            </a:extLst>
          </p:cNvPr>
          <p:cNvSpPr/>
          <p:nvPr/>
        </p:nvSpPr>
        <p:spPr>
          <a:xfrm>
            <a:off x="9569248" y="6030807"/>
            <a:ext cx="148065" cy="236645"/>
          </a:xfrm>
          <a:custGeom>
            <a:avLst/>
            <a:gdLst>
              <a:gd name="connsiteX0" fmla="*/ 0 w 148065"/>
              <a:gd name="connsiteY0" fmla="*/ 236646 h 236645"/>
              <a:gd name="connsiteX1" fmla="*/ 0 w 148065"/>
              <a:gd name="connsiteY1" fmla="*/ 0 h 236645"/>
              <a:gd name="connsiteX2" fmla="*/ 146415 w 148065"/>
              <a:gd name="connsiteY2" fmla="*/ 0 h 236645"/>
              <a:gd name="connsiteX3" fmla="*/ 146415 w 148065"/>
              <a:gd name="connsiteY3" fmla="*/ 42204 h 236645"/>
              <a:gd name="connsiteX4" fmla="*/ 55014 w 148065"/>
              <a:gd name="connsiteY4" fmla="*/ 42204 h 236645"/>
              <a:gd name="connsiteX5" fmla="*/ 55014 w 148065"/>
              <a:gd name="connsiteY5" fmla="*/ 96395 h 236645"/>
              <a:gd name="connsiteX6" fmla="*/ 131522 w 148065"/>
              <a:gd name="connsiteY6" fmla="*/ 96395 h 236645"/>
              <a:gd name="connsiteX7" fmla="*/ 131522 w 148065"/>
              <a:gd name="connsiteY7" fmla="*/ 136110 h 236645"/>
              <a:gd name="connsiteX8" fmla="*/ 55014 w 148065"/>
              <a:gd name="connsiteY8" fmla="*/ 136110 h 236645"/>
              <a:gd name="connsiteX9" fmla="*/ 55014 w 148065"/>
              <a:gd name="connsiteY9" fmla="*/ 193618 h 236645"/>
              <a:gd name="connsiteX10" fmla="*/ 148065 w 148065"/>
              <a:gd name="connsiteY10" fmla="*/ 193618 h 236645"/>
              <a:gd name="connsiteX11" fmla="*/ 148065 w 148065"/>
              <a:gd name="connsiteY11" fmla="*/ 236646 h 236645"/>
              <a:gd name="connsiteX12" fmla="*/ 0 w 148065"/>
              <a:gd name="connsiteY12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065" h="236645">
                <a:moveTo>
                  <a:pt x="0" y="236646"/>
                </a:moveTo>
                <a:lnTo>
                  <a:pt x="0" y="0"/>
                </a:lnTo>
                <a:lnTo>
                  <a:pt x="146415" y="0"/>
                </a:lnTo>
                <a:lnTo>
                  <a:pt x="146415" y="42204"/>
                </a:lnTo>
                <a:lnTo>
                  <a:pt x="55014" y="42204"/>
                </a:lnTo>
                <a:lnTo>
                  <a:pt x="55014" y="96395"/>
                </a:lnTo>
                <a:lnTo>
                  <a:pt x="131522" y="96395"/>
                </a:lnTo>
                <a:lnTo>
                  <a:pt x="131522" y="136110"/>
                </a:lnTo>
                <a:lnTo>
                  <a:pt x="55014" y="136110"/>
                </a:lnTo>
                <a:lnTo>
                  <a:pt x="55014" y="193618"/>
                </a:lnTo>
                <a:lnTo>
                  <a:pt x="148065" y="193618"/>
                </a:lnTo>
                <a:lnTo>
                  <a:pt x="148065" y="236646"/>
                </a:lnTo>
                <a:lnTo>
                  <a:pt x="0" y="23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5FAEC22B-27B5-0C44-848E-174383106CF4}"/>
              </a:ext>
            </a:extLst>
          </p:cNvPr>
          <p:cNvSpPr/>
          <p:nvPr/>
        </p:nvSpPr>
        <p:spPr>
          <a:xfrm>
            <a:off x="9771094" y="6026246"/>
            <a:ext cx="232029" cy="245754"/>
          </a:xfrm>
          <a:custGeom>
            <a:avLst/>
            <a:gdLst>
              <a:gd name="connsiteX0" fmla="*/ 112925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25 w 232029"/>
              <a:gd name="connsiteY4" fmla="*/ 245754 h 245754"/>
              <a:gd name="connsiteX5" fmla="*/ 114155 w 232029"/>
              <a:gd name="connsiteY5" fmla="*/ 42204 h 245754"/>
              <a:gd name="connsiteX6" fmla="*/ 58315 w 232029"/>
              <a:gd name="connsiteY6" fmla="*/ 118331 h 245754"/>
              <a:gd name="connsiteX7" fmla="*/ 117050 w 232029"/>
              <a:gd name="connsiteY7" fmla="*/ 203145 h 245754"/>
              <a:gd name="connsiteX8" fmla="*/ 173714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25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25" y="245754"/>
                </a:cubicBezTo>
                <a:moveTo>
                  <a:pt x="114155" y="42204"/>
                </a:moveTo>
                <a:cubicBezTo>
                  <a:pt x="81893" y="42204"/>
                  <a:pt x="58315" y="62894"/>
                  <a:pt x="58315" y="118331"/>
                </a:cubicBezTo>
                <a:cubicBezTo>
                  <a:pt x="58315" y="182050"/>
                  <a:pt x="79823" y="203145"/>
                  <a:pt x="117050" y="203145"/>
                </a:cubicBezTo>
                <a:cubicBezTo>
                  <a:pt x="150137" y="203145"/>
                  <a:pt x="173714" y="182455"/>
                  <a:pt x="173714" y="125368"/>
                </a:cubicBezTo>
                <a:cubicBezTo>
                  <a:pt x="173714" y="64139"/>
                  <a:pt x="152206" y="42204"/>
                  <a:pt x="114155" y="4220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FFA13B9D-AF5C-670C-1F19-ED37017F557C}"/>
              </a:ext>
            </a:extLst>
          </p:cNvPr>
          <p:cNvSpPr/>
          <p:nvPr/>
        </p:nvSpPr>
        <p:spPr>
          <a:xfrm>
            <a:off x="10072376" y="6030807"/>
            <a:ext cx="209696" cy="236645"/>
          </a:xfrm>
          <a:custGeom>
            <a:avLst/>
            <a:gdLst>
              <a:gd name="connsiteX0" fmla="*/ 150962 w 209696"/>
              <a:gd name="connsiteY0" fmla="*/ 236646 h 236645"/>
              <a:gd name="connsiteX1" fmla="*/ 45911 w 209696"/>
              <a:gd name="connsiteY1" fmla="*/ 69915 h 236645"/>
              <a:gd name="connsiteX2" fmla="*/ 45911 w 209696"/>
              <a:gd name="connsiteY2" fmla="*/ 236646 h 236645"/>
              <a:gd name="connsiteX3" fmla="*/ 0 w 209696"/>
              <a:gd name="connsiteY3" fmla="*/ 236646 h 236645"/>
              <a:gd name="connsiteX4" fmla="*/ 0 w 209696"/>
              <a:gd name="connsiteY4" fmla="*/ 0 h 236645"/>
              <a:gd name="connsiteX5" fmla="*/ 68649 w 209696"/>
              <a:gd name="connsiteY5" fmla="*/ 0 h 236645"/>
              <a:gd name="connsiteX6" fmla="*/ 164190 w 209696"/>
              <a:gd name="connsiteY6" fmla="*/ 146042 h 236645"/>
              <a:gd name="connsiteX7" fmla="*/ 164190 w 209696"/>
              <a:gd name="connsiteY7" fmla="*/ 0 h 236645"/>
              <a:gd name="connsiteX8" fmla="*/ 209696 w 209696"/>
              <a:gd name="connsiteY8" fmla="*/ 0 h 236645"/>
              <a:gd name="connsiteX9" fmla="*/ 209696 w 209696"/>
              <a:gd name="connsiteY9" fmla="*/ 236646 h 236645"/>
              <a:gd name="connsiteX10" fmla="*/ 150962 w 209696"/>
              <a:gd name="connsiteY10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696" h="236645">
                <a:moveTo>
                  <a:pt x="150962" y="236646"/>
                </a:moveTo>
                <a:lnTo>
                  <a:pt x="45911" y="69915"/>
                </a:lnTo>
                <a:lnTo>
                  <a:pt x="45911" y="236646"/>
                </a:lnTo>
                <a:lnTo>
                  <a:pt x="0" y="236646"/>
                </a:lnTo>
                <a:lnTo>
                  <a:pt x="0" y="0"/>
                </a:lnTo>
                <a:lnTo>
                  <a:pt x="68649" y="0"/>
                </a:lnTo>
                <a:lnTo>
                  <a:pt x="164190" y="146042"/>
                </a:lnTo>
                <a:lnTo>
                  <a:pt x="164190" y="0"/>
                </a:lnTo>
                <a:lnTo>
                  <a:pt x="209696" y="0"/>
                </a:lnTo>
                <a:lnTo>
                  <a:pt x="209696" y="236646"/>
                </a:lnTo>
                <a:lnTo>
                  <a:pt x="150962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B7E54905-3714-2A5F-7274-5F3435008768}"/>
              </a:ext>
            </a:extLst>
          </p:cNvPr>
          <p:cNvSpPr/>
          <p:nvPr/>
        </p:nvSpPr>
        <p:spPr>
          <a:xfrm>
            <a:off x="10370159" y="6026246"/>
            <a:ext cx="232029" cy="245754"/>
          </a:xfrm>
          <a:custGeom>
            <a:avLst/>
            <a:gdLst>
              <a:gd name="connsiteX0" fmla="*/ 112910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10 w 232029"/>
              <a:gd name="connsiteY4" fmla="*/ 245754 h 245754"/>
              <a:gd name="connsiteX5" fmla="*/ 114155 w 232029"/>
              <a:gd name="connsiteY5" fmla="*/ 42204 h 245754"/>
              <a:gd name="connsiteX6" fmla="*/ 58330 w 232029"/>
              <a:gd name="connsiteY6" fmla="*/ 118331 h 245754"/>
              <a:gd name="connsiteX7" fmla="*/ 117050 w 232029"/>
              <a:gd name="connsiteY7" fmla="*/ 203145 h 245754"/>
              <a:gd name="connsiteX8" fmla="*/ 173715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10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10" y="245754"/>
                </a:cubicBezTo>
                <a:moveTo>
                  <a:pt x="114155" y="42204"/>
                </a:moveTo>
                <a:cubicBezTo>
                  <a:pt x="81893" y="42204"/>
                  <a:pt x="58330" y="62894"/>
                  <a:pt x="58330" y="118331"/>
                </a:cubicBezTo>
                <a:cubicBezTo>
                  <a:pt x="58330" y="182050"/>
                  <a:pt x="79823" y="203145"/>
                  <a:pt x="117050" y="203145"/>
                </a:cubicBezTo>
                <a:cubicBezTo>
                  <a:pt x="150152" y="203145"/>
                  <a:pt x="173715" y="182455"/>
                  <a:pt x="173715" y="125368"/>
                </a:cubicBezTo>
                <a:cubicBezTo>
                  <a:pt x="173715" y="64139"/>
                  <a:pt x="152206" y="42204"/>
                  <a:pt x="114155" y="42204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4785C39B-D6D8-2871-966A-115AC70143AE}"/>
              </a:ext>
            </a:extLst>
          </p:cNvPr>
          <p:cNvSpPr/>
          <p:nvPr/>
        </p:nvSpPr>
        <p:spPr>
          <a:xfrm>
            <a:off x="10662602" y="6030807"/>
            <a:ext cx="220856" cy="236645"/>
          </a:xfrm>
          <a:custGeom>
            <a:avLst/>
            <a:gdLst>
              <a:gd name="connsiteX0" fmla="*/ 145579 w 220856"/>
              <a:gd name="connsiteY0" fmla="*/ 236646 h 236645"/>
              <a:gd name="connsiteX1" fmla="*/ 78158 w 220856"/>
              <a:gd name="connsiteY1" fmla="*/ 236646 h 236645"/>
              <a:gd name="connsiteX2" fmla="*/ 0 w 220856"/>
              <a:gd name="connsiteY2" fmla="*/ 0 h 236645"/>
              <a:gd name="connsiteX3" fmla="*/ 61210 w 220856"/>
              <a:gd name="connsiteY3" fmla="*/ 0 h 236645"/>
              <a:gd name="connsiteX4" fmla="*/ 116211 w 220856"/>
              <a:gd name="connsiteY4" fmla="*/ 187406 h 236645"/>
              <a:gd name="connsiteX5" fmla="*/ 116631 w 220856"/>
              <a:gd name="connsiteY5" fmla="*/ 187406 h 236645"/>
              <a:gd name="connsiteX6" fmla="*/ 166262 w 220856"/>
              <a:gd name="connsiteY6" fmla="*/ 0 h 236645"/>
              <a:gd name="connsiteX7" fmla="*/ 220857 w 220856"/>
              <a:gd name="connsiteY7" fmla="*/ 0 h 236645"/>
              <a:gd name="connsiteX8" fmla="*/ 145579 w 220856"/>
              <a:gd name="connsiteY8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56" h="236645">
                <a:moveTo>
                  <a:pt x="145579" y="236646"/>
                </a:moveTo>
                <a:lnTo>
                  <a:pt x="78158" y="236646"/>
                </a:lnTo>
                <a:cubicBezTo>
                  <a:pt x="43421" y="155149"/>
                  <a:pt x="19830" y="79848"/>
                  <a:pt x="0" y="0"/>
                </a:cubicBezTo>
                <a:lnTo>
                  <a:pt x="61210" y="0"/>
                </a:lnTo>
                <a:cubicBezTo>
                  <a:pt x="74438" y="60808"/>
                  <a:pt x="93052" y="122457"/>
                  <a:pt x="116211" y="187406"/>
                </a:cubicBezTo>
                <a:lnTo>
                  <a:pt x="116631" y="187406"/>
                </a:lnTo>
                <a:cubicBezTo>
                  <a:pt x="138139" y="125351"/>
                  <a:pt x="153858" y="63299"/>
                  <a:pt x="166262" y="0"/>
                </a:cubicBezTo>
                <a:lnTo>
                  <a:pt x="220857" y="0"/>
                </a:lnTo>
                <a:cubicBezTo>
                  <a:pt x="203068" y="79427"/>
                  <a:pt x="178666" y="160100"/>
                  <a:pt x="145579" y="236646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3BD1466B-D90A-B56A-D2E8-ABECC1BE9674}"/>
              </a:ext>
            </a:extLst>
          </p:cNvPr>
          <p:cNvSpPr/>
          <p:nvPr/>
        </p:nvSpPr>
        <p:spPr>
          <a:xfrm>
            <a:off x="10960372" y="6030798"/>
            <a:ext cx="210116" cy="241208"/>
          </a:xfrm>
          <a:custGeom>
            <a:avLst/>
            <a:gdLst>
              <a:gd name="connsiteX0" fmla="*/ 100926 w 210116"/>
              <a:gd name="connsiteY0" fmla="*/ 241208 h 241208"/>
              <a:gd name="connsiteX1" fmla="*/ 0 w 210116"/>
              <a:gd name="connsiteY1" fmla="*/ 148533 h 241208"/>
              <a:gd name="connsiteX2" fmla="*/ 0 w 210116"/>
              <a:gd name="connsiteY2" fmla="*/ 0 h 241208"/>
              <a:gd name="connsiteX3" fmla="*/ 55015 w 210116"/>
              <a:gd name="connsiteY3" fmla="*/ 0 h 241208"/>
              <a:gd name="connsiteX4" fmla="*/ 55015 w 210116"/>
              <a:gd name="connsiteY4" fmla="*/ 142322 h 241208"/>
              <a:gd name="connsiteX5" fmla="*/ 105471 w 210116"/>
              <a:gd name="connsiteY5" fmla="*/ 201495 h 241208"/>
              <a:gd name="connsiteX6" fmla="*/ 155941 w 210116"/>
              <a:gd name="connsiteY6" fmla="*/ 145637 h 241208"/>
              <a:gd name="connsiteX7" fmla="*/ 155941 w 210116"/>
              <a:gd name="connsiteY7" fmla="*/ 0 h 241208"/>
              <a:gd name="connsiteX8" fmla="*/ 210116 w 210116"/>
              <a:gd name="connsiteY8" fmla="*/ 0 h 241208"/>
              <a:gd name="connsiteX9" fmla="*/ 210116 w 210116"/>
              <a:gd name="connsiteY9" fmla="*/ 142322 h 241208"/>
              <a:gd name="connsiteX10" fmla="*/ 100926 w 210116"/>
              <a:gd name="connsiteY10" fmla="*/ 241208 h 24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0116" h="241208">
                <a:moveTo>
                  <a:pt x="100926" y="241208"/>
                </a:moveTo>
                <a:cubicBezTo>
                  <a:pt x="35157" y="241208"/>
                  <a:pt x="0" y="213497"/>
                  <a:pt x="0" y="148533"/>
                </a:cubicBezTo>
                <a:lnTo>
                  <a:pt x="0" y="0"/>
                </a:lnTo>
                <a:lnTo>
                  <a:pt x="55015" y="0"/>
                </a:lnTo>
                <a:lnTo>
                  <a:pt x="55015" y="142322"/>
                </a:lnTo>
                <a:cubicBezTo>
                  <a:pt x="55015" y="184526"/>
                  <a:pt x="71139" y="201495"/>
                  <a:pt x="105471" y="201495"/>
                </a:cubicBezTo>
                <a:cubicBezTo>
                  <a:pt x="136908" y="201495"/>
                  <a:pt x="155941" y="186596"/>
                  <a:pt x="155941" y="145637"/>
                </a:cubicBezTo>
                <a:lnTo>
                  <a:pt x="155941" y="0"/>
                </a:lnTo>
                <a:lnTo>
                  <a:pt x="210116" y="0"/>
                </a:lnTo>
                <a:lnTo>
                  <a:pt x="210116" y="142322"/>
                </a:lnTo>
                <a:cubicBezTo>
                  <a:pt x="210116" y="212252"/>
                  <a:pt x="164625" y="241208"/>
                  <a:pt x="100926" y="241208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03D7E4D5-3EE6-0749-BFA6-7BA5DC89CBE8}"/>
              </a:ext>
            </a:extLst>
          </p:cNvPr>
          <p:cNvSpPr/>
          <p:nvPr/>
        </p:nvSpPr>
        <p:spPr>
          <a:xfrm>
            <a:off x="11265204" y="6030807"/>
            <a:ext cx="303167" cy="236645"/>
          </a:xfrm>
          <a:custGeom>
            <a:avLst/>
            <a:gdLst>
              <a:gd name="connsiteX0" fmla="*/ 246098 w 303167"/>
              <a:gd name="connsiteY0" fmla="*/ 236646 h 236645"/>
              <a:gd name="connsiteX1" fmla="*/ 233259 w 303167"/>
              <a:gd name="connsiteY1" fmla="*/ 59158 h 236645"/>
              <a:gd name="connsiteX2" fmla="*/ 232869 w 303167"/>
              <a:gd name="connsiteY2" fmla="*/ 59158 h 236645"/>
              <a:gd name="connsiteX3" fmla="*/ 169980 w 303167"/>
              <a:gd name="connsiteY3" fmla="*/ 236646 h 236645"/>
              <a:gd name="connsiteX4" fmla="*/ 124489 w 303167"/>
              <a:gd name="connsiteY4" fmla="*/ 236646 h 236645"/>
              <a:gd name="connsiteX5" fmla="*/ 63279 w 303167"/>
              <a:gd name="connsiteY5" fmla="*/ 59578 h 236645"/>
              <a:gd name="connsiteX6" fmla="*/ 62844 w 303167"/>
              <a:gd name="connsiteY6" fmla="*/ 59578 h 236645"/>
              <a:gd name="connsiteX7" fmla="*/ 52525 w 303167"/>
              <a:gd name="connsiteY7" fmla="*/ 236646 h 236645"/>
              <a:gd name="connsiteX8" fmla="*/ 0 w 303167"/>
              <a:gd name="connsiteY8" fmla="*/ 236646 h 236645"/>
              <a:gd name="connsiteX9" fmla="*/ 22333 w 303167"/>
              <a:gd name="connsiteY9" fmla="*/ 0 h 236645"/>
              <a:gd name="connsiteX10" fmla="*/ 94717 w 303167"/>
              <a:gd name="connsiteY10" fmla="*/ 0 h 236645"/>
              <a:gd name="connsiteX11" fmla="*/ 151786 w 303167"/>
              <a:gd name="connsiteY11" fmla="*/ 158450 h 236645"/>
              <a:gd name="connsiteX12" fmla="*/ 152206 w 303167"/>
              <a:gd name="connsiteY12" fmla="*/ 158450 h 236645"/>
              <a:gd name="connsiteX13" fmla="*/ 211766 w 303167"/>
              <a:gd name="connsiteY13" fmla="*/ 0 h 236645"/>
              <a:gd name="connsiteX14" fmla="*/ 281255 w 303167"/>
              <a:gd name="connsiteY14" fmla="*/ 0 h 236645"/>
              <a:gd name="connsiteX15" fmla="*/ 303168 w 303167"/>
              <a:gd name="connsiteY15" fmla="*/ 236646 h 236645"/>
              <a:gd name="connsiteX16" fmla="*/ 246098 w 303167"/>
              <a:gd name="connsiteY16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3167" h="236645">
                <a:moveTo>
                  <a:pt x="246098" y="236646"/>
                </a:moveTo>
                <a:cubicBezTo>
                  <a:pt x="244853" y="174173"/>
                  <a:pt x="239469" y="112540"/>
                  <a:pt x="233259" y="59158"/>
                </a:cubicBezTo>
                <a:lnTo>
                  <a:pt x="232869" y="59158"/>
                </a:lnTo>
                <a:lnTo>
                  <a:pt x="169980" y="236646"/>
                </a:lnTo>
                <a:lnTo>
                  <a:pt x="124489" y="236646"/>
                </a:lnTo>
                <a:lnTo>
                  <a:pt x="63279" y="59578"/>
                </a:lnTo>
                <a:lnTo>
                  <a:pt x="62844" y="59578"/>
                </a:lnTo>
                <a:cubicBezTo>
                  <a:pt x="57070" y="112540"/>
                  <a:pt x="53350" y="174173"/>
                  <a:pt x="52525" y="236646"/>
                </a:cubicBezTo>
                <a:lnTo>
                  <a:pt x="0" y="236646"/>
                </a:lnTo>
                <a:cubicBezTo>
                  <a:pt x="2490" y="158045"/>
                  <a:pt x="9914" y="78182"/>
                  <a:pt x="22333" y="0"/>
                </a:cubicBezTo>
                <a:lnTo>
                  <a:pt x="94717" y="0"/>
                </a:lnTo>
                <a:lnTo>
                  <a:pt x="151786" y="158450"/>
                </a:lnTo>
                <a:lnTo>
                  <a:pt x="152206" y="158450"/>
                </a:lnTo>
                <a:lnTo>
                  <a:pt x="211766" y="0"/>
                </a:lnTo>
                <a:lnTo>
                  <a:pt x="281255" y="0"/>
                </a:lnTo>
                <a:cubicBezTo>
                  <a:pt x="292009" y="78182"/>
                  <a:pt x="299433" y="158045"/>
                  <a:pt x="303168" y="236646"/>
                </a:cubicBezTo>
                <a:lnTo>
                  <a:pt x="246098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38C502D0-B4B8-F48B-83A5-0356E3E50B16}"/>
              </a:ext>
            </a:extLst>
          </p:cNvPr>
          <p:cNvSpPr/>
          <p:nvPr/>
        </p:nvSpPr>
        <p:spPr>
          <a:xfrm>
            <a:off x="10064410" y="5109583"/>
            <a:ext cx="756399" cy="756645"/>
          </a:xfrm>
          <a:custGeom>
            <a:avLst/>
            <a:gdLst>
              <a:gd name="connsiteX0" fmla="*/ 586221 w 756399"/>
              <a:gd name="connsiteY0" fmla="*/ 0 h 756645"/>
              <a:gd name="connsiteX1" fmla="*/ 0 w 756399"/>
              <a:gd name="connsiteY1" fmla="*/ 586435 h 756645"/>
              <a:gd name="connsiteX2" fmla="*/ 0 w 756399"/>
              <a:gd name="connsiteY2" fmla="*/ 756646 h 756645"/>
              <a:gd name="connsiteX3" fmla="*/ 332219 w 756399"/>
              <a:gd name="connsiteY3" fmla="*/ 756646 h 756645"/>
              <a:gd name="connsiteX4" fmla="*/ 756399 w 756399"/>
              <a:gd name="connsiteY4" fmla="*/ 332323 h 756645"/>
              <a:gd name="connsiteX5" fmla="*/ 756399 w 756399"/>
              <a:gd name="connsiteY5" fmla="*/ 0 h 756645"/>
              <a:gd name="connsiteX6" fmla="*/ 586221 w 756399"/>
              <a:gd name="connsiteY6" fmla="*/ 0 h 756645"/>
              <a:gd name="connsiteX7" fmla="*/ 0 w 756399"/>
              <a:gd name="connsiteY7" fmla="*/ 0 h 756645"/>
              <a:gd name="connsiteX8" fmla="*/ 0 w 756399"/>
              <a:gd name="connsiteY8" fmla="*/ 332338 h 756645"/>
              <a:gd name="connsiteX9" fmla="*/ 332204 w 756399"/>
              <a:gd name="connsiteY9" fmla="*/ 0 h 756645"/>
              <a:gd name="connsiteX10" fmla="*/ 0 w 756399"/>
              <a:gd name="connsiteY10" fmla="*/ 0 h 756645"/>
              <a:gd name="connsiteX11" fmla="*/ 756399 w 756399"/>
              <a:gd name="connsiteY11" fmla="*/ 756646 h 756645"/>
              <a:gd name="connsiteX12" fmla="*/ 756399 w 756399"/>
              <a:gd name="connsiteY12" fmla="*/ 586435 h 756645"/>
              <a:gd name="connsiteX13" fmla="*/ 586251 w 756399"/>
              <a:gd name="connsiteY13" fmla="*/ 756646 h 756645"/>
              <a:gd name="connsiteX14" fmla="*/ 756399 w 756399"/>
              <a:gd name="connsiteY14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399" h="756645">
                <a:moveTo>
                  <a:pt x="586221" y="0"/>
                </a:moveTo>
                <a:lnTo>
                  <a:pt x="0" y="586435"/>
                </a:lnTo>
                <a:lnTo>
                  <a:pt x="0" y="756646"/>
                </a:lnTo>
                <a:lnTo>
                  <a:pt x="332219" y="756646"/>
                </a:lnTo>
                <a:lnTo>
                  <a:pt x="756399" y="332323"/>
                </a:lnTo>
                <a:lnTo>
                  <a:pt x="756399" y="0"/>
                </a:lnTo>
                <a:lnTo>
                  <a:pt x="586221" y="0"/>
                </a:lnTo>
                <a:close/>
                <a:moveTo>
                  <a:pt x="0" y="0"/>
                </a:moveTo>
                <a:lnTo>
                  <a:pt x="0" y="332338"/>
                </a:lnTo>
                <a:lnTo>
                  <a:pt x="332204" y="0"/>
                </a:lnTo>
                <a:lnTo>
                  <a:pt x="0" y="0"/>
                </a:lnTo>
                <a:close/>
                <a:moveTo>
                  <a:pt x="756399" y="756646"/>
                </a:moveTo>
                <a:lnTo>
                  <a:pt x="756399" y="586435"/>
                </a:lnTo>
                <a:lnTo>
                  <a:pt x="586251" y="756646"/>
                </a:lnTo>
                <a:lnTo>
                  <a:pt x="756399" y="75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81FD4CB5-3167-082F-8D85-CA01E847436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63033610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F808714-911C-A469-23CF-4FEE04047C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16" name="Tijdelijke aanduiding voor datum 15">
            <a:extLst>
              <a:ext uri="{FF2B5EF4-FFF2-40B4-BE49-F238E27FC236}">
                <a16:creationId xmlns:a16="http://schemas.microsoft.com/office/drawing/2014/main" id="{8F2794E4-629D-DAEA-7AEE-1DC722F30A3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4-2-2026</a:t>
            </a:fld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63442"/>
            <a:ext cx="8588828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63442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11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licht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5509B7C7-5037-12EB-2D66-C5F3D14696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039E0F1-48CC-FF77-2B9F-F114BA527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597E7F16-E22E-5F37-411D-943E40470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18716C2A-073D-16EF-4885-E0AD11F5BBF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0661714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C23177D5-467B-5ED9-E89C-75F22ECC05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6F841BB-C5FE-4709-DC70-04383DC7E4A8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6602096" y="4127886"/>
            <a:ext cx="1981596" cy="184616"/>
          </a:xfrm>
        </p:spPr>
        <p:txBody>
          <a:bodyPr/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4-2-2026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C58BC21-08B5-9740-1E7D-0B157197D2F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411187" y="6927292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8572001-2FAD-178C-FEBB-1598D2C9FA1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085198" y="692729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4048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zonde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E88A44-0518-7593-2358-9798869F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63443"/>
            <a:ext cx="8588828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E47005-03CE-1172-0884-71CE6F5D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65861"/>
            <a:ext cx="768135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0" name="ArtworkLogo">
            <a:extLst>
              <a:ext uri="{FF2B5EF4-FFF2-40B4-BE49-F238E27FC236}">
                <a16:creationId xmlns:a16="http://schemas.microsoft.com/office/drawing/2014/main" id="{194D9AE6-EEA9-67DA-1E28-74BBFD1DB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124A8B8A-5A12-77BC-D52C-3D92C108C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3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844E863F-F9EF-7570-3F26-F8FBEC0B2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AA9BA80B-FC9C-A07E-26AC-C724F6640AA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456483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6436DDAC-09F2-5DB1-A9D5-31E000C2BE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15" name="Tijdelijke aanduiding voor datum 15">
            <a:extLst>
              <a:ext uri="{FF2B5EF4-FFF2-40B4-BE49-F238E27FC236}">
                <a16:creationId xmlns:a16="http://schemas.microsoft.com/office/drawing/2014/main" id="{8B674381-211C-FF9F-C574-A4844D268B57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4-2-2026</a:t>
            </a:fld>
            <a:endParaRPr lang="nl-NL" dirty="0"/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465BD4F6-E566-373F-AA82-95B04BC4D7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129570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4-2-2026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126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ij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4-2-2026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281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blau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4-2-2026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21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9616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50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5187706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53862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53862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5386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266137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0231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Inhoud van twee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0824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AA4B9750-6228-FC32-2ECA-1DB369F716F0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rtworkLogo">
            <a:extLst>
              <a:ext uri="{FF2B5EF4-FFF2-40B4-BE49-F238E27FC236}">
                <a16:creationId xmlns:a16="http://schemas.microsoft.com/office/drawing/2014/main" id="{99569BF7-1D6F-9277-D1CE-2CCC6A1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12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4"/>
            <a:ext cx="5651498" cy="5152537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4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45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7144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1697A7E-ACCE-5011-540F-ABCB2C8EB371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0938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5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56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424000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1869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18696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18696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118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nhoud van twe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09900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5846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nhoud van twe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89231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892315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89231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6998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 met thema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C2FD-3A9E-4FB6-9665-708E4478422C}" type="datetime1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092EB4F2-6BF4-2A49-29B5-4F85BDB33D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7" y="3606827"/>
            <a:ext cx="3412305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5037B0F5-CB2A-FC8C-6198-5AD67C9D78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019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BE0659CB-6E14-2168-A79C-393B3A523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0582" y="3604037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6D4F84C-3FA7-9394-9AAA-A500F44CE4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0035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74A7EE85-3357-ABAF-D191-9DB06D4E2A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0309" y="3614923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20" name="Tijdelijke aanduiding voor tekst 15">
            <a:extLst>
              <a:ext uri="{FF2B5EF4-FFF2-40B4-BE49-F238E27FC236}">
                <a16:creationId xmlns:a16="http://schemas.microsoft.com/office/drawing/2014/main" id="{A834E811-F800-B2BB-BC3E-B2936BEBBA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0309" y="4112209"/>
            <a:ext cx="3442995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AAB14BD-6D7A-1F8E-0A43-628CE143A5B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99270" y="1510538"/>
            <a:ext cx="3412305" cy="191846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21">
            <a:extLst>
              <a:ext uri="{FF2B5EF4-FFF2-40B4-BE49-F238E27FC236}">
                <a16:creationId xmlns:a16="http://schemas.microsoft.com/office/drawing/2014/main" id="{43A54D3D-7CE2-6CA6-6477-72263150EAB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00563" y="1520824"/>
            <a:ext cx="3390900" cy="189608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4" name="Tijdelijke aanduiding voor afbeelding 21">
            <a:extLst>
              <a:ext uri="{FF2B5EF4-FFF2-40B4-BE49-F238E27FC236}">
                <a16:creationId xmlns:a16="http://schemas.microsoft.com/office/drawing/2014/main" id="{6BAB077A-65C4-42E8-210F-E56864579A3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501063" y="1520825"/>
            <a:ext cx="3390900" cy="190817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42986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C819F858-9DE3-548D-8A0E-0F7AEABA90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2224" y="1520824"/>
            <a:ext cx="3389313" cy="493236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60" y="3616323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2DB970C1-4D66-6D68-5008-5F90B69486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02650" y="1520825"/>
            <a:ext cx="3389313" cy="49323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6" y="3616324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1937565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vi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537176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5" y="3537177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55C4428-AE70-7C76-7E32-AF3B30C5439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00338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D42064C9-8132-541A-D245-134159C6D8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00758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D67C95A5-34B5-3F5B-8772-65F674F390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80171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8" name="Tijdelijke aanduiding voor tekst 5">
            <a:extLst>
              <a:ext uri="{FF2B5EF4-FFF2-40B4-BE49-F238E27FC236}">
                <a16:creationId xmlns:a16="http://schemas.microsoft.com/office/drawing/2014/main" id="{9FA1F461-DD7A-654C-F840-2CF3817ACC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0591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7FD9F287-8C74-CCD2-B6D9-30A0651985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0038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668A4254-8DED-4F6B-ACDC-4442FC9D54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01969" y="4112481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9" name="Tijdelijke aanduiding voor tekst 3">
            <a:extLst>
              <a:ext uri="{FF2B5EF4-FFF2-40B4-BE49-F238E27FC236}">
                <a16:creationId xmlns:a16="http://schemas.microsoft.com/office/drawing/2014/main" id="{6D5F1858-9EAA-1813-FA9A-8CEAD3E74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463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0" name="Tijdelijke aanduiding voor tekst 3">
            <a:extLst>
              <a:ext uri="{FF2B5EF4-FFF2-40B4-BE49-F238E27FC236}">
                <a16:creationId xmlns:a16="http://schemas.microsoft.com/office/drawing/2014/main" id="{51E7A658-3083-3474-E913-CDF1BC152F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80591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4866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a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83EAE987-BC6E-98C9-FEF9-B8DA8676FAB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300338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4" name="Tijdelijke aanduiding voor tekst 5">
            <a:extLst>
              <a:ext uri="{FF2B5EF4-FFF2-40B4-BE49-F238E27FC236}">
                <a16:creationId xmlns:a16="http://schemas.microsoft.com/office/drawing/2014/main" id="{8551C47D-E760-81DA-BB12-1478E64BAB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00758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149D2ED7-BAF0-8CC7-E9A1-3715AF49746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9961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2558DFFA-3F27-43D5-8CA0-4F3A0C5E71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003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7" name="Picture Placeholder 10">
            <a:extLst>
              <a:ext uri="{FF2B5EF4-FFF2-40B4-BE49-F238E27FC236}">
                <a16:creationId xmlns:a16="http://schemas.microsoft.com/office/drawing/2014/main" id="{B293267C-B5A4-21D9-7809-72A130D12F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0337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B403A794-923A-D330-5799-AF8BAA3624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0379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56874475-56F7-FB5A-C0AF-25C722E7893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0463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0" name="Tijdelijke aanduiding voor tekst 5">
            <a:extLst>
              <a:ext uri="{FF2B5EF4-FFF2-40B4-BE49-F238E27FC236}">
                <a16:creationId xmlns:a16="http://schemas.microsoft.com/office/drawing/2014/main" id="{37117F0A-E566-A297-35D1-C3C1C5D054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0883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07AE13BF-43FA-681D-01F7-768C02D9C028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40762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815B6F31-CD4F-09CE-C149-B50518F65E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182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F8BABAFA-4FBF-17BC-8BB3-D50B6AA20B4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4004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870F16BA-AC18-241C-91ED-DEF1CB57676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046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5" name="Picture Placeholder 10">
            <a:extLst>
              <a:ext uri="{FF2B5EF4-FFF2-40B4-BE49-F238E27FC236}">
                <a16:creationId xmlns:a16="http://schemas.microsoft.com/office/drawing/2014/main" id="{6550A89B-C5E7-B3C5-170E-5A0E0A422A7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4380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6" name="Tijdelijke aanduiding voor tekst 5">
            <a:extLst>
              <a:ext uri="{FF2B5EF4-FFF2-40B4-BE49-F238E27FC236}">
                <a16:creationId xmlns:a16="http://schemas.microsoft.com/office/drawing/2014/main" id="{49252DAA-7954-9B97-9302-448203C9CF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4422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4287582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in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EDBDA94-24D5-41E5-9379-523B7141822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12192001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80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/>
              <a:t>	</a:t>
            </a:r>
          </a:p>
          <a:p>
            <a:pPr marL="0" lvl="0" indent="0" algn="ctr">
              <a:buNone/>
            </a:pPr>
            <a:endParaRPr lang="fr-FR" dirty="0"/>
          </a:p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39860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s - 6 Collag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128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128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4064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876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0038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14" name="Espace réservé du contenu 12">
            <a:extLst>
              <a:ext uri="{FF2B5EF4-FFF2-40B4-BE49-F238E27FC236}">
                <a16:creationId xmlns:a16="http://schemas.microsoft.com/office/drawing/2014/main" id="{24B192B9-1979-47FD-B40B-D105E04FD4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52606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7" name="Espace réservé du contenu 12">
            <a:extLst>
              <a:ext uri="{FF2B5EF4-FFF2-40B4-BE49-F238E27FC236}">
                <a16:creationId xmlns:a16="http://schemas.microsoft.com/office/drawing/2014/main" id="{201296E0-114D-4FAE-9474-548B5DC841E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0517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8" name="Espace réservé du contenu 12">
            <a:extLst>
              <a:ext uri="{FF2B5EF4-FFF2-40B4-BE49-F238E27FC236}">
                <a16:creationId xmlns:a16="http://schemas.microsoft.com/office/drawing/2014/main" id="{154D76DD-DF79-45CC-89FC-1544939578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5774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1" name="Espace réservé du contenu 12">
            <a:extLst>
              <a:ext uri="{FF2B5EF4-FFF2-40B4-BE49-F238E27FC236}">
                <a16:creationId xmlns:a16="http://schemas.microsoft.com/office/drawing/2014/main" id="{E3E44833-1827-41DC-AEC3-0C01F1BAD4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031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36394FDD-DDC6-46CD-87AF-F343169F6B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00038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F4892D69-01ED-4ACE-9A93-97CAA2FCC8E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52606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B911AC6F-ED1A-472B-82C9-F9B03EBADF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0045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2A92BF88-4F19-41E1-9684-DFAC0736638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57745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6C4A12E5-2DFE-40D7-BD07-4F8CB3981E7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0559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0D81A-0A4D-402E-8E9E-990523BD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 dirty="0"/>
          </a:p>
        </p:txBody>
      </p:sp>
      <p:sp>
        <p:nvSpPr>
          <p:cNvPr id="15" name="Espace réservé du contenu 12">
            <a:extLst>
              <a:ext uri="{FF2B5EF4-FFF2-40B4-BE49-F238E27FC236}">
                <a16:creationId xmlns:a16="http://schemas.microsoft.com/office/drawing/2014/main" id="{6EACFA82-13D3-4835-BC31-EA4D32DA2EE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00038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6" name="Espace réservé du contenu 12">
            <a:extLst>
              <a:ext uri="{FF2B5EF4-FFF2-40B4-BE49-F238E27FC236}">
                <a16:creationId xmlns:a16="http://schemas.microsoft.com/office/drawing/2014/main" id="{8116A56C-8FBE-4F10-86C4-7EBBDA731D3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52606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9" name="Espace réservé du contenu 12">
            <a:extLst>
              <a:ext uri="{FF2B5EF4-FFF2-40B4-BE49-F238E27FC236}">
                <a16:creationId xmlns:a16="http://schemas.microsoft.com/office/drawing/2014/main" id="{557315BC-A319-41BD-94B1-9E47282316B6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0045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0" name="Espace réservé du contenu 12">
            <a:extLst>
              <a:ext uri="{FF2B5EF4-FFF2-40B4-BE49-F238E27FC236}">
                <a16:creationId xmlns:a16="http://schemas.microsoft.com/office/drawing/2014/main" id="{491474BD-C9D3-4108-844A-3A94E7D924B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157745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2608B710-E00E-44B4-94F8-5E4F05A89D1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0559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58ECC7BC-2F7A-4EEB-B327-78239884408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06288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08BD1D96-984C-4668-B5C1-1C6B87690E9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062883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619F8650-8ADC-4773-96F6-9A03F256944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0062883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</p:spTree>
    <p:extLst>
      <p:ext uri="{BB962C8B-B14F-4D97-AF65-F5344CB8AC3E}">
        <p14:creationId xmlns:p14="http://schemas.microsoft.com/office/powerpoint/2010/main" val="4240969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2048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0" name="Espace réservé du contenu 12">
            <a:extLst>
              <a:ext uri="{FF2B5EF4-FFF2-40B4-BE49-F238E27FC236}">
                <a16:creationId xmlns:a16="http://schemas.microsoft.com/office/drawing/2014/main" id="{B070F49F-DF60-4723-A91C-5C1E12D586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97295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1" name="Espace réservé du contenu 12">
            <a:extLst>
              <a:ext uri="{FF2B5EF4-FFF2-40B4-BE49-F238E27FC236}">
                <a16:creationId xmlns:a16="http://schemas.microsoft.com/office/drawing/2014/main" id="{1A46C95E-26CD-45AD-BB72-B430933BAC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4386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2" name="Espace réservé du contenu 12">
            <a:extLst>
              <a:ext uri="{FF2B5EF4-FFF2-40B4-BE49-F238E27FC236}">
                <a16:creationId xmlns:a16="http://schemas.microsoft.com/office/drawing/2014/main" id="{7C59A534-42C3-4A87-94C8-B2FBBAFC4B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1476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3" name="Espace réservé du contenu 12">
            <a:extLst>
              <a:ext uri="{FF2B5EF4-FFF2-40B4-BE49-F238E27FC236}">
                <a16:creationId xmlns:a16="http://schemas.microsoft.com/office/drawing/2014/main" id="{4BB3DF69-45D4-47B3-BA99-BA35B5100C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98567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4" name="Espace réservé du contenu 12">
            <a:extLst>
              <a:ext uri="{FF2B5EF4-FFF2-40B4-BE49-F238E27FC236}">
                <a16:creationId xmlns:a16="http://schemas.microsoft.com/office/drawing/2014/main" id="{F2BAFCF9-6ACE-4E11-8AC5-705BA7DCE73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65658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14B89B0-0422-4EDE-810F-DD425AAC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7179003E-4816-41C0-9AF2-1961BE47218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32748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16BF5880-831D-419E-8A89-CAA8576722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2048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81EFFE30-BF7F-4D56-9052-FC7B0EA47F4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7295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9726FF2E-0D1B-446C-AED7-6C18FA081A2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4386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0452C3E5-292A-4D12-8FDE-385DEDE4DA3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1476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AE4E27E8-C18D-419A-A1FE-01638530604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98567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2202F7BB-DA07-47E6-9776-44DE2CE5B1A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65658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13AD8282-9283-4BCD-93B4-A60DE19B96B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32748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EDB560BE-84F4-41ED-A25E-92DD880EFBE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00039" y="390921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1" name="Espace réservé du contenu 12">
            <a:extLst>
              <a:ext uri="{FF2B5EF4-FFF2-40B4-BE49-F238E27FC236}">
                <a16:creationId xmlns:a16="http://schemas.microsoft.com/office/drawing/2014/main" id="{CD1F4ABC-FE91-41A9-BAF4-C6FD38763B6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70946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2" name="Espace réservé du contenu 12">
            <a:extLst>
              <a:ext uri="{FF2B5EF4-FFF2-40B4-BE49-F238E27FC236}">
                <a16:creationId xmlns:a16="http://schemas.microsoft.com/office/drawing/2014/main" id="{E89F3236-63C3-4361-A946-CCFDF997A08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641854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3" name="Espace réservé du contenu 12">
            <a:extLst>
              <a:ext uri="{FF2B5EF4-FFF2-40B4-BE49-F238E27FC236}">
                <a16:creationId xmlns:a16="http://schemas.microsoft.com/office/drawing/2014/main" id="{C774BBFA-2EDC-46C0-99B6-BB94741E4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312761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4" name="Espace réservé du contenu 12">
            <a:extLst>
              <a:ext uri="{FF2B5EF4-FFF2-40B4-BE49-F238E27FC236}">
                <a16:creationId xmlns:a16="http://schemas.microsoft.com/office/drawing/2014/main" id="{F950F4F3-C660-4899-ADA1-15E1485646D4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983668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5" name="Espace réservé du contenu 12">
            <a:extLst>
              <a:ext uri="{FF2B5EF4-FFF2-40B4-BE49-F238E27FC236}">
                <a16:creationId xmlns:a16="http://schemas.microsoft.com/office/drawing/2014/main" id="{3F9278D3-004D-432F-A4AB-EFC0C9107FE5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654575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6" name="Espace réservé du contenu 12">
            <a:extLst>
              <a:ext uri="{FF2B5EF4-FFF2-40B4-BE49-F238E27FC236}">
                <a16:creationId xmlns:a16="http://schemas.microsoft.com/office/drawing/2014/main" id="{8D91ED01-78AD-4C9E-8EAC-02799D1F1AC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325482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7" name="Espace réservé du contenu 12">
            <a:extLst>
              <a:ext uri="{FF2B5EF4-FFF2-40B4-BE49-F238E27FC236}">
                <a16:creationId xmlns:a16="http://schemas.microsoft.com/office/drawing/2014/main" id="{9AB1A9A0-9D07-4585-8F4A-E7E37DD658D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02048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8" name="Espace réservé du contenu 12">
            <a:extLst>
              <a:ext uri="{FF2B5EF4-FFF2-40B4-BE49-F238E27FC236}">
                <a16:creationId xmlns:a16="http://schemas.microsoft.com/office/drawing/2014/main" id="{AF9FFA38-2CAB-43BF-85AF-6A02A583BA5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97295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9" name="Espace réservé du contenu 12">
            <a:extLst>
              <a:ext uri="{FF2B5EF4-FFF2-40B4-BE49-F238E27FC236}">
                <a16:creationId xmlns:a16="http://schemas.microsoft.com/office/drawing/2014/main" id="{0C1E97B8-E5C7-46D5-8C5C-6D0E2F88F9B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64386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7" name="Espace réservé du contenu 12">
            <a:extLst>
              <a:ext uri="{FF2B5EF4-FFF2-40B4-BE49-F238E27FC236}">
                <a16:creationId xmlns:a16="http://schemas.microsoft.com/office/drawing/2014/main" id="{57910F56-96F7-4196-8A69-459515E99B1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531476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8" name="Espace réservé du contenu 12">
            <a:extLst>
              <a:ext uri="{FF2B5EF4-FFF2-40B4-BE49-F238E27FC236}">
                <a16:creationId xmlns:a16="http://schemas.microsoft.com/office/drawing/2014/main" id="{E3A46883-1CA1-41B5-829C-AE02DB324B3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98567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9" name="Espace réservé du contenu 12">
            <a:extLst>
              <a:ext uri="{FF2B5EF4-FFF2-40B4-BE49-F238E27FC236}">
                <a16:creationId xmlns:a16="http://schemas.microsoft.com/office/drawing/2014/main" id="{35048BB4-8422-4CEF-97A5-D807984C0702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65658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60" name="Espace réservé du contenu 12">
            <a:extLst>
              <a:ext uri="{FF2B5EF4-FFF2-40B4-BE49-F238E27FC236}">
                <a16:creationId xmlns:a16="http://schemas.microsoft.com/office/drawing/2014/main" id="{324E096C-1CAA-4C8A-A720-E31C1A01767E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032748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9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24BB-B06D-456B-989F-E4E6B54E3121}" type="datetime1">
              <a:rPr lang="nl-NL" smtClean="0"/>
              <a:t>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19172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3C17B78-A4BA-827D-07E7-CF57F7A4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88AE-63DC-4099-90B6-C0DEFB5E6602}" type="datetime1">
              <a:rPr lang="nl-NL" smtClean="0"/>
              <a:t>4-2-2026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B6AE795-CF6B-B62A-54F3-58134306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6DEACBB-EA0E-2C61-9483-4FEA1287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2448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 zonder ba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97D724BB-B06D-456B-989F-E4E6B54E3121}" type="datetime1">
              <a:rPr lang="nl-NL" smtClean="0"/>
              <a:t>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pic>
        <p:nvPicPr>
          <p:cNvPr id="6" name="ArtworkLogo">
            <a:extLst>
              <a:ext uri="{FF2B5EF4-FFF2-40B4-BE49-F238E27FC236}">
                <a16:creationId xmlns:a16="http://schemas.microsoft.com/office/drawing/2014/main" id="{CE968CEF-3847-9879-E923-ED64E3E34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0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418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algem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2371461"/>
            <a:ext cx="3836639" cy="389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Geonovum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T	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033 460 41 00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E	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info@geonovum.nl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bezoekadres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Barchman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</a:t>
            </a:r>
            <a:r>
              <a:rPr lang="nl-NL" sz="1600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Wuytierslaan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10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3818 LH Amersfoort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b="1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postadres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Postbus 508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3800 AM Amersfoort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186003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persoon met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418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9" name="Tekstvak 8">
            <a:hlinkClick r:id="rId4"/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4391218"/>
            <a:ext cx="3836639" cy="76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 onze website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nl-NL" sz="18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r>
              <a:rPr lang="nl-NL" sz="18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8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Bedankt!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0F9E361-25B1-26B6-D92A-B077C62239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463" y="2343379"/>
            <a:ext cx="5651500" cy="442232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2A494B8-DE6E-7F0A-561C-29B771234A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53302" y="3429001"/>
            <a:ext cx="4538660" cy="39143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 dirty="0"/>
              <a:t>[e-mail]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8DBCEA1D-6766-3C2D-588B-FBECF162B6D4}"/>
              </a:ext>
            </a:extLst>
          </p:cNvPr>
          <p:cNvSpPr txBox="1"/>
          <p:nvPr userDrawn="1"/>
        </p:nvSpPr>
        <p:spPr>
          <a:xfrm>
            <a:off x="6240461" y="2965002"/>
            <a:ext cx="3989041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Contact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pic>
        <p:nvPicPr>
          <p:cNvPr id="10" name="Graphic 9">
            <a:hlinkClick r:id="rId4"/>
            <a:extLst>
              <a:ext uri="{FF2B5EF4-FFF2-40B4-BE49-F238E27FC236}">
                <a16:creationId xmlns:a16="http://schemas.microsoft.com/office/drawing/2014/main" id="{2E09973E-E0DA-1C22-6AD3-30FC84B646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6219" y="4302361"/>
            <a:ext cx="2107422" cy="1603048"/>
          </a:xfrm>
          <a:prstGeom prst="rect">
            <a:avLst/>
          </a:prstGeom>
        </p:spPr>
      </p:pic>
      <p:sp>
        <p:nvSpPr>
          <p:cNvPr id="18" name="Tijdelijke aanduiding voor tekst 4">
            <a:extLst>
              <a:ext uri="{FF2B5EF4-FFF2-40B4-BE49-F238E27FC236}">
                <a16:creationId xmlns:a16="http://schemas.microsoft.com/office/drawing/2014/main" id="{C87550B5-77AB-5E1D-848C-7747F39A2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3301" y="3815214"/>
            <a:ext cx="4538660" cy="39142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 dirty="0"/>
              <a:t>[Telefoon]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D46AB79-C56F-6ABA-E57F-AD5B98CD4821}"/>
              </a:ext>
            </a:extLst>
          </p:cNvPr>
          <p:cNvSpPr txBox="1"/>
          <p:nvPr userDrawn="1"/>
        </p:nvSpPr>
        <p:spPr>
          <a:xfrm>
            <a:off x="6245906" y="3358234"/>
            <a:ext cx="1059824" cy="832582"/>
          </a:xfrm>
          <a:prstGeom prst="rect">
            <a:avLst/>
          </a:prstGeom>
          <a:noFill/>
        </p:spPr>
        <p:txBody>
          <a:bodyPr wrap="none" lIns="72000" tIns="72000" rIns="72000" bIns="72000" anchor="ctr" anchorCtr="0">
            <a:spAutoFit/>
          </a:bodyPr>
          <a:lstStyle/>
          <a:p>
            <a:pPr marL="0" lvl="0" indent="0">
              <a:lnSpc>
                <a:spcPct val="130000"/>
              </a:lnSpc>
              <a:buNone/>
            </a:pPr>
            <a:r>
              <a:rPr lang="nl-NL" b="1" dirty="0">
                <a:solidFill>
                  <a:schemeClr val="bg1"/>
                </a:solidFill>
              </a:rPr>
              <a:t>E-mail:</a:t>
            </a:r>
          </a:p>
          <a:p>
            <a:pPr marL="0" lvl="0" indent="0">
              <a:lnSpc>
                <a:spcPct val="130000"/>
              </a:lnSpc>
              <a:buNone/>
            </a:pPr>
            <a:r>
              <a:rPr lang="nl-NL" b="1" dirty="0">
                <a:solidFill>
                  <a:schemeClr val="bg1"/>
                </a:solidFill>
              </a:rPr>
              <a:t>Telefoon:</a:t>
            </a:r>
          </a:p>
        </p:txBody>
      </p:sp>
    </p:spTree>
    <p:extLst>
      <p:ext uri="{BB962C8B-B14F-4D97-AF65-F5344CB8AC3E}">
        <p14:creationId xmlns:p14="http://schemas.microsoft.com/office/powerpoint/2010/main" val="374759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sv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4737BDE2-6624-6AA2-E513-3C0A4D766F82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472DD61-4421-5CEC-4C48-8826AE7C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9780132" cy="12801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6E14671-E605-C01F-EC26-2E58DAE6D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38" y="1520825"/>
            <a:ext cx="11587855" cy="493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48627B-AB69-E330-96D2-7A8A6BA7E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0735" y="6637339"/>
            <a:ext cx="1981596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4-2-2026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1F30596-193F-4148-BD90-D8B9C3A96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1187" y="6637339"/>
            <a:ext cx="8588828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E07D45-0616-24CB-1480-BE6C20E68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758" y="6637339"/>
            <a:ext cx="768135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7" name="ArtworkLogo">
            <a:extLst>
              <a:ext uri="{FF2B5EF4-FFF2-40B4-BE49-F238E27FC236}">
                <a16:creationId xmlns:a16="http://schemas.microsoft.com/office/drawing/2014/main" id="{77990C53-887C-17B0-656E-BF275840E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  <p:grpSp>
        <p:nvGrpSpPr>
          <p:cNvPr id="11" name="Groep 10">
            <a:extLst>
              <a:ext uri="{FF2B5EF4-FFF2-40B4-BE49-F238E27FC236}">
                <a16:creationId xmlns:a16="http://schemas.microsoft.com/office/drawing/2014/main" id="{ECFF6442-24D7-78CE-C384-08CC040403BE}"/>
              </a:ext>
            </a:extLst>
          </p:cNvPr>
          <p:cNvGrpSpPr/>
          <p:nvPr userDrawn="1"/>
        </p:nvGrpSpPr>
        <p:grpSpPr>
          <a:xfrm>
            <a:off x="175844" y="-1"/>
            <a:ext cx="8131733" cy="6857999"/>
            <a:chOff x="0" y="0"/>
            <a:chExt cx="7536913" cy="6356350"/>
          </a:xfrm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030AC175-1567-1D95-0AFA-FE3F3B2F6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5838825" cy="5842635"/>
            </a:xfrm>
            <a:custGeom>
              <a:avLst/>
              <a:gdLst>
                <a:gd name="connsiteX0" fmla="*/ 5841340 w 5841339"/>
                <a:gd name="connsiteY0" fmla="*/ 0 h 5841720"/>
                <a:gd name="connsiteX1" fmla="*/ 3301403 w 5841339"/>
                <a:gd name="connsiteY1" fmla="*/ 0 h 5841720"/>
                <a:gd name="connsiteX2" fmla="*/ 1655826 w 5841339"/>
                <a:gd name="connsiteY2" fmla="*/ 1645666 h 5841720"/>
                <a:gd name="connsiteX3" fmla="*/ 10268 w 5841339"/>
                <a:gd name="connsiteY3" fmla="*/ 0 h 5841720"/>
                <a:gd name="connsiteX4" fmla="*/ 0 w 5841339"/>
                <a:gd name="connsiteY4" fmla="*/ 0 h 5841720"/>
                <a:gd name="connsiteX5" fmla="*/ 0 w 5841339"/>
                <a:gd name="connsiteY5" fmla="*/ 5841721 h 5841720"/>
                <a:gd name="connsiteX6" fmla="*/ 5841340 w 5841339"/>
                <a:gd name="connsiteY6" fmla="*/ 0 h 584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41339" h="5841720">
                  <a:moveTo>
                    <a:pt x="5841340" y="0"/>
                  </a:moveTo>
                  <a:lnTo>
                    <a:pt x="3301403" y="0"/>
                  </a:lnTo>
                  <a:lnTo>
                    <a:pt x="1655826" y="1645666"/>
                  </a:lnTo>
                  <a:lnTo>
                    <a:pt x="10268" y="0"/>
                  </a:lnTo>
                  <a:lnTo>
                    <a:pt x="0" y="0"/>
                  </a:lnTo>
                  <a:lnTo>
                    <a:pt x="0" y="5841721"/>
                  </a:lnTo>
                  <a:lnTo>
                    <a:pt x="5841340" y="0"/>
                  </a:lnTo>
                  <a:close/>
                </a:path>
              </a:pathLst>
            </a:custGeom>
            <a:solidFill>
              <a:srgbClr val="0085C6">
                <a:alpha val="5000"/>
              </a:srgbClr>
            </a:solidFill>
            <a:ln w="1269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10" name="Gelijkbenige driehoek 9">
              <a:extLst>
                <a:ext uri="{FF2B5EF4-FFF2-40B4-BE49-F238E27FC236}">
                  <a16:creationId xmlns:a16="http://schemas.microsoft.com/office/drawing/2014/main" id="{78433DAC-08AE-E961-4DE7-DBA661CABD30}"/>
                </a:ext>
              </a:extLst>
            </p:cNvPr>
            <p:cNvSpPr/>
            <p:nvPr userDrawn="1"/>
          </p:nvSpPr>
          <p:spPr>
            <a:xfrm>
              <a:off x="2031572" y="3530024"/>
              <a:ext cx="5505341" cy="2826326"/>
            </a:xfrm>
            <a:prstGeom prst="triangl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33812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79" r:id="rId3"/>
    <p:sldLayoutId id="2147483674" r:id="rId4"/>
    <p:sldLayoutId id="2147483659" r:id="rId5"/>
    <p:sldLayoutId id="2147483649" r:id="rId6"/>
    <p:sldLayoutId id="2147483651" r:id="rId7"/>
    <p:sldLayoutId id="2147483675" r:id="rId8"/>
    <p:sldLayoutId id="2147483676" r:id="rId9"/>
    <p:sldLayoutId id="2147483652" r:id="rId10"/>
    <p:sldLayoutId id="2147483669" r:id="rId11"/>
    <p:sldLayoutId id="2147483670" r:id="rId12"/>
    <p:sldLayoutId id="2147483680" r:id="rId13"/>
    <p:sldLayoutId id="2147483681" r:id="rId14"/>
    <p:sldLayoutId id="2147483682" r:id="rId15"/>
    <p:sldLayoutId id="2147483671" r:id="rId16"/>
    <p:sldLayoutId id="2147483672" r:id="rId17"/>
    <p:sldLayoutId id="2147483673" r:id="rId18"/>
    <p:sldLayoutId id="2147483660" r:id="rId19"/>
    <p:sldLayoutId id="2147483663" r:id="rId20"/>
    <p:sldLayoutId id="2147483664" r:id="rId21"/>
    <p:sldLayoutId id="2147483677" r:id="rId22"/>
    <p:sldLayoutId id="2147483665" r:id="rId23"/>
    <p:sldLayoutId id="2147483666" r:id="rId24"/>
    <p:sldLayoutId id="2147483667" r:id="rId25"/>
    <p:sldLayoutId id="2147483668" r:id="rId26"/>
    <p:sldLayoutId id="2147483678" r:id="rId27"/>
    <p:sldLayoutId id="2147483655" r:id="rId28"/>
    <p:sldLayoutId id="2147483654" r:id="rId29"/>
    <p:sldLayoutId id="2147483656" r:id="rId30"/>
    <p:sldLayoutId id="2147483657" r:id="rId31"/>
    <p:sldLayoutId id="2147483661" r:id="rId3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1" kern="1200">
          <a:solidFill>
            <a:schemeClr val="accent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64686B"/>
        </a:buClr>
        <a:buSzPct val="90000"/>
        <a:buFont typeface="Wingdings" panose="05000000000000000000" pitchFamily="2" charset="2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orient="horz" pos="958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  <p15:guide id="7" orient="horz" pos="703" userDrawn="1">
          <p15:clr>
            <a:srgbClr val="F26B43"/>
          </p15:clr>
        </p15:guide>
        <p15:guide id="8" orient="horz" pos="187" userDrawn="1">
          <p15:clr>
            <a:srgbClr val="F26B43"/>
          </p15:clr>
        </p15:guide>
        <p15:guide id="9" pos="3749" userDrawn="1">
          <p15:clr>
            <a:srgbClr val="F26B43"/>
          </p15:clr>
        </p15:guide>
        <p15:guide id="10" pos="39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FAA35-54A9-2F3B-B0B5-15B9E9B65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MIM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0D40446-620E-70AA-7430-FB70428A6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5432118" cy="1122074"/>
          </a:xfrm>
        </p:spPr>
        <p:txBody>
          <a:bodyPr>
            <a:normAutofit/>
          </a:bodyPr>
          <a:lstStyle/>
          <a:p>
            <a:r>
              <a:rPr lang="nl-NL" dirty="0"/>
              <a:t>MIM 2.0 – in ontwikkeling</a:t>
            </a:r>
          </a:p>
          <a:p>
            <a:r>
              <a:rPr lang="nl-NL" dirty="0"/>
              <a:t>MIM community sessie – 12 feb 2026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269E31-8424-519E-A74C-0E96976EA1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E5C588CF-1BFB-0D66-F25E-177160CCAE6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75EA9B3-809F-44BB-B7CF-79FF1B0E462C}" type="datetime2">
              <a:rPr lang="nl-NL" smtClean="0"/>
              <a:pPr/>
              <a:t>woensdag 4 februari 2026</a:t>
            </a:fld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C1C29F-34CB-505D-6FA5-D756549933B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pPr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027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metamodel informatiemodellering MIM">
            <a:extLst>
              <a:ext uri="{FF2B5EF4-FFF2-40B4-BE49-F238E27FC236}">
                <a16:creationId xmlns:a16="http://schemas.microsoft.com/office/drawing/2014/main" id="{42FDDEE9-633B-61A0-BFB6-0420B0B5B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9815" y="1195343"/>
            <a:ext cx="2139886" cy="106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A4E6323C-1F35-57DC-DE3D-72D338FB8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174" y="1588335"/>
            <a:ext cx="8774073" cy="3185646"/>
          </a:xfrm>
        </p:spPr>
        <p:txBody>
          <a:bodyPr>
            <a:normAutofit fontScale="77500" lnSpcReduction="20000"/>
          </a:bodyPr>
          <a:lstStyle/>
          <a:p>
            <a:r>
              <a:rPr lang="nl-NL" sz="4800" dirty="0"/>
              <a:t>Introductie</a:t>
            </a:r>
          </a:p>
          <a:p>
            <a:r>
              <a:rPr lang="nl-NL" sz="4800" dirty="0"/>
              <a:t>Planning</a:t>
            </a:r>
          </a:p>
          <a:p>
            <a:r>
              <a:rPr lang="nl-NL" sz="4800" dirty="0"/>
              <a:t>Werk in uitvoering</a:t>
            </a:r>
          </a:p>
          <a:p>
            <a:r>
              <a:rPr lang="nl-NL" sz="4800" dirty="0"/>
              <a:t>MIM 2.0 uitdaging – </a:t>
            </a:r>
            <a:r>
              <a:rPr lang="nl-NL" sz="4800" dirty="0" err="1"/>
              <a:t>use</a:t>
            </a:r>
            <a:r>
              <a:rPr lang="nl-NL" sz="4800" dirty="0"/>
              <a:t> case</a:t>
            </a:r>
          </a:p>
          <a:p>
            <a:r>
              <a:rPr lang="nl-NL" sz="4800" dirty="0"/>
              <a:t>MIM 2.0 begripsvorming</a:t>
            </a:r>
          </a:p>
          <a:p>
            <a:r>
              <a:rPr lang="nl-NL" sz="4800" dirty="0"/>
              <a:t>Schets van MIM 2.0 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5A90C06-D242-A589-A1F2-63A55429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pPr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0652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2577E-49EE-A485-2C44-16FDFCA0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34" y="-477296"/>
            <a:ext cx="9780132" cy="1280159"/>
          </a:xfrm>
        </p:spPr>
        <p:txBody>
          <a:bodyPr/>
          <a:lstStyle/>
          <a:p>
            <a:r>
              <a:rPr lang="nl-NL" dirty="0"/>
              <a:t>Januari 2025 – MIM 2.0 visie document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3AF0177-DF71-7B4E-37C7-ED18B695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3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1D7367E-9B5F-9EF4-9E48-AFA99F80A293}"/>
              </a:ext>
            </a:extLst>
          </p:cNvPr>
          <p:cNvSpPr txBox="1"/>
          <p:nvPr/>
        </p:nvSpPr>
        <p:spPr>
          <a:xfrm>
            <a:off x="1361158" y="1056102"/>
            <a:ext cx="609755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3200" b="1" i="0" u="none" strike="noStrike" baseline="0" dirty="0">
                <a:solidFill>
                  <a:srgbClr val="0085C5"/>
                </a:solidFill>
                <a:latin typeface="Tenorite" panose="00000500000000000000" pitchFamily="2" charset="0"/>
              </a:rPr>
              <a:t>Thema update 2.0 </a:t>
            </a:r>
            <a:endParaRPr lang="nl-NL" sz="3200" b="0" i="0" u="none" strike="noStrike" baseline="0" dirty="0">
              <a:solidFill>
                <a:srgbClr val="0085C5"/>
              </a:solidFill>
              <a:latin typeface="Tenorite" panose="00000500000000000000" pitchFamily="2" charset="0"/>
            </a:endParaRPr>
          </a:p>
          <a:p>
            <a:r>
              <a:rPr lang="nl-NL" sz="2400" b="0" i="0" u="none" strike="noStrike" baseline="0" dirty="0">
                <a:solidFill>
                  <a:srgbClr val="3B3B3B"/>
                </a:solidFill>
                <a:latin typeface="Tenorite" panose="00000500000000000000" pitchFamily="2" charset="0"/>
              </a:rPr>
              <a:t>Beter aangesloten </a:t>
            </a:r>
          </a:p>
          <a:p>
            <a:r>
              <a:rPr lang="nl-NL" sz="2400" b="0" i="0" u="none" strike="noStrike" baseline="0" dirty="0">
                <a:solidFill>
                  <a:srgbClr val="3B3B3B"/>
                </a:solidFill>
                <a:latin typeface="Tenorite" panose="00000500000000000000" pitchFamily="2" charset="0"/>
              </a:rPr>
              <a:t>Breder toegepast </a:t>
            </a:r>
          </a:p>
          <a:p>
            <a:r>
              <a:rPr lang="nl-NL" sz="2400" b="0" i="0" u="none" strike="noStrike" baseline="0" dirty="0">
                <a:solidFill>
                  <a:srgbClr val="3B3B3B"/>
                </a:solidFill>
                <a:latin typeface="Tenorite" panose="00000500000000000000" pitchFamily="2" charset="0"/>
              </a:rPr>
              <a:t>Bestendig geformaliseerd </a:t>
            </a:r>
          </a:p>
        </p:txBody>
      </p:sp>
      <p:pic>
        <p:nvPicPr>
          <p:cNvPr id="7" name="Afbeelding 6" descr="Afbeelding met tekenfilm, Tekenfilm, clipart, Animatie&#10;&#10;Automatisch gegenereerde beschrijving">
            <a:extLst>
              <a:ext uri="{FF2B5EF4-FFF2-40B4-BE49-F238E27FC236}">
                <a16:creationId xmlns:a16="http://schemas.microsoft.com/office/drawing/2014/main" id="{F215E98B-43F5-2422-70C6-5F985037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415" y="3330388"/>
            <a:ext cx="3548418" cy="1686083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ABDB7664-E4F2-8537-1C8D-FD713024FDD9}"/>
              </a:ext>
            </a:extLst>
          </p:cNvPr>
          <p:cNvSpPr txBox="1"/>
          <p:nvPr/>
        </p:nvSpPr>
        <p:spPr>
          <a:xfrm>
            <a:off x="948194" y="3330388"/>
            <a:ext cx="651051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b="1" i="0" u="none" strike="noStrike" baseline="0" dirty="0">
                <a:solidFill>
                  <a:srgbClr val="0085C5"/>
                </a:solidFill>
                <a:latin typeface="Tenorite" panose="00000500000000000000" pitchFamily="2" charset="0"/>
              </a:rPr>
              <a:t>Metamodel</a:t>
            </a:r>
          </a:p>
          <a:p>
            <a:r>
              <a:rPr lang="nl-NL" sz="2800" b="1" dirty="0">
                <a:solidFill>
                  <a:srgbClr val="0085C5"/>
                </a:solidFill>
                <a:latin typeface="Tenorite" panose="00000500000000000000" pitchFamily="2" charset="0"/>
              </a:rPr>
              <a:t>Afstemming Internationaal</a:t>
            </a:r>
          </a:p>
          <a:p>
            <a:r>
              <a:rPr lang="nl-NL" sz="2800" b="1" i="0" u="none" strike="noStrike" baseline="0" dirty="0">
                <a:solidFill>
                  <a:srgbClr val="0085C5"/>
                </a:solidFill>
                <a:latin typeface="Tenorite" panose="00000500000000000000" pitchFamily="2" charset="0"/>
              </a:rPr>
              <a:t>NL-SBB – MIM</a:t>
            </a:r>
          </a:p>
          <a:p>
            <a:r>
              <a:rPr lang="nl-NL" sz="2800" b="1" dirty="0">
                <a:solidFill>
                  <a:srgbClr val="0085C5"/>
                </a:solidFill>
                <a:latin typeface="Tenorite" panose="00000500000000000000" pitchFamily="2" charset="0"/>
              </a:rPr>
              <a:t>ER/UML/FBM/</a:t>
            </a:r>
            <a:r>
              <a:rPr lang="nl-NL" sz="2800" b="1" dirty="0" err="1">
                <a:solidFill>
                  <a:srgbClr val="0085C5"/>
                </a:solidFill>
                <a:latin typeface="Tenorite" panose="00000500000000000000" pitchFamily="2" charset="0"/>
              </a:rPr>
              <a:t>OntoUML</a:t>
            </a:r>
            <a:r>
              <a:rPr lang="nl-NL" sz="2800" b="1" dirty="0">
                <a:solidFill>
                  <a:srgbClr val="0085C5"/>
                </a:solidFill>
                <a:latin typeface="Tenorite" panose="00000500000000000000" pitchFamily="2" charset="0"/>
              </a:rPr>
              <a:t>/LD/</a:t>
            </a:r>
            <a:r>
              <a:rPr lang="nl-NL" sz="2800" b="1" dirty="0" err="1">
                <a:solidFill>
                  <a:srgbClr val="0085C5"/>
                </a:solidFill>
                <a:latin typeface="Tenorite" panose="00000500000000000000" pitchFamily="2" charset="0"/>
              </a:rPr>
              <a:t>Archimate</a:t>
            </a:r>
            <a:endParaRPr lang="nl-NL" sz="2800" b="1" dirty="0">
              <a:solidFill>
                <a:srgbClr val="0085C5"/>
              </a:solidFill>
              <a:latin typeface="Tenorite" panose="00000500000000000000" pitchFamily="2" charset="0"/>
            </a:endParaRPr>
          </a:p>
          <a:p>
            <a:r>
              <a:rPr lang="nl-NL" sz="2800" b="1" i="0" u="none" strike="noStrike" baseline="0" dirty="0">
                <a:solidFill>
                  <a:srgbClr val="0085C5"/>
                </a:solidFill>
                <a:latin typeface="Tenorite" panose="00000500000000000000" pitchFamily="2" charset="0"/>
              </a:rPr>
              <a:t>Semantische </a:t>
            </a:r>
            <a:r>
              <a:rPr lang="nl-NL" sz="2800" b="1" i="0" u="none" strike="noStrike" baseline="0" dirty="0" err="1">
                <a:solidFill>
                  <a:srgbClr val="0085C5"/>
                </a:solidFill>
                <a:latin typeface="Tenorite" panose="00000500000000000000" pitchFamily="2" charset="0"/>
              </a:rPr>
              <a:t>lineage</a:t>
            </a:r>
            <a:endParaRPr lang="nl-NL" sz="1800" b="0" i="0" u="none" strike="noStrike" baseline="0" dirty="0">
              <a:solidFill>
                <a:srgbClr val="3B3B3B"/>
              </a:solidFill>
              <a:latin typeface="Tenorit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44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7979E0-6A3D-A45D-13A6-72C51A46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Planning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F62176-6D6E-7612-2C26-24E944D61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8" y="1520825"/>
            <a:ext cx="11587855" cy="1908175"/>
          </a:xfrm>
        </p:spPr>
        <p:txBody>
          <a:bodyPr/>
          <a:lstStyle/>
          <a:p>
            <a:r>
              <a:rPr lang="nl-NL" dirty="0"/>
              <a:t>2024 Visievorming</a:t>
            </a:r>
          </a:p>
          <a:p>
            <a:r>
              <a:rPr lang="nl-NL" dirty="0"/>
              <a:t>2025 Ontwerp en Realisatie</a:t>
            </a:r>
          </a:p>
          <a:p>
            <a:r>
              <a:rPr lang="nl-NL" dirty="0"/>
              <a:t>2026 Ontwerp, Realisatie, Toetsing en Besluitvorming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C6B1C2B-A4BF-08B1-48C6-63A5DFD4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988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C14EEB9-ACEB-88AD-E05E-2E9A8A69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156319"/>
            <a:ext cx="9780132" cy="851646"/>
          </a:xfrm>
        </p:spPr>
        <p:txBody>
          <a:bodyPr/>
          <a:lstStyle/>
          <a:p>
            <a:r>
              <a:rPr lang="nl-NL" dirty="0"/>
              <a:t>Schets voor visievorming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C528AC-652C-B32B-D213-8BFAA63C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6A50FF0-66EE-0EA5-C0FA-07AE85BB3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6" y="1214722"/>
            <a:ext cx="9562764" cy="5436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4531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A3B5B3-23E7-CFA3-E238-EF7832FC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-375286"/>
            <a:ext cx="9780132" cy="1280159"/>
          </a:xfrm>
        </p:spPr>
        <p:txBody>
          <a:bodyPr/>
          <a:lstStyle/>
          <a:p>
            <a:r>
              <a:rPr lang="nl-NL" dirty="0"/>
              <a:t>Werk in uitvoering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3B649E6-FAB8-2330-2BFA-55C01FDAC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9" y="1520825"/>
            <a:ext cx="5923480" cy="4301477"/>
          </a:xfrm>
        </p:spPr>
        <p:txBody>
          <a:bodyPr>
            <a:normAutofit lnSpcReduction="10000"/>
          </a:bodyPr>
          <a:lstStyle/>
          <a:p>
            <a:r>
              <a:rPr lang="nl-NL" dirty="0"/>
              <a:t>Geonovum</a:t>
            </a:r>
          </a:p>
          <a:p>
            <a:r>
              <a:rPr lang="nl-NL" dirty="0"/>
              <a:t>Politie  / Justitie en Veiligheid</a:t>
            </a:r>
          </a:p>
          <a:p>
            <a:r>
              <a:rPr lang="nl-NL" dirty="0"/>
              <a:t>Kadaster</a:t>
            </a:r>
          </a:p>
          <a:p>
            <a:r>
              <a:rPr lang="nl-NL"/>
              <a:t>VNG </a:t>
            </a:r>
            <a:r>
              <a:rPr lang="nl-NL" dirty="0"/>
              <a:t>Realisatie</a:t>
            </a:r>
          </a:p>
          <a:p>
            <a:r>
              <a:rPr lang="nl-NL" dirty="0"/>
              <a:t>Belastingdienst</a:t>
            </a:r>
          </a:p>
          <a:p>
            <a:r>
              <a:rPr lang="nl-NL" dirty="0"/>
              <a:t>Logius (Stelselcatalogus)</a:t>
            </a:r>
          </a:p>
          <a:p>
            <a:r>
              <a:rPr lang="nl-NL" dirty="0"/>
              <a:t>Skemu</a:t>
            </a:r>
          </a:p>
          <a:p>
            <a:r>
              <a:rPr lang="nl-NL" dirty="0" err="1"/>
              <a:t>MinBZK</a:t>
            </a:r>
            <a:r>
              <a:rPr lang="nl-NL" dirty="0"/>
              <a:t> / ArchiXL</a:t>
            </a:r>
          </a:p>
          <a:p>
            <a:r>
              <a:rPr lang="nl-NL" dirty="0"/>
              <a:t>MIM-community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0200AA5-94D6-59B1-2AA7-41363ECA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8662" y="6562196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6</a:t>
            </a:fld>
            <a:endParaRPr lang="nl-NL"/>
          </a:p>
        </p:txBody>
      </p:sp>
      <p:pic>
        <p:nvPicPr>
          <p:cNvPr id="5" name="Picture 4" descr="A person with blue hair&#10;&#10;AI-generated content may be incorrect.">
            <a:extLst>
              <a:ext uri="{FF2B5EF4-FFF2-40B4-BE49-F238E27FC236}">
                <a16:creationId xmlns:a16="http://schemas.microsoft.com/office/drawing/2014/main" id="{9BB0DFA6-153D-49E5-FCAB-4F67E9B6ABC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08506" y="631706"/>
            <a:ext cx="1080000" cy="1080000"/>
          </a:xfrm>
          <a:prstGeom prst="rect">
            <a:avLst/>
          </a:prstGeom>
        </p:spPr>
      </p:pic>
      <p:pic>
        <p:nvPicPr>
          <p:cNvPr id="6" name="Picture 2" descr="Marco Brattinga - Adept Events">
            <a:extLst>
              <a:ext uri="{FF2B5EF4-FFF2-40B4-BE49-F238E27FC236}">
                <a16:creationId xmlns:a16="http://schemas.microsoft.com/office/drawing/2014/main" id="{F07939AC-CDA3-7483-D286-A45D1BB04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183" y="90487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iew pmaria's full-sized avatar">
            <a:extLst>
              <a:ext uri="{FF2B5EF4-FFF2-40B4-BE49-F238E27FC236}">
                <a16:creationId xmlns:a16="http://schemas.microsoft.com/office/drawing/2014/main" id="{20DCA964-D267-212F-BB57-B416332B6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580" y="247650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nnart van Bergen">
            <a:extLst>
              <a:ext uri="{FF2B5EF4-FFF2-40B4-BE49-F238E27FC236}">
                <a16:creationId xmlns:a16="http://schemas.microsoft.com/office/drawing/2014/main" id="{2477F919-49BE-7FDE-B047-4665E47AF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5497" y="3267074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ies Mesdag">
            <a:extLst>
              <a:ext uri="{FF2B5EF4-FFF2-40B4-BE49-F238E27FC236}">
                <a16:creationId xmlns:a16="http://schemas.microsoft.com/office/drawing/2014/main" id="{1C39C875-BCA3-C8A4-BF8E-FA5FB845E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475" y="377923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aul Janssen">
            <a:extLst>
              <a:ext uri="{FF2B5EF4-FFF2-40B4-BE49-F238E27FC236}">
                <a16:creationId xmlns:a16="http://schemas.microsoft.com/office/drawing/2014/main" id="{AD653189-8CA8-E10C-07B7-A1EB46EAB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431" y="4066294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anny Greefhorst">
            <a:extLst>
              <a:ext uri="{FF2B5EF4-FFF2-40B4-BE49-F238E27FC236}">
                <a16:creationId xmlns:a16="http://schemas.microsoft.com/office/drawing/2014/main" id="{9F8D76B0-8ADA-B1A4-D780-9B7DA0BFE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024" y="21453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@plbt5">
            <a:extLst>
              <a:ext uri="{FF2B5EF4-FFF2-40B4-BE49-F238E27FC236}">
                <a16:creationId xmlns:a16="http://schemas.microsoft.com/office/drawing/2014/main" id="{BD1DDFA5-2F5D-9908-BA70-6A32A3A34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589" y="5006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Niels Hoffmann">
            <a:extLst>
              <a:ext uri="{FF2B5EF4-FFF2-40B4-BE49-F238E27FC236}">
                <a16:creationId xmlns:a16="http://schemas.microsoft.com/office/drawing/2014/main" id="{B4CEC416-FA2C-6E41-F80B-91CBAA2A4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786" y="5371088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Afbeelding 7" descr="Afbeelding met Menselijk gezicht, Voorhoofd, persoon, Kin&#10;&#10;Door AI gegenereerde inhoud is mogelijk onjuist.">
            <a:extLst>
              <a:ext uri="{FF2B5EF4-FFF2-40B4-BE49-F238E27FC236}">
                <a16:creationId xmlns:a16="http://schemas.microsoft.com/office/drawing/2014/main" id="{2DD8BEEE-FC6B-7E1B-33DF-E5DD9BDA28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495" y="5263542"/>
            <a:ext cx="1080000" cy="1274338"/>
          </a:xfrm>
          <a:prstGeom prst="rect">
            <a:avLst/>
          </a:prstGeom>
        </p:spPr>
      </p:pic>
      <p:pic>
        <p:nvPicPr>
          <p:cNvPr id="9" name="Afbeelding 8" descr="Afbeelding met Menselijk gezicht, persoon, Voorhoofd, kleding&#10;&#10;Door AI gegenereerde inhoud is mogelijk onjuist.">
            <a:extLst>
              <a:ext uri="{FF2B5EF4-FFF2-40B4-BE49-F238E27FC236}">
                <a16:creationId xmlns:a16="http://schemas.microsoft.com/office/drawing/2014/main" id="{2B674F9A-D1AE-CF37-5688-409D0D4929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662" y="1339530"/>
            <a:ext cx="1080000" cy="12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0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7F81C-7EAF-9439-3904-EF573550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22" y="-130846"/>
            <a:ext cx="9780132" cy="699135"/>
          </a:xfrm>
        </p:spPr>
        <p:txBody>
          <a:bodyPr/>
          <a:lstStyle/>
          <a:p>
            <a:r>
              <a:rPr lang="nl-NL" dirty="0"/>
              <a:t>Wat we gaan opleveren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BEB886-7B4D-69B7-5CC7-F6AEA2DF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80338" y="7009204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7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8E935691-3B29-79DC-BDAD-E38A2D188A39}"/>
              </a:ext>
            </a:extLst>
          </p:cNvPr>
          <p:cNvSpPr txBox="1"/>
          <p:nvPr/>
        </p:nvSpPr>
        <p:spPr>
          <a:xfrm>
            <a:off x="300038" y="839382"/>
            <a:ext cx="2686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MIM-Metamodel Informatiemodellering:</a:t>
            </a:r>
          </a:p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Basisdocument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F528536-EBF6-6A54-EBF9-06E5A404F1C4}"/>
              </a:ext>
            </a:extLst>
          </p:cNvPr>
          <p:cNvSpPr txBox="1"/>
          <p:nvPr/>
        </p:nvSpPr>
        <p:spPr>
          <a:xfrm>
            <a:off x="300038" y="2024258"/>
            <a:ext cx="2686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MIM-Metamodel Informatiemodellering:</a:t>
            </a:r>
          </a:p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Begrippenkader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105359C9-8182-964D-1FC5-98EA8261EFBB}"/>
              </a:ext>
            </a:extLst>
          </p:cNvPr>
          <p:cNvSpPr txBox="1"/>
          <p:nvPr/>
        </p:nvSpPr>
        <p:spPr>
          <a:xfrm>
            <a:off x="300038" y="4720043"/>
            <a:ext cx="268605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MIM-Metamodel Informatiemodellering: Logisch gegevensmodel (LGM)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CAFA7DA0-9B0F-2ACA-AE1B-5C569B48AC82}"/>
              </a:ext>
            </a:extLst>
          </p:cNvPr>
          <p:cNvSpPr txBox="1"/>
          <p:nvPr/>
        </p:nvSpPr>
        <p:spPr>
          <a:xfrm>
            <a:off x="300038" y="3233651"/>
            <a:ext cx="268605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/>
              <a:t>MIM-Metamodel Informatiemodellering: Conceptueel </a:t>
            </a:r>
            <a:r>
              <a:rPr lang="nl-NL" dirty="0" err="1"/>
              <a:t>informatiemodel</a:t>
            </a:r>
            <a:r>
              <a:rPr lang="nl-NL" dirty="0"/>
              <a:t> (CIM)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7636EBAF-7F24-E1FB-1CEE-0D0450E7F23E}"/>
              </a:ext>
            </a:extLst>
          </p:cNvPr>
          <p:cNvSpPr txBox="1"/>
          <p:nvPr/>
        </p:nvSpPr>
        <p:spPr>
          <a:xfrm>
            <a:off x="8557220" y="2947588"/>
            <a:ext cx="2686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MIM-Metamodel Informatiemodellering:</a:t>
            </a:r>
          </a:p>
          <a:p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Serialisatie</a:t>
            </a:r>
            <a:endParaRPr lang="nl-N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D78DC5EC-BCC2-8528-04F0-AA6215D79806}"/>
              </a:ext>
            </a:extLst>
          </p:cNvPr>
          <p:cNvSpPr txBox="1"/>
          <p:nvPr/>
        </p:nvSpPr>
        <p:spPr>
          <a:xfrm>
            <a:off x="4259640" y="568289"/>
            <a:ext cx="2686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MIM-UML: Metamodel Informatiemodellering voor 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uml</a:t>
            </a:r>
            <a:endParaRPr lang="nl-N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CB395199-F9C3-FE1B-F88A-AE263462F0F9}"/>
              </a:ext>
            </a:extLst>
          </p:cNvPr>
          <p:cNvSpPr txBox="1"/>
          <p:nvPr/>
        </p:nvSpPr>
        <p:spPr>
          <a:xfrm>
            <a:off x="4259640" y="2702008"/>
            <a:ext cx="3118622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OntoUML</a:t>
            </a:r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: Metamodel Informatiemodellering voor 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onto-uml</a:t>
            </a:r>
            <a:endParaRPr lang="nl-N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24D2D43-DE78-BE2C-A439-2588D38CDE28}"/>
              </a:ext>
            </a:extLst>
          </p:cNvPr>
          <p:cNvSpPr txBox="1"/>
          <p:nvPr/>
        </p:nvSpPr>
        <p:spPr>
          <a:xfrm>
            <a:off x="4259640" y="3757742"/>
            <a:ext cx="2686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MIM-LD: Metamodel Informatiemodellering voor 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linked</a:t>
            </a:r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 data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277D63FC-BABE-FFB7-7DA5-4F9EEC9F8A9C}"/>
              </a:ext>
            </a:extLst>
          </p:cNvPr>
          <p:cNvSpPr txBox="1"/>
          <p:nvPr/>
        </p:nvSpPr>
        <p:spPr>
          <a:xfrm>
            <a:off x="4259640" y="5869210"/>
            <a:ext cx="337087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Archimate</a:t>
            </a:r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: Metamodel Informatiemodellering voor 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Archimate</a:t>
            </a:r>
            <a:endParaRPr lang="nl-N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FC07AB6E-5888-33F5-3358-4887977F919A}"/>
              </a:ext>
            </a:extLst>
          </p:cNvPr>
          <p:cNvSpPr txBox="1"/>
          <p:nvPr/>
        </p:nvSpPr>
        <p:spPr>
          <a:xfrm>
            <a:off x="4259640" y="1646274"/>
            <a:ext cx="3045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MIM-FBM: Metamodel Informatiemodellering voor 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Fact</a:t>
            </a:r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Based</a:t>
            </a:r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accent3">
                    <a:lumMod val="75000"/>
                  </a:schemeClr>
                </a:solidFill>
              </a:rPr>
              <a:t>Modelling</a:t>
            </a:r>
            <a:endParaRPr lang="nl-N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7D75ADC8-9666-031D-6730-07B439923429}"/>
              </a:ext>
            </a:extLst>
          </p:cNvPr>
          <p:cNvSpPr txBox="1"/>
          <p:nvPr/>
        </p:nvSpPr>
        <p:spPr>
          <a:xfrm>
            <a:off x="4259640" y="4813476"/>
            <a:ext cx="2686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MIM-ER: Metamodel Informatiemodellering voor ER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2FD95BF9-C9F5-BDF5-4AD7-6CA85CCA4444}"/>
              </a:ext>
            </a:extLst>
          </p:cNvPr>
          <p:cNvSpPr txBox="1"/>
          <p:nvPr/>
        </p:nvSpPr>
        <p:spPr>
          <a:xfrm>
            <a:off x="300038" y="6173327"/>
            <a:ext cx="2686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50800" dir="1680000" algn="ctr" rotWithShape="0">
              <a:schemeClr val="accent3">
                <a:lumMod val="7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MIM-Metamodel Informatiemodellering:</a:t>
            </a:r>
          </a:p>
          <a:p>
            <a:r>
              <a:rPr lang="nl-NL" dirty="0">
                <a:solidFill>
                  <a:schemeClr val="accent3">
                    <a:lumMod val="75000"/>
                  </a:schemeClr>
                </a:solidFill>
              </a:rPr>
              <a:t>Achtergrond en uitleg</a:t>
            </a:r>
          </a:p>
        </p:txBody>
      </p:sp>
    </p:spTree>
    <p:extLst>
      <p:ext uri="{BB962C8B-B14F-4D97-AF65-F5344CB8AC3E}">
        <p14:creationId xmlns:p14="http://schemas.microsoft.com/office/powerpoint/2010/main" val="1363971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0B5BD7-9B51-0F60-A114-5A97F5D3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Invoeging Marco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5BAE3E-EAA0-C00B-BF86-50A3D4267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4A1F941-37FE-1E95-AA80-E78DE7EB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566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062DA04-B2CB-76B8-5091-18EAE2AA6AF7}"/>
              </a:ext>
            </a:extLst>
          </p:cNvPr>
          <p:cNvSpPr/>
          <p:nvPr/>
        </p:nvSpPr>
        <p:spPr>
          <a:xfrm>
            <a:off x="3345830" y="3429000"/>
            <a:ext cx="1656271" cy="8108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11B46E41-540D-BD84-2112-8B828AD0E8E7}"/>
              </a:ext>
            </a:extLst>
          </p:cNvPr>
          <p:cNvSpPr/>
          <p:nvPr/>
        </p:nvSpPr>
        <p:spPr>
          <a:xfrm>
            <a:off x="6595113" y="3429000"/>
            <a:ext cx="1656271" cy="8108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79B5E6-AD47-950F-9306-616E6DB1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 we nu zijn met formeel uitdrukken van het metamodel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2CAA21-9E39-3B8D-7B29-0D1856623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8" y="1925637"/>
            <a:ext cx="11587855" cy="989013"/>
          </a:xfrm>
        </p:spPr>
        <p:txBody>
          <a:bodyPr/>
          <a:lstStyle/>
          <a:p>
            <a:r>
              <a:rPr lang="nl-NL" dirty="0"/>
              <a:t>MIM in MIM uitdrukken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8EA536-C579-D077-D3FF-50C36C66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9</a:t>
            </a:fld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D547CA0-D215-CE80-C9FE-83A4C337E39F}"/>
              </a:ext>
            </a:extLst>
          </p:cNvPr>
          <p:cNvSpPr txBox="1"/>
          <p:nvPr/>
        </p:nvSpPr>
        <p:spPr>
          <a:xfrm>
            <a:off x="3502452" y="3626429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Metaklasse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438B3799-4BD5-37BD-B81D-C1BDD7B4B6F4}"/>
              </a:ext>
            </a:extLst>
          </p:cNvPr>
          <p:cNvSpPr txBox="1"/>
          <p:nvPr/>
        </p:nvSpPr>
        <p:spPr>
          <a:xfrm>
            <a:off x="6753262" y="3626429"/>
            <a:ext cx="157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Metagegeven</a:t>
            </a:r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889CEADC-5D1C-27DD-438A-4C03E2D14B1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002101" y="3834442"/>
            <a:ext cx="1593012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ingslijn: gebogen 13">
            <a:extLst>
              <a:ext uri="{FF2B5EF4-FFF2-40B4-BE49-F238E27FC236}">
                <a16:creationId xmlns:a16="http://schemas.microsoft.com/office/drawing/2014/main" id="{ED81D40E-D121-ED05-F575-541B704DD6B7}"/>
              </a:ext>
            </a:extLst>
          </p:cNvPr>
          <p:cNvCxnSpPr>
            <a:stCxn id="6" idx="0"/>
            <a:endCxn id="6" idx="1"/>
          </p:cNvCxnSpPr>
          <p:nvPr/>
        </p:nvCxnSpPr>
        <p:spPr>
          <a:xfrm rot="16200000" flipH="1" flipV="1">
            <a:off x="3557177" y="3217653"/>
            <a:ext cx="405442" cy="828136"/>
          </a:xfrm>
          <a:prstGeom prst="bentConnector4">
            <a:avLst>
              <a:gd name="adj1" fmla="val -115957"/>
              <a:gd name="adj2" fmla="val 165104"/>
            </a:avLst>
          </a:prstGeom>
          <a:ln w="28575">
            <a:headEnd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570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DC561B-9BC8-2608-6CCA-CBFB5489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9" y="457201"/>
            <a:ext cx="3795711" cy="1280159"/>
          </a:xfrm>
        </p:spPr>
        <p:txBody>
          <a:bodyPr>
            <a:normAutofit fontScale="90000"/>
          </a:bodyPr>
          <a:lstStyle/>
          <a:p>
            <a:r>
              <a:rPr lang="nl-NL" dirty="0"/>
              <a:t>Schets metamodel MIM-CIM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9E38CE4-2F62-8908-E3CF-E03585EE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10</a:t>
            </a:fld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103A08E9-05D6-90A6-84EC-EE5DC4076447}"/>
              </a:ext>
            </a:extLst>
          </p:cNvPr>
          <p:cNvSpPr/>
          <p:nvPr/>
        </p:nvSpPr>
        <p:spPr>
          <a:xfrm>
            <a:off x="-55654" y="2551837"/>
            <a:ext cx="413235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nl-NL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Werk in uitvoering</a:t>
            </a:r>
          </a:p>
        </p:txBody>
      </p:sp>
      <p:pic>
        <p:nvPicPr>
          <p:cNvPr id="11" name="Afbeelding 10" descr="Afbeelding met tekst, diagram, Plan, Parallel&#10;&#10;Door AI gegenereerde inhoud is mogelijk onjuist.">
            <a:extLst>
              <a:ext uri="{FF2B5EF4-FFF2-40B4-BE49-F238E27FC236}">
                <a16:creationId xmlns:a16="http://schemas.microsoft.com/office/drawing/2014/main" id="{2654290F-6AE0-8C6C-B9F4-595325142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640" y="36045"/>
            <a:ext cx="75016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30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2EF137F-D8D0-DBC2-A1FD-575568E4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11</a:t>
            </a:fld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DB7DD62-0016-DEE1-8A1C-35CEAB12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9" y="457201"/>
            <a:ext cx="3795711" cy="1280159"/>
          </a:xfrm>
        </p:spPr>
        <p:txBody>
          <a:bodyPr>
            <a:normAutofit fontScale="90000"/>
          </a:bodyPr>
          <a:lstStyle/>
          <a:p>
            <a:r>
              <a:rPr lang="nl-NL" dirty="0"/>
              <a:t>Schets metamodel MIM-LGM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A1325EB4-D31D-2BA1-D1BF-54C007044776}"/>
              </a:ext>
            </a:extLst>
          </p:cNvPr>
          <p:cNvSpPr/>
          <p:nvPr/>
        </p:nvSpPr>
        <p:spPr>
          <a:xfrm>
            <a:off x="112667" y="2672607"/>
            <a:ext cx="413235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nl-NL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Werk in uitvoering</a:t>
            </a:r>
          </a:p>
        </p:txBody>
      </p:sp>
      <p:pic>
        <p:nvPicPr>
          <p:cNvPr id="12" name="Afbeelding 11" descr="Afbeelding met tekst, diagram, Plan, Parallel&#10;&#10;Door AI gegenereerde inhoud is mogelijk onjuist.">
            <a:extLst>
              <a:ext uri="{FF2B5EF4-FFF2-40B4-BE49-F238E27FC236}">
                <a16:creationId xmlns:a16="http://schemas.microsoft.com/office/drawing/2014/main" id="{DD6B21CC-2E9F-E073-F203-74FE98E23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637" y="36045"/>
            <a:ext cx="5796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45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ACBE8CC-58DC-1303-F27C-EB90E74D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30122001"/>
      </p:ext>
    </p:extLst>
  </p:cSld>
  <p:clrMapOvr>
    <a:masterClrMapping/>
  </p:clrMapOvr>
</p:sld>
</file>

<file path=ppt/theme/theme1.xml><?xml version="1.0" encoding="utf-8"?>
<a:theme xmlns:a="http://schemas.openxmlformats.org/drawingml/2006/main" name="Geonovum">
  <a:themeElements>
    <a:clrScheme name="Geonovum 2022">
      <a:dk1>
        <a:srgbClr val="3C3C3C"/>
      </a:dk1>
      <a:lt1>
        <a:sysClr val="window" lastClr="FFFFFF"/>
      </a:lt1>
      <a:dk2>
        <a:srgbClr val="64686B"/>
      </a:dk2>
      <a:lt2>
        <a:srgbClr val="EEEEEE"/>
      </a:lt2>
      <a:accent1>
        <a:srgbClr val="97C00E"/>
      </a:accent1>
      <a:accent2>
        <a:srgbClr val="64686B"/>
      </a:accent2>
      <a:accent3>
        <a:srgbClr val="0085C6"/>
      </a:accent3>
      <a:accent4>
        <a:srgbClr val="97C00E"/>
      </a:accent4>
      <a:accent5>
        <a:srgbClr val="64686B"/>
      </a:accent5>
      <a:accent6>
        <a:srgbClr val="0085C6"/>
      </a:accent6>
      <a:hlink>
        <a:srgbClr val="0085C6"/>
      </a:hlink>
      <a:folHlink>
        <a:srgbClr val="64686B"/>
      </a:folHlink>
    </a:clrScheme>
    <a:fontScheme name="Geonovum 2022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Geonovum Presentatie Leeg" id="{716796FB-ADAB-4D00-9236-B46152BFB9EE}" vid="{5F87CC6B-FD91-4B34-9A3F-79D51A67B3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6A073BBB3FB3429D87D77C40313058" ma:contentTypeVersion="19" ma:contentTypeDescription="Een nieuw document maken." ma:contentTypeScope="" ma:versionID="9e249722b5e218343ac4fab273413c12">
  <xsd:schema xmlns:xsd="http://www.w3.org/2001/XMLSchema" xmlns:xs="http://www.w3.org/2001/XMLSchema" xmlns:p="http://schemas.microsoft.com/office/2006/metadata/properties" xmlns:ns2="385505e6-e5d7-4f1a-b335-045f4e6272b3" xmlns:ns3="86b5f7f7-2f15-447a-b5f6-1e4312ec3a6d" targetNamespace="http://schemas.microsoft.com/office/2006/metadata/properties" ma:root="true" ma:fieldsID="f0464eddd8f84469bcd94f36b09069a7" ns2:_="" ns3:_="">
    <xsd:import namespace="385505e6-e5d7-4f1a-b335-045f4e6272b3"/>
    <xsd:import namespace="86b5f7f7-2f15-447a-b5f6-1e4312ec3a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505e6-e5d7-4f1a-b335-045f4e6272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ece1ab0c-3d38-4605-9abd-f7fc75f3b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b5f7f7-2f15-447a-b5f6-1e4312ec3a6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8b36c94-b9c1-4ed1-a4e5-64fd1c764bee}" ma:internalName="TaxCatchAll" ma:showField="CatchAllData" ma:web="86b5f7f7-2f15-447a-b5f6-1e4312ec3a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b5f7f7-2f15-447a-b5f6-1e4312ec3a6d" xsi:nil="true"/>
    <lcf76f155ced4ddcb4097134ff3c332f xmlns="385505e6-e5d7-4f1a-b335-045f4e6272b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8FA32C-01B5-476F-827B-A9F707045C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5505e6-e5d7-4f1a-b335-045f4e6272b3"/>
    <ds:schemaRef ds:uri="86b5f7f7-2f15-447a-b5f6-1e4312ec3a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B8AD59-D75E-43C3-B552-374FFCAD4C0F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385505e6-e5d7-4f1a-b335-045f4e6272b3"/>
    <ds:schemaRef ds:uri="http://schemas.microsoft.com/office/2006/documentManagement/types"/>
    <ds:schemaRef ds:uri="http://purl.org/dc/terms/"/>
    <ds:schemaRef ds:uri="http://schemas.microsoft.com/office/infopath/2007/PartnerControls"/>
    <ds:schemaRef ds:uri="86b5f7f7-2f15-447a-b5f6-1e4312ec3a6d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3B85B07-3498-4351-9BBF-A5D797D938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Geonovum Presentatie Leeg</Template>
  <TotalTime>1559</TotalTime>
  <Words>227</Words>
  <Application>Microsoft Office PowerPoint</Application>
  <PresentationFormat>Breedbeeld</PresentationFormat>
  <Paragraphs>73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Arial</vt:lpstr>
      <vt:lpstr>Calibri</vt:lpstr>
      <vt:lpstr>Tenorite</vt:lpstr>
      <vt:lpstr>Wingdings</vt:lpstr>
      <vt:lpstr>Geonovum</vt:lpstr>
      <vt:lpstr>MIM</vt:lpstr>
      <vt:lpstr>PowerPoint-presentatie</vt:lpstr>
      <vt:lpstr>Januari 2025 – MIM 2.0 visie document</vt:lpstr>
      <vt:lpstr>Planning</vt:lpstr>
      <vt:lpstr>Schets voor visievorming</vt:lpstr>
      <vt:lpstr>Werk in uitvoering</vt:lpstr>
      <vt:lpstr>Wat we gaan opleveren</vt:lpstr>
      <vt:lpstr>Invoeging Marco</vt:lpstr>
      <vt:lpstr>Waar we nu zijn met formeel uitdrukken van het metamodel</vt:lpstr>
      <vt:lpstr>Schets metamodel MIM-CIM</vt:lpstr>
      <vt:lpstr>Schets metamodel MIM-LGM</vt:lpstr>
      <vt:lpstr>Bedankt!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 Krijtenburg</dc:creator>
  <cp:lastModifiedBy>Paul Janssen</cp:lastModifiedBy>
  <cp:revision>10</cp:revision>
  <dcterms:created xsi:type="dcterms:W3CDTF">2024-07-16T06:40:59Z</dcterms:created>
  <dcterms:modified xsi:type="dcterms:W3CDTF">2026-02-04T16:15:05Z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0x010100216A073BBB3FB3429D87D77C40313058</vt:lpwstr>
  </property>
  <property fmtid="{D5CDD505-2E9C-101B-9397-08002B2CF9AE}" pid="3" name="MediaServiceImageTags">
    <vt:lpwstr/>
  </property>
</Properties>
</file>