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338" r:id="rId3"/>
    <p:sldId id="339" r:id="rId4"/>
    <p:sldId id="340" r:id="rId5"/>
    <p:sldId id="341" r:id="rId6"/>
    <p:sldId id="342" r:id="rId7"/>
    <p:sldId id="343" r:id="rId8"/>
    <p:sldId id="259" r:id="rId9"/>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EEEE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Stijl, gemiddeld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4" autoAdjust="0"/>
    <p:restoredTop sz="94660"/>
  </p:normalViewPr>
  <p:slideViewPr>
    <p:cSldViewPr snapToGrid="0">
      <p:cViewPr varScale="1">
        <p:scale>
          <a:sx n="123" d="100"/>
          <a:sy n="123" d="100"/>
        </p:scale>
        <p:origin x="64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BA0BEC-D659-49A0-BDC1-7AED8DDA2204}" type="datetimeFigureOut">
              <a:rPr lang="nl-NL" smtClean="0"/>
              <a:t>17-11-2025</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50CE13-1BEF-4160-AAFC-1156D47D2D20}" type="slidenum">
              <a:rPr lang="nl-NL" smtClean="0"/>
              <a:t>‹#›</a:t>
            </a:fld>
            <a:endParaRPr lang="nl-NL"/>
          </a:p>
        </p:txBody>
      </p:sp>
    </p:spTree>
    <p:extLst>
      <p:ext uri="{BB962C8B-B14F-4D97-AF65-F5344CB8AC3E}">
        <p14:creationId xmlns:p14="http://schemas.microsoft.com/office/powerpoint/2010/main" val="23418802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hyperlink" Target="https://www.geonovum.nl/"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dia foto standaard">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9" name="Gelijkbenige driehoek 8">
            <a:extLst>
              <a:ext uri="{FF2B5EF4-FFF2-40B4-BE49-F238E27FC236}">
                <a16:creationId xmlns:a16="http://schemas.microsoft.com/office/drawing/2014/main" id="{FBED7AAB-CDAA-72E0-3A43-540D621F3688}"/>
              </a:ext>
            </a:extLst>
          </p:cNvPr>
          <p:cNvSpPr/>
          <p:nvPr userDrawn="1"/>
        </p:nvSpPr>
        <p:spPr>
          <a:xfrm>
            <a:off x="1753986" y="4031673"/>
            <a:ext cx="5505341" cy="2826326"/>
          </a:xfrm>
          <a:prstGeom prst="triangle">
            <a:avLst/>
          </a:prstGeom>
          <a:solidFill>
            <a:schemeClr val="accent3">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 name="Vrije vorm: vorm 6">
            <a:extLst>
              <a:ext uri="{FF2B5EF4-FFF2-40B4-BE49-F238E27FC236}">
                <a16:creationId xmlns:a16="http://schemas.microsoft.com/office/drawing/2014/main" id="{91BD37D6-B25E-967C-E52E-4F310795267C}"/>
              </a:ext>
              <a:ext uri="{C183D7F6-B498-43B3-948B-1728B52AA6E4}">
                <adec:decorative xmlns:adec="http://schemas.microsoft.com/office/drawing/2017/decorative" val="1"/>
              </a:ext>
            </a:extLst>
          </p:cNvPr>
          <p:cNvSpPr/>
          <p:nvPr userDrawn="1"/>
        </p:nvSpPr>
        <p:spPr>
          <a:xfrm>
            <a:off x="0" y="0"/>
            <a:ext cx="5838825" cy="5842635"/>
          </a:xfrm>
          <a:custGeom>
            <a:avLst/>
            <a:gdLst>
              <a:gd name="connsiteX0" fmla="*/ 5841340 w 5841339"/>
              <a:gd name="connsiteY0" fmla="*/ 0 h 5841720"/>
              <a:gd name="connsiteX1" fmla="*/ 3301403 w 5841339"/>
              <a:gd name="connsiteY1" fmla="*/ 0 h 5841720"/>
              <a:gd name="connsiteX2" fmla="*/ 1655826 w 5841339"/>
              <a:gd name="connsiteY2" fmla="*/ 1645666 h 5841720"/>
              <a:gd name="connsiteX3" fmla="*/ 10268 w 5841339"/>
              <a:gd name="connsiteY3" fmla="*/ 0 h 5841720"/>
              <a:gd name="connsiteX4" fmla="*/ 0 w 5841339"/>
              <a:gd name="connsiteY4" fmla="*/ 0 h 5841720"/>
              <a:gd name="connsiteX5" fmla="*/ 0 w 5841339"/>
              <a:gd name="connsiteY5" fmla="*/ 5841721 h 5841720"/>
              <a:gd name="connsiteX6" fmla="*/ 5841340 w 5841339"/>
              <a:gd name="connsiteY6" fmla="*/ 0 h 5841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41339" h="5841720">
                <a:moveTo>
                  <a:pt x="5841340" y="0"/>
                </a:moveTo>
                <a:lnTo>
                  <a:pt x="3301403" y="0"/>
                </a:lnTo>
                <a:lnTo>
                  <a:pt x="1655826" y="1645666"/>
                </a:lnTo>
                <a:lnTo>
                  <a:pt x="10268" y="0"/>
                </a:lnTo>
                <a:lnTo>
                  <a:pt x="0" y="0"/>
                </a:lnTo>
                <a:lnTo>
                  <a:pt x="0" y="5841721"/>
                </a:lnTo>
                <a:lnTo>
                  <a:pt x="5841340" y="0"/>
                </a:lnTo>
                <a:close/>
              </a:path>
            </a:pathLst>
          </a:custGeom>
          <a:solidFill>
            <a:srgbClr val="0085C6">
              <a:alpha val="74902"/>
            </a:srgbClr>
          </a:solidFill>
          <a:ln w="1269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nl-NL"/>
          </a:p>
        </p:txBody>
      </p:sp>
      <p:pic>
        <p:nvPicPr>
          <p:cNvPr id="11" name="ArtworkLogo">
            <a:extLst>
              <a:ext uri="{FF2B5EF4-FFF2-40B4-BE49-F238E27FC236}">
                <a16:creationId xmlns:a16="http://schemas.microsoft.com/office/drawing/2014/main" id="{38D7E1FD-7211-CAFB-5BBB-84396CB6CA38}"/>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75617" y="5109583"/>
            <a:ext cx="2324793" cy="1185262"/>
          </a:xfrm>
          <a:prstGeom prst="rect">
            <a:avLst/>
          </a:prstGeom>
        </p:spPr>
      </p:pic>
      <p:sp>
        <p:nvSpPr>
          <p:cNvPr id="17" name="Tijdelijke aanduiding voor voettekst 16">
            <a:extLst>
              <a:ext uri="{FF2B5EF4-FFF2-40B4-BE49-F238E27FC236}">
                <a16:creationId xmlns:a16="http://schemas.microsoft.com/office/drawing/2014/main" id="{8646DEB4-B83C-06CE-1799-0319DAC6E1F8}"/>
              </a:ext>
            </a:extLst>
          </p:cNvPr>
          <p:cNvSpPr>
            <a:spLocks noGrp="1"/>
          </p:cNvSpPr>
          <p:nvPr>
            <p:ph type="ftr" sz="quarter" idx="23"/>
          </p:nvPr>
        </p:nvSpPr>
        <p:spPr>
          <a:xfrm>
            <a:off x="2411186" y="6858000"/>
            <a:ext cx="8588828" cy="365125"/>
          </a:xfrm>
        </p:spPr>
        <p:txBody>
          <a:bodyPr/>
          <a:lstStyle/>
          <a:p>
            <a:endParaRPr lang="nl-NL" dirty="0"/>
          </a:p>
        </p:txBody>
      </p:sp>
      <p:sp>
        <p:nvSpPr>
          <p:cNvPr id="18" name="Tijdelijke aanduiding voor dianummer 17">
            <a:extLst>
              <a:ext uri="{FF2B5EF4-FFF2-40B4-BE49-F238E27FC236}">
                <a16:creationId xmlns:a16="http://schemas.microsoft.com/office/drawing/2014/main" id="{D343DFAA-0AA6-804A-1BC4-D7EE73A5FFD4}"/>
              </a:ext>
            </a:extLst>
          </p:cNvPr>
          <p:cNvSpPr>
            <a:spLocks noGrp="1"/>
          </p:cNvSpPr>
          <p:nvPr>
            <p:ph type="sldNum" sz="quarter" idx="24"/>
          </p:nvPr>
        </p:nvSpPr>
        <p:spPr>
          <a:xfrm>
            <a:off x="11119757" y="6858000"/>
            <a:ext cx="768135" cy="365125"/>
          </a:xfrm>
        </p:spPr>
        <p:txBody>
          <a:bodyPr/>
          <a:lstStyle/>
          <a:p>
            <a:fld id="{A648B885-FF76-47CB-8BBD-27E7EBF07CA9}" type="slidenum">
              <a:rPr lang="nl-NL" smtClean="0"/>
              <a:pPr/>
              <a:t>‹#›</a:t>
            </a:fld>
            <a:endParaRPr lang="nl-NL" dirty="0"/>
          </a:p>
        </p:txBody>
      </p:sp>
      <p:sp>
        <p:nvSpPr>
          <p:cNvPr id="19" name="Titel 1">
            <a:extLst>
              <a:ext uri="{FF2B5EF4-FFF2-40B4-BE49-F238E27FC236}">
                <a16:creationId xmlns:a16="http://schemas.microsoft.com/office/drawing/2014/main" id="{586F5B8F-BAB6-359A-977A-F4B21FD04BBC}"/>
              </a:ext>
            </a:extLst>
          </p:cNvPr>
          <p:cNvSpPr>
            <a:spLocks noGrp="1"/>
          </p:cNvSpPr>
          <p:nvPr>
            <p:ph type="ctrTitle"/>
          </p:nvPr>
        </p:nvSpPr>
        <p:spPr>
          <a:xfrm>
            <a:off x="5877012" y="423332"/>
            <a:ext cx="5976321" cy="2002965"/>
          </a:xfrm>
        </p:spPr>
        <p:txBody>
          <a:bodyPr anchor="b">
            <a:normAutofit/>
          </a:bodyPr>
          <a:lstStyle>
            <a:lvl1pPr algn="l">
              <a:defRPr sz="4800">
                <a:solidFill>
                  <a:schemeClr val="tx2"/>
                </a:solidFill>
                <a:effectLst/>
              </a:defRPr>
            </a:lvl1pPr>
          </a:lstStyle>
          <a:p>
            <a:r>
              <a:rPr lang="en-US"/>
              <a:t>Click to edit Master title style</a:t>
            </a:r>
            <a:endParaRPr lang="nl-NL" dirty="0"/>
          </a:p>
        </p:txBody>
      </p:sp>
      <p:sp>
        <p:nvSpPr>
          <p:cNvPr id="20" name="Ondertitel 2">
            <a:extLst>
              <a:ext uri="{FF2B5EF4-FFF2-40B4-BE49-F238E27FC236}">
                <a16:creationId xmlns:a16="http://schemas.microsoft.com/office/drawing/2014/main" id="{8ADB84C1-0763-C4DB-A204-EC688351EC3B}"/>
              </a:ext>
            </a:extLst>
          </p:cNvPr>
          <p:cNvSpPr>
            <a:spLocks noGrp="1"/>
          </p:cNvSpPr>
          <p:nvPr>
            <p:ph type="subTitle" idx="1"/>
          </p:nvPr>
        </p:nvSpPr>
        <p:spPr>
          <a:xfrm>
            <a:off x="5877013" y="2518373"/>
            <a:ext cx="4826924" cy="1122074"/>
          </a:xfrm>
        </p:spPr>
        <p:txBody>
          <a:bodyPr/>
          <a:lstStyle>
            <a:lvl1pPr marL="0" indent="0" algn="l">
              <a:buNone/>
              <a:defRPr sz="2400">
                <a:solidFill>
                  <a:schemeClr val="tx2"/>
                </a:solidFill>
                <a:effectLs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dirty="0"/>
          </a:p>
        </p:txBody>
      </p:sp>
      <p:graphicFrame>
        <p:nvGraphicFramePr>
          <p:cNvPr id="21" name="Tabel 20">
            <a:extLst>
              <a:ext uri="{FF2B5EF4-FFF2-40B4-BE49-F238E27FC236}">
                <a16:creationId xmlns:a16="http://schemas.microsoft.com/office/drawing/2014/main" id="{CFD40A2F-D0A7-4CCB-E288-FB61135DB7CF}"/>
              </a:ext>
            </a:extLst>
          </p:cNvPr>
          <p:cNvGraphicFramePr>
            <a:graphicFrameLocks noGrp="1"/>
          </p:cNvGraphicFramePr>
          <p:nvPr userDrawn="1">
            <p:extLst>
              <p:ext uri="{D42A27DB-BD31-4B8C-83A1-F6EECF244321}">
                <p14:modId xmlns:p14="http://schemas.microsoft.com/office/powerpoint/2010/main" val="4543509"/>
              </p:ext>
            </p:extLst>
          </p:nvPr>
        </p:nvGraphicFramePr>
        <p:xfrm>
          <a:off x="5972723" y="3827205"/>
          <a:ext cx="647602" cy="847164"/>
        </p:xfrm>
        <a:graphic>
          <a:graphicData uri="http://schemas.openxmlformats.org/drawingml/2006/table">
            <a:tbl>
              <a:tblPr>
                <a:tableStyleId>{5C22544A-7EE6-4342-B048-85BDC9FD1C3A}</a:tableStyleId>
              </a:tblPr>
              <a:tblGrid>
                <a:gridCol w="647602">
                  <a:extLst>
                    <a:ext uri="{9D8B030D-6E8A-4147-A177-3AD203B41FA5}">
                      <a16:colId xmlns:a16="http://schemas.microsoft.com/office/drawing/2014/main" val="1466305088"/>
                    </a:ext>
                  </a:extLst>
                </a:gridCol>
              </a:tblGrid>
              <a:tr h="282388">
                <a:tc>
                  <a:txBody>
                    <a:bodyPr/>
                    <a:lstStyle/>
                    <a:p>
                      <a:pPr algn="l"/>
                      <a:r>
                        <a:rPr lang="nl-NL" sz="1400" b="1" dirty="0">
                          <a:solidFill>
                            <a:schemeClr val="tx2"/>
                          </a:solidFill>
                          <a:effectLst/>
                          <a:latin typeface="+mj-lt"/>
                          <a:cs typeface="Segoe UI Semibold" panose="020B0702040204020203" pitchFamily="34" charset="0"/>
                        </a:rPr>
                        <a:t>Auteur</a:t>
                      </a:r>
                      <a:endParaRPr lang="nl-NL" sz="1400" b="1" dirty="0">
                        <a:solidFill>
                          <a:schemeClr val="tx2"/>
                        </a:solidFill>
                        <a:effectLst/>
                        <a:latin typeface="+mj-lt"/>
                        <a:ea typeface="Calibri" panose="020F0502020204030204" pitchFamily="34" charset="0"/>
                        <a:cs typeface="Segoe UI Semibold" panose="020B0702040204020203" pitchFamily="34" charset="0"/>
                      </a:endParaRPr>
                    </a:p>
                  </a:txBody>
                  <a:tcPr marL="0" marR="36000" marT="0" marB="3600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068165"/>
                  </a:ext>
                </a:extLst>
              </a:tr>
              <a:tr h="282388">
                <a:tc>
                  <a:txBody>
                    <a:bodyPr/>
                    <a:lstStyle/>
                    <a:p>
                      <a:pPr algn="l"/>
                      <a:r>
                        <a:rPr lang="nl-NL" sz="1400" b="1" dirty="0">
                          <a:solidFill>
                            <a:schemeClr val="tx2"/>
                          </a:solidFill>
                          <a:effectLst/>
                          <a:latin typeface="+mj-lt"/>
                          <a:cs typeface="Segoe UI Semibold" panose="020B0702040204020203" pitchFamily="34" charset="0"/>
                        </a:rPr>
                        <a:t>Datum</a:t>
                      </a:r>
                      <a:endParaRPr lang="nl-NL" sz="1400" b="1" dirty="0">
                        <a:solidFill>
                          <a:schemeClr val="tx2"/>
                        </a:solidFill>
                        <a:effectLst/>
                        <a:latin typeface="+mj-lt"/>
                        <a:ea typeface="Calibri" panose="020F0502020204030204" pitchFamily="34" charset="0"/>
                        <a:cs typeface="Segoe UI Semibold" panose="020B0702040204020203" pitchFamily="34" charset="0"/>
                      </a:endParaRPr>
                    </a:p>
                  </a:txBody>
                  <a:tcPr marL="0" marR="36000" marT="0" marB="3600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03549219"/>
                  </a:ext>
                </a:extLst>
              </a:tr>
              <a:tr h="282388">
                <a:tc>
                  <a:txBody>
                    <a:bodyPr/>
                    <a:lstStyle/>
                    <a:p>
                      <a:pPr algn="l"/>
                      <a:r>
                        <a:rPr lang="nl-NL" sz="1400" b="1" dirty="0">
                          <a:solidFill>
                            <a:schemeClr val="tx2"/>
                          </a:solidFill>
                          <a:effectLst/>
                          <a:latin typeface="+mj-lt"/>
                          <a:cs typeface="Segoe UI Semibold" panose="020B0702040204020203" pitchFamily="34" charset="0"/>
                        </a:rPr>
                        <a:t>Status</a:t>
                      </a:r>
                      <a:endParaRPr lang="nl-NL" sz="1400" b="1" dirty="0">
                        <a:solidFill>
                          <a:schemeClr val="tx2"/>
                        </a:solidFill>
                        <a:effectLst/>
                        <a:latin typeface="+mj-lt"/>
                        <a:ea typeface="Calibri" panose="020F0502020204030204" pitchFamily="34" charset="0"/>
                        <a:cs typeface="Segoe UI Semibold" panose="020B0702040204020203" pitchFamily="34" charset="0"/>
                      </a:endParaRPr>
                    </a:p>
                  </a:txBody>
                  <a:tcPr marL="0" marR="36000" marT="0" marB="3600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70756723"/>
                  </a:ext>
                </a:extLst>
              </a:tr>
            </a:tbl>
          </a:graphicData>
        </a:graphic>
      </p:graphicFrame>
      <p:sp>
        <p:nvSpPr>
          <p:cNvPr id="22" name="Tijdelijke aanduiding voor tekst 6">
            <a:extLst>
              <a:ext uri="{FF2B5EF4-FFF2-40B4-BE49-F238E27FC236}">
                <a16:creationId xmlns:a16="http://schemas.microsoft.com/office/drawing/2014/main" id="{A98703A2-59B0-B71A-8C7B-748F07318C36}"/>
              </a:ext>
            </a:extLst>
          </p:cNvPr>
          <p:cNvSpPr>
            <a:spLocks noGrp="1"/>
          </p:cNvSpPr>
          <p:nvPr>
            <p:ph type="body" sz="quarter" idx="21" hasCustomPrompt="1"/>
          </p:nvPr>
        </p:nvSpPr>
        <p:spPr>
          <a:xfrm>
            <a:off x="6602096" y="3832745"/>
            <a:ext cx="2653506" cy="216000"/>
          </a:xfrm>
        </p:spPr>
        <p:txBody>
          <a:bodyPr anchor="ctr">
            <a:noAutofit/>
          </a:bodyPr>
          <a:lstStyle>
            <a:lvl1pPr marL="0" indent="0">
              <a:buNone/>
              <a:defRPr sz="1400">
                <a:solidFill>
                  <a:schemeClr val="tx2"/>
                </a:solidFill>
                <a:effectLst/>
                <a:latin typeface="+mj-lt"/>
              </a:defRPr>
            </a:lvl1pPr>
          </a:lstStyle>
          <a:p>
            <a:pPr lvl="0"/>
            <a:r>
              <a:rPr lang="nl-NL" dirty="0"/>
              <a:t>[Auteur]</a:t>
            </a:r>
          </a:p>
        </p:txBody>
      </p:sp>
      <p:sp>
        <p:nvSpPr>
          <p:cNvPr id="23" name="Tijdelijke aanduiding voor datum 15">
            <a:extLst>
              <a:ext uri="{FF2B5EF4-FFF2-40B4-BE49-F238E27FC236}">
                <a16:creationId xmlns:a16="http://schemas.microsoft.com/office/drawing/2014/main" id="{FDD0EF63-8153-77B2-C6BB-6D0CD7E89163}"/>
              </a:ext>
            </a:extLst>
          </p:cNvPr>
          <p:cNvSpPr>
            <a:spLocks noGrp="1"/>
          </p:cNvSpPr>
          <p:nvPr>
            <p:ph type="dt" sz="half" idx="22"/>
          </p:nvPr>
        </p:nvSpPr>
        <p:spPr>
          <a:xfrm>
            <a:off x="6602096" y="4105752"/>
            <a:ext cx="2653506" cy="216000"/>
          </a:xfrm>
        </p:spPr>
        <p:txBody>
          <a:bodyPr/>
          <a:lstStyle>
            <a:lvl1pPr>
              <a:defRPr lang="nl-NL" sz="1400" b="0" kern="1200" smtClean="0">
                <a:solidFill>
                  <a:schemeClr val="tx2"/>
                </a:solidFill>
                <a:effectLst/>
                <a:latin typeface="+mj-lt"/>
                <a:ea typeface="+mn-ea"/>
                <a:cs typeface="+mn-cs"/>
              </a:defRPr>
            </a:lvl1pPr>
          </a:lstStyle>
          <a:p>
            <a:fld id="{A2D4CE28-2779-4906-957D-A173F7999FCA}" type="datetime1">
              <a:rPr lang="nl-NL" smtClean="0"/>
              <a:pPr/>
              <a:t>17-11-2025</a:t>
            </a:fld>
            <a:endParaRPr lang="nl-NL" dirty="0"/>
          </a:p>
        </p:txBody>
      </p:sp>
      <p:sp>
        <p:nvSpPr>
          <p:cNvPr id="24" name="Tijdelijke aanduiding voor tekst 6">
            <a:extLst>
              <a:ext uri="{FF2B5EF4-FFF2-40B4-BE49-F238E27FC236}">
                <a16:creationId xmlns:a16="http://schemas.microsoft.com/office/drawing/2014/main" id="{662ED5E9-8B1A-4354-7259-BBB669BB9B92}"/>
              </a:ext>
            </a:extLst>
          </p:cNvPr>
          <p:cNvSpPr>
            <a:spLocks noGrp="1"/>
          </p:cNvSpPr>
          <p:nvPr>
            <p:ph type="body" sz="quarter" idx="25" hasCustomPrompt="1"/>
          </p:nvPr>
        </p:nvSpPr>
        <p:spPr>
          <a:xfrm>
            <a:off x="6602096" y="4408262"/>
            <a:ext cx="2653506" cy="216000"/>
          </a:xfrm>
        </p:spPr>
        <p:txBody>
          <a:bodyPr anchor="ctr">
            <a:noAutofit/>
          </a:bodyPr>
          <a:lstStyle>
            <a:lvl1pPr marL="0" indent="0">
              <a:buNone/>
              <a:defRPr sz="1400">
                <a:solidFill>
                  <a:schemeClr val="tx2"/>
                </a:solidFill>
                <a:effectLst/>
                <a:latin typeface="+mj-lt"/>
              </a:defRPr>
            </a:lvl1pPr>
          </a:lstStyle>
          <a:p>
            <a:pPr lvl="0"/>
            <a:r>
              <a:rPr lang="nl-NL" dirty="0"/>
              <a:t>[Openbaar]</a:t>
            </a:r>
          </a:p>
        </p:txBody>
      </p:sp>
    </p:spTree>
    <p:extLst>
      <p:ext uri="{BB962C8B-B14F-4D97-AF65-F5344CB8AC3E}">
        <p14:creationId xmlns:p14="http://schemas.microsoft.com/office/powerpoint/2010/main" val="2939804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F6A9BEB-31D7-5990-1454-20C0B1CCBFA0}"/>
              </a:ext>
            </a:extLst>
          </p:cNvPr>
          <p:cNvSpPr>
            <a:spLocks noGrp="1"/>
          </p:cNvSpPr>
          <p:nvPr>
            <p:ph type="title"/>
          </p:nvPr>
        </p:nvSpPr>
        <p:spPr/>
        <p:txBody>
          <a:bodyPr/>
          <a:lstStyle/>
          <a:p>
            <a:r>
              <a:rPr lang="en-US"/>
              <a:t>Click to edit Master title style</a:t>
            </a:r>
            <a:endParaRPr lang="nl-NL"/>
          </a:p>
        </p:txBody>
      </p:sp>
      <p:sp>
        <p:nvSpPr>
          <p:cNvPr id="3" name="Tijdelijke aanduiding voor inhoud 2">
            <a:extLst>
              <a:ext uri="{FF2B5EF4-FFF2-40B4-BE49-F238E27FC236}">
                <a16:creationId xmlns:a16="http://schemas.microsoft.com/office/drawing/2014/main" id="{53757902-BA75-F83A-A9CD-4A250799210E}"/>
              </a:ext>
            </a:extLst>
          </p:cNvPr>
          <p:cNvSpPr>
            <a:spLocks noGrp="1"/>
          </p:cNvSpPr>
          <p:nvPr>
            <p:ph idx="1"/>
          </p:nvPr>
        </p:nvSpPr>
        <p:spPr/>
        <p:txBody>
          <a:bodyPr/>
          <a:lstStyle>
            <a:lvl1pPr marL="457200" indent="-457200">
              <a:buFont typeface="Wingdings" panose="05000000000000000000" pitchFamily="2" charset="2"/>
              <a:buChar char="§"/>
              <a:defRPr/>
            </a:lvl1pPr>
            <a:lvl2pPr marL="800100" indent="-342900">
              <a:buFont typeface="Wingdings" panose="05000000000000000000" pitchFamily="2" charset="2"/>
              <a:buChar char="§"/>
              <a:defRPr/>
            </a:lvl2pPr>
            <a:lvl3pPr marL="1257300" indent="-342900">
              <a:buFont typeface="Wingdings" panose="05000000000000000000" pitchFamily="2" charset="2"/>
              <a:buChar char="§"/>
              <a:defRPr/>
            </a:lvl3pPr>
            <a:lvl4pPr marL="1657350" indent="-285750">
              <a:buFont typeface="Wingdings" panose="05000000000000000000" pitchFamily="2" charset="2"/>
              <a:buChar char="§"/>
              <a:defRPr/>
            </a:lvl4pPr>
            <a:lvl5pPr marL="2114550" indent="-285750">
              <a:buFont typeface="Wingdings" panose="05000000000000000000"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Tijdelijke aanduiding voor datum 3">
            <a:extLst>
              <a:ext uri="{FF2B5EF4-FFF2-40B4-BE49-F238E27FC236}">
                <a16:creationId xmlns:a16="http://schemas.microsoft.com/office/drawing/2014/main" id="{801B9DCB-6767-0FAB-4EEB-51B8FE43A627}"/>
              </a:ext>
            </a:extLst>
          </p:cNvPr>
          <p:cNvSpPr>
            <a:spLocks noGrp="1"/>
          </p:cNvSpPr>
          <p:nvPr>
            <p:ph type="dt" sz="half" idx="10"/>
          </p:nvPr>
        </p:nvSpPr>
        <p:spPr/>
        <p:txBody>
          <a:bodyPr/>
          <a:lstStyle/>
          <a:p>
            <a:fld id="{472D8C46-45ED-4977-8DF5-FEAAF18B775F}" type="datetime1">
              <a:rPr lang="nl-NL" smtClean="0"/>
              <a:t>17-11-2025</a:t>
            </a:fld>
            <a:endParaRPr lang="nl-NL"/>
          </a:p>
        </p:txBody>
      </p:sp>
      <p:sp>
        <p:nvSpPr>
          <p:cNvPr id="5" name="Tijdelijke aanduiding voor voettekst 4">
            <a:extLst>
              <a:ext uri="{FF2B5EF4-FFF2-40B4-BE49-F238E27FC236}">
                <a16:creationId xmlns:a16="http://schemas.microsoft.com/office/drawing/2014/main" id="{3217A91C-110C-441A-26CF-15C3C7771038}"/>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1616AD90-C02F-C9FA-46E8-39CDB2530495}"/>
              </a:ext>
            </a:extLst>
          </p:cNvPr>
          <p:cNvSpPr>
            <a:spLocks noGrp="1"/>
          </p:cNvSpPr>
          <p:nvPr>
            <p:ph type="sldNum" sz="quarter" idx="12"/>
          </p:nvPr>
        </p:nvSpPr>
        <p:spPr/>
        <p:txBody>
          <a:bodyPr/>
          <a:lstStyle/>
          <a:p>
            <a:fld id="{A648B885-FF76-47CB-8BBD-27E7EBF07CA9}" type="slidenum">
              <a:rPr lang="nl-NL" smtClean="0"/>
              <a:t>‹#›</a:t>
            </a:fld>
            <a:endParaRPr lang="nl-NL"/>
          </a:p>
        </p:txBody>
      </p:sp>
    </p:spTree>
    <p:extLst>
      <p:ext uri="{BB962C8B-B14F-4D97-AF65-F5344CB8AC3E}">
        <p14:creationId xmlns:p14="http://schemas.microsoft.com/office/powerpoint/2010/main" val="28617482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itel en object wi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F6A9BEB-31D7-5990-1454-20C0B1CCBFA0}"/>
              </a:ext>
            </a:extLst>
          </p:cNvPr>
          <p:cNvSpPr>
            <a:spLocks noGrp="1"/>
          </p:cNvSpPr>
          <p:nvPr>
            <p:ph type="title"/>
          </p:nvPr>
        </p:nvSpPr>
        <p:spPr/>
        <p:txBody>
          <a:bodyPr/>
          <a:lstStyle/>
          <a:p>
            <a:r>
              <a:rPr lang="en-US"/>
              <a:t>Click to edit Master title style</a:t>
            </a:r>
            <a:endParaRPr lang="nl-NL"/>
          </a:p>
        </p:txBody>
      </p:sp>
      <p:sp>
        <p:nvSpPr>
          <p:cNvPr id="3" name="Tijdelijke aanduiding voor inhoud 2">
            <a:extLst>
              <a:ext uri="{FF2B5EF4-FFF2-40B4-BE49-F238E27FC236}">
                <a16:creationId xmlns:a16="http://schemas.microsoft.com/office/drawing/2014/main" id="{53757902-BA75-F83A-A9CD-4A250799210E}"/>
              </a:ext>
            </a:extLst>
          </p:cNvPr>
          <p:cNvSpPr>
            <a:spLocks noGrp="1"/>
          </p:cNvSpPr>
          <p:nvPr>
            <p:ph idx="1"/>
          </p:nvPr>
        </p:nvSpPr>
        <p:spPr/>
        <p:txBody>
          <a:bodyPr/>
          <a:lstStyle>
            <a:lvl1pPr marL="457200" indent="-457200">
              <a:buFont typeface="Wingdings" panose="05000000000000000000" pitchFamily="2" charset="2"/>
              <a:buChar char="§"/>
              <a:defRPr/>
            </a:lvl1pPr>
            <a:lvl2pPr marL="800100" indent="-342900">
              <a:buFont typeface="Wingdings" panose="05000000000000000000" pitchFamily="2" charset="2"/>
              <a:buChar char="§"/>
              <a:defRPr/>
            </a:lvl2pPr>
            <a:lvl3pPr marL="1257300" indent="-342900">
              <a:buFont typeface="Wingdings" panose="05000000000000000000" pitchFamily="2" charset="2"/>
              <a:buChar char="§"/>
              <a:defRPr/>
            </a:lvl3pPr>
            <a:lvl4pPr marL="1657350" indent="-285750">
              <a:buFont typeface="Wingdings" panose="05000000000000000000" pitchFamily="2" charset="2"/>
              <a:buChar char="§"/>
              <a:defRPr/>
            </a:lvl4pPr>
            <a:lvl5pPr marL="2114550" indent="-285750">
              <a:buFont typeface="Wingdings" panose="05000000000000000000"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Tijdelijke aanduiding voor datum 3">
            <a:extLst>
              <a:ext uri="{FF2B5EF4-FFF2-40B4-BE49-F238E27FC236}">
                <a16:creationId xmlns:a16="http://schemas.microsoft.com/office/drawing/2014/main" id="{801B9DCB-6767-0FAB-4EEB-51B8FE43A627}"/>
              </a:ext>
            </a:extLst>
          </p:cNvPr>
          <p:cNvSpPr>
            <a:spLocks noGrp="1"/>
          </p:cNvSpPr>
          <p:nvPr>
            <p:ph type="dt" sz="half" idx="10"/>
          </p:nvPr>
        </p:nvSpPr>
        <p:spPr/>
        <p:txBody>
          <a:bodyPr/>
          <a:lstStyle/>
          <a:p>
            <a:fld id="{472D8C46-45ED-4977-8DF5-FEAAF18B775F}" type="datetime1">
              <a:rPr lang="nl-NL" smtClean="0"/>
              <a:t>17-11-2025</a:t>
            </a:fld>
            <a:endParaRPr lang="nl-NL"/>
          </a:p>
        </p:txBody>
      </p:sp>
      <p:sp>
        <p:nvSpPr>
          <p:cNvPr id="5" name="Tijdelijke aanduiding voor voettekst 4">
            <a:extLst>
              <a:ext uri="{FF2B5EF4-FFF2-40B4-BE49-F238E27FC236}">
                <a16:creationId xmlns:a16="http://schemas.microsoft.com/office/drawing/2014/main" id="{3217A91C-110C-441A-26CF-15C3C7771038}"/>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1616AD90-C02F-C9FA-46E8-39CDB2530495}"/>
              </a:ext>
            </a:extLst>
          </p:cNvPr>
          <p:cNvSpPr>
            <a:spLocks noGrp="1"/>
          </p:cNvSpPr>
          <p:nvPr>
            <p:ph type="sldNum" sz="quarter" idx="12"/>
          </p:nvPr>
        </p:nvSpPr>
        <p:spPr/>
        <p:txBody>
          <a:bodyPr/>
          <a:lstStyle/>
          <a:p>
            <a:fld id="{A648B885-FF76-47CB-8BBD-27E7EBF07CA9}" type="slidenum">
              <a:rPr lang="nl-NL" smtClean="0"/>
              <a:t>‹#›</a:t>
            </a:fld>
            <a:endParaRPr lang="nl-NL"/>
          </a:p>
        </p:txBody>
      </p:sp>
      <p:sp>
        <p:nvSpPr>
          <p:cNvPr id="7" name="Rechthoek 6">
            <a:extLst>
              <a:ext uri="{FF2B5EF4-FFF2-40B4-BE49-F238E27FC236}">
                <a16:creationId xmlns:a16="http://schemas.microsoft.com/office/drawing/2014/main" id="{B53567AC-FC92-DBF6-902D-A02E25D27B7B}"/>
              </a:ext>
            </a:extLst>
          </p:cNvPr>
          <p:cNvSpPr/>
          <p:nvPr userDrawn="1"/>
        </p:nvSpPr>
        <p:spPr>
          <a:xfrm>
            <a:off x="-1" y="0"/>
            <a:ext cx="180000" cy="68700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8" name="ArtworkLogo">
            <a:extLst>
              <a:ext uri="{FF2B5EF4-FFF2-40B4-BE49-F238E27FC236}">
                <a16:creationId xmlns:a16="http://schemas.microsoft.com/office/drawing/2014/main" id="{88EDF246-36D0-EA15-89F1-BEBAC1BC90A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283929" y="303802"/>
            <a:ext cx="1629294" cy="830672"/>
          </a:xfrm>
          <a:prstGeom prst="rect">
            <a:avLst/>
          </a:prstGeom>
        </p:spPr>
      </p:pic>
    </p:spTree>
    <p:extLst>
      <p:ext uri="{BB962C8B-B14F-4D97-AF65-F5344CB8AC3E}">
        <p14:creationId xmlns:p14="http://schemas.microsoft.com/office/powerpoint/2010/main" val="10793689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 foto donker">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25" name="Rechthoek 24">
            <a:extLst>
              <a:ext uri="{FF2B5EF4-FFF2-40B4-BE49-F238E27FC236}">
                <a16:creationId xmlns:a16="http://schemas.microsoft.com/office/drawing/2014/main" id="{16FAB6D7-3EC7-B29F-1BB0-AFCC4A37A493}"/>
              </a:ext>
            </a:extLst>
          </p:cNvPr>
          <p:cNvSpPr/>
          <p:nvPr userDrawn="1"/>
        </p:nvSpPr>
        <p:spPr>
          <a:xfrm>
            <a:off x="0" y="0"/>
            <a:ext cx="12192000" cy="6858000"/>
          </a:xfrm>
          <a:prstGeom prst="rect">
            <a:avLst/>
          </a:prstGeom>
          <a:solidFill>
            <a:srgbClr val="00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 name="Gelijkbenige driehoek 8">
            <a:extLst>
              <a:ext uri="{FF2B5EF4-FFF2-40B4-BE49-F238E27FC236}">
                <a16:creationId xmlns:a16="http://schemas.microsoft.com/office/drawing/2014/main" id="{FBED7AAB-CDAA-72E0-3A43-540D621F3688}"/>
              </a:ext>
            </a:extLst>
          </p:cNvPr>
          <p:cNvSpPr/>
          <p:nvPr userDrawn="1"/>
        </p:nvSpPr>
        <p:spPr>
          <a:xfrm>
            <a:off x="1753986" y="4031673"/>
            <a:ext cx="5505341" cy="2826326"/>
          </a:xfrm>
          <a:prstGeom prst="triangle">
            <a:avLst/>
          </a:prstGeom>
          <a:solidFill>
            <a:schemeClr val="accent3">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el 1">
            <a:extLst>
              <a:ext uri="{FF2B5EF4-FFF2-40B4-BE49-F238E27FC236}">
                <a16:creationId xmlns:a16="http://schemas.microsoft.com/office/drawing/2014/main" id="{A9B5A378-D087-E905-A9CD-E41FF608F580}"/>
              </a:ext>
            </a:extLst>
          </p:cNvPr>
          <p:cNvSpPr>
            <a:spLocks noGrp="1"/>
          </p:cNvSpPr>
          <p:nvPr>
            <p:ph type="ctrTitle"/>
          </p:nvPr>
        </p:nvSpPr>
        <p:spPr>
          <a:xfrm>
            <a:off x="5877012" y="423332"/>
            <a:ext cx="5976321" cy="2002965"/>
          </a:xfrm>
        </p:spPr>
        <p:txBody>
          <a:bodyPr anchor="b">
            <a:normAutofit/>
          </a:bodyPr>
          <a:lstStyle>
            <a:lvl1pPr algn="l">
              <a:defRPr sz="4800">
                <a:solidFill>
                  <a:schemeClr val="bg1"/>
                </a:solidFill>
                <a:effectLst>
                  <a:outerShdw blurRad="38100" dist="38100" dir="2700000" algn="tl">
                    <a:srgbClr val="000000">
                      <a:alpha val="43137"/>
                    </a:srgbClr>
                  </a:outerShdw>
                </a:effectLst>
              </a:defRPr>
            </a:lvl1pPr>
          </a:lstStyle>
          <a:p>
            <a:r>
              <a:rPr lang="en-US"/>
              <a:t>Click to edit Master title style</a:t>
            </a:r>
            <a:endParaRPr lang="nl-NL" dirty="0"/>
          </a:p>
        </p:txBody>
      </p:sp>
      <p:sp>
        <p:nvSpPr>
          <p:cNvPr id="3" name="Ondertitel 2">
            <a:extLst>
              <a:ext uri="{FF2B5EF4-FFF2-40B4-BE49-F238E27FC236}">
                <a16:creationId xmlns:a16="http://schemas.microsoft.com/office/drawing/2014/main" id="{74457518-AC06-A099-9F3C-A25877688B6B}"/>
              </a:ext>
            </a:extLst>
          </p:cNvPr>
          <p:cNvSpPr>
            <a:spLocks noGrp="1"/>
          </p:cNvSpPr>
          <p:nvPr>
            <p:ph type="subTitle" idx="1"/>
          </p:nvPr>
        </p:nvSpPr>
        <p:spPr>
          <a:xfrm>
            <a:off x="5877013" y="2518373"/>
            <a:ext cx="4826924" cy="1122074"/>
          </a:xfrm>
        </p:spPr>
        <p:txBody>
          <a:bodyPr/>
          <a:lstStyle>
            <a:lvl1pPr marL="0" indent="0" algn="l">
              <a:buNone/>
              <a:defRPr sz="2400">
                <a:solidFill>
                  <a:schemeClr val="bg1"/>
                </a:solidFill>
                <a:effectLst>
                  <a:outerShdw blurRad="38100" dist="38100" dir="2700000" algn="tl">
                    <a:srgbClr val="000000">
                      <a:alpha val="43137"/>
                    </a:srgbClr>
                  </a:outerShdw>
                </a:effectLs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dirty="0"/>
          </a:p>
        </p:txBody>
      </p:sp>
      <p:sp>
        <p:nvSpPr>
          <p:cNvPr id="7" name="Vrije vorm: vorm 6">
            <a:extLst>
              <a:ext uri="{FF2B5EF4-FFF2-40B4-BE49-F238E27FC236}">
                <a16:creationId xmlns:a16="http://schemas.microsoft.com/office/drawing/2014/main" id="{91BD37D6-B25E-967C-E52E-4F310795267C}"/>
              </a:ext>
              <a:ext uri="{C183D7F6-B498-43B3-948B-1728B52AA6E4}">
                <adec:decorative xmlns:adec="http://schemas.microsoft.com/office/drawing/2017/decorative" val="1"/>
              </a:ext>
            </a:extLst>
          </p:cNvPr>
          <p:cNvSpPr/>
          <p:nvPr userDrawn="1"/>
        </p:nvSpPr>
        <p:spPr>
          <a:xfrm>
            <a:off x="0" y="0"/>
            <a:ext cx="5838825" cy="5842635"/>
          </a:xfrm>
          <a:custGeom>
            <a:avLst/>
            <a:gdLst>
              <a:gd name="connsiteX0" fmla="*/ 5841340 w 5841339"/>
              <a:gd name="connsiteY0" fmla="*/ 0 h 5841720"/>
              <a:gd name="connsiteX1" fmla="*/ 3301403 w 5841339"/>
              <a:gd name="connsiteY1" fmla="*/ 0 h 5841720"/>
              <a:gd name="connsiteX2" fmla="*/ 1655826 w 5841339"/>
              <a:gd name="connsiteY2" fmla="*/ 1645666 h 5841720"/>
              <a:gd name="connsiteX3" fmla="*/ 10268 w 5841339"/>
              <a:gd name="connsiteY3" fmla="*/ 0 h 5841720"/>
              <a:gd name="connsiteX4" fmla="*/ 0 w 5841339"/>
              <a:gd name="connsiteY4" fmla="*/ 0 h 5841720"/>
              <a:gd name="connsiteX5" fmla="*/ 0 w 5841339"/>
              <a:gd name="connsiteY5" fmla="*/ 5841721 h 5841720"/>
              <a:gd name="connsiteX6" fmla="*/ 5841340 w 5841339"/>
              <a:gd name="connsiteY6" fmla="*/ 0 h 5841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41339" h="5841720">
                <a:moveTo>
                  <a:pt x="5841340" y="0"/>
                </a:moveTo>
                <a:lnTo>
                  <a:pt x="3301403" y="0"/>
                </a:lnTo>
                <a:lnTo>
                  <a:pt x="1655826" y="1645666"/>
                </a:lnTo>
                <a:lnTo>
                  <a:pt x="10268" y="0"/>
                </a:lnTo>
                <a:lnTo>
                  <a:pt x="0" y="0"/>
                </a:lnTo>
                <a:lnTo>
                  <a:pt x="0" y="5841721"/>
                </a:lnTo>
                <a:lnTo>
                  <a:pt x="5841340" y="0"/>
                </a:lnTo>
                <a:close/>
              </a:path>
            </a:pathLst>
          </a:custGeom>
          <a:solidFill>
            <a:srgbClr val="0085C6">
              <a:alpha val="74902"/>
            </a:srgbClr>
          </a:solidFill>
          <a:ln w="1269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nl-NL"/>
          </a:p>
        </p:txBody>
      </p:sp>
      <p:sp>
        <p:nvSpPr>
          <p:cNvPr id="5" name="Vrije vorm: vorm 4">
            <a:extLst>
              <a:ext uri="{FF2B5EF4-FFF2-40B4-BE49-F238E27FC236}">
                <a16:creationId xmlns:a16="http://schemas.microsoft.com/office/drawing/2014/main" id="{2E3052D2-7619-D462-11E0-04B85514BCDC}"/>
              </a:ext>
            </a:extLst>
          </p:cNvPr>
          <p:cNvSpPr/>
          <p:nvPr/>
        </p:nvSpPr>
        <p:spPr>
          <a:xfrm>
            <a:off x="9308011" y="5109583"/>
            <a:ext cx="756398" cy="756645"/>
          </a:xfrm>
          <a:custGeom>
            <a:avLst/>
            <a:gdLst>
              <a:gd name="connsiteX0" fmla="*/ 586222 w 756398"/>
              <a:gd name="connsiteY0" fmla="*/ 0 h 756645"/>
              <a:gd name="connsiteX1" fmla="*/ 0 w 756398"/>
              <a:gd name="connsiteY1" fmla="*/ 586435 h 756645"/>
              <a:gd name="connsiteX2" fmla="*/ 0 w 756398"/>
              <a:gd name="connsiteY2" fmla="*/ 756646 h 756645"/>
              <a:gd name="connsiteX3" fmla="*/ 170189 w 756398"/>
              <a:gd name="connsiteY3" fmla="*/ 756646 h 756645"/>
              <a:gd name="connsiteX4" fmla="*/ 378206 w 756398"/>
              <a:gd name="connsiteY4" fmla="*/ 548566 h 756645"/>
              <a:gd name="connsiteX5" fmla="*/ 459213 w 756398"/>
              <a:gd name="connsiteY5" fmla="*/ 629614 h 756645"/>
              <a:gd name="connsiteX6" fmla="*/ 629405 w 756398"/>
              <a:gd name="connsiteY6" fmla="*/ 459372 h 756645"/>
              <a:gd name="connsiteX7" fmla="*/ 548380 w 756398"/>
              <a:gd name="connsiteY7" fmla="*/ 378324 h 756645"/>
              <a:gd name="connsiteX8" fmla="*/ 756398 w 756398"/>
              <a:gd name="connsiteY8" fmla="*/ 170241 h 756645"/>
              <a:gd name="connsiteX9" fmla="*/ 756398 w 756398"/>
              <a:gd name="connsiteY9" fmla="*/ 0 h 756645"/>
              <a:gd name="connsiteX10" fmla="*/ 586224 w 756398"/>
              <a:gd name="connsiteY10" fmla="*/ 0 h 756645"/>
              <a:gd name="connsiteX11" fmla="*/ 81008 w 756398"/>
              <a:gd name="connsiteY11" fmla="*/ 251291 h 756645"/>
              <a:gd name="connsiteX12" fmla="*/ 251197 w 756398"/>
              <a:gd name="connsiteY12" fmla="*/ 81048 h 756645"/>
              <a:gd name="connsiteX13" fmla="*/ 170189 w 756398"/>
              <a:gd name="connsiteY13" fmla="*/ 15 h 756645"/>
              <a:gd name="connsiteX14" fmla="*/ 170189 w 756398"/>
              <a:gd name="connsiteY14" fmla="*/ 0 h 756645"/>
              <a:gd name="connsiteX15" fmla="*/ 0 w 756398"/>
              <a:gd name="connsiteY15" fmla="*/ 0 h 756645"/>
              <a:gd name="connsiteX16" fmla="*/ 0 w 756398"/>
              <a:gd name="connsiteY16" fmla="*/ 170241 h 756645"/>
              <a:gd name="connsiteX17" fmla="*/ 81008 w 756398"/>
              <a:gd name="connsiteY17" fmla="*/ 251291 h 756645"/>
              <a:gd name="connsiteX18" fmla="*/ 756398 w 756398"/>
              <a:gd name="connsiteY18" fmla="*/ 756646 h 756645"/>
              <a:gd name="connsiteX19" fmla="*/ 756398 w 756398"/>
              <a:gd name="connsiteY19" fmla="*/ 586435 h 756645"/>
              <a:gd name="connsiteX20" fmla="*/ 586252 w 756398"/>
              <a:gd name="connsiteY20" fmla="*/ 756646 h 756645"/>
              <a:gd name="connsiteX21" fmla="*/ 756398 w 756398"/>
              <a:gd name="connsiteY21" fmla="*/ 756646 h 756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56398" h="756645">
                <a:moveTo>
                  <a:pt x="586222" y="0"/>
                </a:moveTo>
                <a:lnTo>
                  <a:pt x="0" y="586435"/>
                </a:lnTo>
                <a:lnTo>
                  <a:pt x="0" y="756646"/>
                </a:lnTo>
                <a:lnTo>
                  <a:pt x="170189" y="756646"/>
                </a:lnTo>
                <a:lnTo>
                  <a:pt x="378206" y="548566"/>
                </a:lnTo>
                <a:lnTo>
                  <a:pt x="459213" y="629614"/>
                </a:lnTo>
                <a:lnTo>
                  <a:pt x="629405" y="459372"/>
                </a:lnTo>
                <a:lnTo>
                  <a:pt x="548380" y="378324"/>
                </a:lnTo>
                <a:lnTo>
                  <a:pt x="756398" y="170241"/>
                </a:lnTo>
                <a:lnTo>
                  <a:pt x="756398" y="0"/>
                </a:lnTo>
                <a:lnTo>
                  <a:pt x="586224" y="0"/>
                </a:lnTo>
                <a:close/>
                <a:moveTo>
                  <a:pt x="81008" y="251291"/>
                </a:moveTo>
                <a:lnTo>
                  <a:pt x="251197" y="81048"/>
                </a:lnTo>
                <a:lnTo>
                  <a:pt x="170189" y="15"/>
                </a:lnTo>
                <a:lnTo>
                  <a:pt x="170189" y="0"/>
                </a:lnTo>
                <a:lnTo>
                  <a:pt x="0" y="0"/>
                </a:lnTo>
                <a:lnTo>
                  <a:pt x="0" y="170241"/>
                </a:lnTo>
                <a:lnTo>
                  <a:pt x="81008" y="251291"/>
                </a:lnTo>
                <a:close/>
                <a:moveTo>
                  <a:pt x="756398" y="756646"/>
                </a:moveTo>
                <a:lnTo>
                  <a:pt x="756398" y="586435"/>
                </a:lnTo>
                <a:lnTo>
                  <a:pt x="586252" y="756646"/>
                </a:lnTo>
                <a:lnTo>
                  <a:pt x="756398" y="756646"/>
                </a:lnTo>
                <a:close/>
              </a:path>
            </a:pathLst>
          </a:custGeom>
          <a:solidFill>
            <a:srgbClr val="97BE0D"/>
          </a:solidFill>
          <a:ln w="14994" cap="flat">
            <a:noFill/>
            <a:prstDash val="solid"/>
            <a:miter/>
          </a:ln>
        </p:spPr>
        <p:txBody>
          <a:bodyPr rtlCol="0" anchor="ctr"/>
          <a:lstStyle/>
          <a:p>
            <a:endParaRPr lang="nl-NL"/>
          </a:p>
        </p:txBody>
      </p:sp>
      <p:sp>
        <p:nvSpPr>
          <p:cNvPr id="6" name="Vrije vorm: vorm 5">
            <a:extLst>
              <a:ext uri="{FF2B5EF4-FFF2-40B4-BE49-F238E27FC236}">
                <a16:creationId xmlns:a16="http://schemas.microsoft.com/office/drawing/2014/main" id="{2290EBA2-8E2D-6DE4-0054-29203AF1659C}"/>
              </a:ext>
            </a:extLst>
          </p:cNvPr>
          <p:cNvSpPr/>
          <p:nvPr/>
        </p:nvSpPr>
        <p:spPr>
          <a:xfrm>
            <a:off x="10820794" y="5109590"/>
            <a:ext cx="756412" cy="756647"/>
          </a:xfrm>
          <a:custGeom>
            <a:avLst/>
            <a:gdLst>
              <a:gd name="connsiteX0" fmla="*/ 0 w 756412"/>
              <a:gd name="connsiteY0" fmla="*/ 0 h 756647"/>
              <a:gd name="connsiteX1" fmla="*/ 0 w 756412"/>
              <a:gd name="connsiteY1" fmla="*/ 0 h 756647"/>
              <a:gd name="connsiteX2" fmla="*/ 586223 w 756412"/>
              <a:gd name="connsiteY2" fmla="*/ 0 h 756647"/>
              <a:gd name="connsiteX3" fmla="*/ 0 w 756412"/>
              <a:gd name="connsiteY3" fmla="*/ 586435 h 756647"/>
              <a:gd name="connsiteX4" fmla="*/ 0 w 756412"/>
              <a:gd name="connsiteY4" fmla="*/ 756647 h 756647"/>
              <a:gd name="connsiteX5" fmla="*/ 170190 w 756412"/>
              <a:gd name="connsiteY5" fmla="*/ 756647 h 756647"/>
              <a:gd name="connsiteX6" fmla="*/ 463309 w 756412"/>
              <a:gd name="connsiteY6" fmla="*/ 463438 h 756647"/>
              <a:gd name="connsiteX7" fmla="*/ 756398 w 756412"/>
              <a:gd name="connsiteY7" fmla="*/ 756647 h 756647"/>
              <a:gd name="connsiteX8" fmla="*/ 756413 w 756412"/>
              <a:gd name="connsiteY8" fmla="*/ 756647 h 756647"/>
              <a:gd name="connsiteX9" fmla="*/ 756413 w 756412"/>
              <a:gd name="connsiteY9" fmla="*/ 0 h 756647"/>
              <a:gd name="connsiteX10" fmla="*/ 586223 w 756412"/>
              <a:gd name="connsiteY10" fmla="*/ 0 h 756647"/>
              <a:gd name="connsiteX11" fmla="*/ 332220 w 756412"/>
              <a:gd name="connsiteY11" fmla="*/ 0 h 756647"/>
              <a:gd name="connsiteX12" fmla="*/ 15 w 756412"/>
              <a:gd name="connsiteY12" fmla="*/ 0 h 756647"/>
              <a:gd name="connsiteX13" fmla="*/ 166125 w 756412"/>
              <a:gd name="connsiteY13" fmla="*/ 166162 h 756647"/>
              <a:gd name="connsiteX14" fmla="*/ 332220 w 756412"/>
              <a:gd name="connsiteY14" fmla="*/ 0 h 756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6412" h="756647">
                <a:moveTo>
                  <a:pt x="0" y="0"/>
                </a:moveTo>
                <a:lnTo>
                  <a:pt x="0" y="0"/>
                </a:lnTo>
                <a:close/>
                <a:moveTo>
                  <a:pt x="586223" y="0"/>
                </a:moveTo>
                <a:lnTo>
                  <a:pt x="0" y="586435"/>
                </a:lnTo>
                <a:lnTo>
                  <a:pt x="0" y="756647"/>
                </a:lnTo>
                <a:lnTo>
                  <a:pt x="170190" y="756647"/>
                </a:lnTo>
                <a:lnTo>
                  <a:pt x="463309" y="463438"/>
                </a:lnTo>
                <a:lnTo>
                  <a:pt x="756398" y="756647"/>
                </a:lnTo>
                <a:lnTo>
                  <a:pt x="756413" y="756647"/>
                </a:lnTo>
                <a:lnTo>
                  <a:pt x="756413" y="0"/>
                </a:lnTo>
                <a:lnTo>
                  <a:pt x="586223" y="0"/>
                </a:lnTo>
                <a:close/>
                <a:moveTo>
                  <a:pt x="332220" y="0"/>
                </a:moveTo>
                <a:lnTo>
                  <a:pt x="15" y="0"/>
                </a:lnTo>
                <a:lnTo>
                  <a:pt x="166125" y="166162"/>
                </a:lnTo>
                <a:lnTo>
                  <a:pt x="332220" y="0"/>
                </a:lnTo>
                <a:close/>
              </a:path>
            </a:pathLst>
          </a:custGeom>
          <a:solidFill>
            <a:srgbClr val="0086C5"/>
          </a:solidFill>
          <a:ln w="14994" cap="flat">
            <a:noFill/>
            <a:prstDash val="solid"/>
            <a:miter/>
          </a:ln>
        </p:spPr>
        <p:txBody>
          <a:bodyPr rtlCol="0" anchor="ctr"/>
          <a:lstStyle/>
          <a:p>
            <a:endParaRPr lang="nl-NL"/>
          </a:p>
        </p:txBody>
      </p:sp>
      <p:sp>
        <p:nvSpPr>
          <p:cNvPr id="8" name="Vrije vorm: vorm 7">
            <a:extLst>
              <a:ext uri="{FF2B5EF4-FFF2-40B4-BE49-F238E27FC236}">
                <a16:creationId xmlns:a16="http://schemas.microsoft.com/office/drawing/2014/main" id="{DF62DE58-EDBC-170B-6165-304CC012C3C0}"/>
              </a:ext>
            </a:extLst>
          </p:cNvPr>
          <p:cNvSpPr/>
          <p:nvPr/>
        </p:nvSpPr>
        <p:spPr>
          <a:xfrm>
            <a:off x="9290892" y="6026252"/>
            <a:ext cx="198536" cy="245754"/>
          </a:xfrm>
          <a:custGeom>
            <a:avLst/>
            <a:gdLst>
              <a:gd name="connsiteX0" fmla="*/ 103821 w 198536"/>
              <a:gd name="connsiteY0" fmla="*/ 245754 h 245754"/>
              <a:gd name="connsiteX1" fmla="*/ 0 w 198536"/>
              <a:gd name="connsiteY1" fmla="*/ 127423 h 245754"/>
              <a:gd name="connsiteX2" fmla="*/ 112100 w 198536"/>
              <a:gd name="connsiteY2" fmla="*/ 0 h 245754"/>
              <a:gd name="connsiteX3" fmla="*/ 193572 w 198536"/>
              <a:gd name="connsiteY3" fmla="*/ 34748 h 245754"/>
              <a:gd name="connsiteX4" fmla="*/ 174136 w 198536"/>
              <a:gd name="connsiteY4" fmla="*/ 59158 h 245754"/>
              <a:gd name="connsiteX5" fmla="*/ 119540 w 198536"/>
              <a:gd name="connsiteY5" fmla="*/ 43030 h 245754"/>
              <a:gd name="connsiteX6" fmla="*/ 56260 w 198536"/>
              <a:gd name="connsiteY6" fmla="*/ 119561 h 245754"/>
              <a:gd name="connsiteX7" fmla="*/ 112505 w 198536"/>
              <a:gd name="connsiteY7" fmla="*/ 202740 h 245754"/>
              <a:gd name="connsiteX8" fmla="*/ 144768 w 198536"/>
              <a:gd name="connsiteY8" fmla="*/ 194458 h 245754"/>
              <a:gd name="connsiteX9" fmla="*/ 144768 w 198536"/>
              <a:gd name="connsiteY9" fmla="*/ 140251 h 245754"/>
              <a:gd name="connsiteX10" fmla="*/ 111260 w 198536"/>
              <a:gd name="connsiteY10" fmla="*/ 140251 h 245754"/>
              <a:gd name="connsiteX11" fmla="*/ 111260 w 198536"/>
              <a:gd name="connsiteY11" fmla="*/ 104678 h 245754"/>
              <a:gd name="connsiteX12" fmla="*/ 198537 w 198536"/>
              <a:gd name="connsiteY12" fmla="*/ 104678 h 245754"/>
              <a:gd name="connsiteX13" fmla="*/ 198537 w 198536"/>
              <a:gd name="connsiteY13" fmla="*/ 213902 h 245754"/>
              <a:gd name="connsiteX14" fmla="*/ 103821 w 198536"/>
              <a:gd name="connsiteY14" fmla="*/ 245754 h 245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8536" h="245754">
                <a:moveTo>
                  <a:pt x="103821" y="245754"/>
                </a:moveTo>
                <a:cubicBezTo>
                  <a:pt x="34752" y="245754"/>
                  <a:pt x="0" y="210166"/>
                  <a:pt x="0" y="127423"/>
                </a:cubicBezTo>
                <a:cubicBezTo>
                  <a:pt x="0" y="39309"/>
                  <a:pt x="50471" y="0"/>
                  <a:pt x="112100" y="0"/>
                </a:cubicBezTo>
                <a:cubicBezTo>
                  <a:pt x="147256" y="0"/>
                  <a:pt x="173714" y="14058"/>
                  <a:pt x="193572" y="34748"/>
                </a:cubicBezTo>
                <a:lnTo>
                  <a:pt x="174136" y="59158"/>
                </a:lnTo>
                <a:cubicBezTo>
                  <a:pt x="156767" y="49226"/>
                  <a:pt x="137734" y="43030"/>
                  <a:pt x="119540" y="43030"/>
                </a:cubicBezTo>
                <a:cubicBezTo>
                  <a:pt x="82313" y="43030"/>
                  <a:pt x="56260" y="70335"/>
                  <a:pt x="56260" y="119561"/>
                </a:cubicBezTo>
                <a:cubicBezTo>
                  <a:pt x="56260" y="184121"/>
                  <a:pt x="80663" y="202740"/>
                  <a:pt x="112505" y="202740"/>
                </a:cubicBezTo>
                <a:cubicBezTo>
                  <a:pt x="126574" y="202740"/>
                  <a:pt x="138152" y="199004"/>
                  <a:pt x="144768" y="194458"/>
                </a:cubicBezTo>
                <a:lnTo>
                  <a:pt x="144768" y="140251"/>
                </a:lnTo>
                <a:lnTo>
                  <a:pt x="111260" y="140251"/>
                </a:lnTo>
                <a:lnTo>
                  <a:pt x="111260" y="104678"/>
                </a:lnTo>
                <a:lnTo>
                  <a:pt x="198537" y="104678"/>
                </a:lnTo>
                <a:lnTo>
                  <a:pt x="198537" y="213902"/>
                </a:lnTo>
                <a:cubicBezTo>
                  <a:pt x="173714" y="234172"/>
                  <a:pt x="140629" y="245754"/>
                  <a:pt x="103821" y="245754"/>
                </a:cubicBezTo>
              </a:path>
            </a:pathLst>
          </a:custGeom>
          <a:solidFill>
            <a:srgbClr val="97BE0D"/>
          </a:solidFill>
          <a:ln w="14994" cap="flat">
            <a:noFill/>
            <a:prstDash val="solid"/>
            <a:miter/>
          </a:ln>
        </p:spPr>
        <p:txBody>
          <a:bodyPr rtlCol="0" anchor="ctr"/>
          <a:lstStyle/>
          <a:p>
            <a:endParaRPr lang="nl-NL"/>
          </a:p>
        </p:txBody>
      </p:sp>
      <p:sp>
        <p:nvSpPr>
          <p:cNvPr id="10" name="Vrije vorm: vorm 9">
            <a:extLst>
              <a:ext uri="{FF2B5EF4-FFF2-40B4-BE49-F238E27FC236}">
                <a16:creationId xmlns:a16="http://schemas.microsoft.com/office/drawing/2014/main" id="{074A652D-0EA5-F295-D355-4AC8A19B1DDA}"/>
              </a:ext>
            </a:extLst>
          </p:cNvPr>
          <p:cNvSpPr/>
          <p:nvPr/>
        </p:nvSpPr>
        <p:spPr>
          <a:xfrm>
            <a:off x="9569248" y="6030807"/>
            <a:ext cx="148065" cy="236645"/>
          </a:xfrm>
          <a:custGeom>
            <a:avLst/>
            <a:gdLst>
              <a:gd name="connsiteX0" fmla="*/ 0 w 148065"/>
              <a:gd name="connsiteY0" fmla="*/ 236646 h 236645"/>
              <a:gd name="connsiteX1" fmla="*/ 0 w 148065"/>
              <a:gd name="connsiteY1" fmla="*/ 0 h 236645"/>
              <a:gd name="connsiteX2" fmla="*/ 146415 w 148065"/>
              <a:gd name="connsiteY2" fmla="*/ 0 h 236645"/>
              <a:gd name="connsiteX3" fmla="*/ 146415 w 148065"/>
              <a:gd name="connsiteY3" fmla="*/ 42204 h 236645"/>
              <a:gd name="connsiteX4" fmla="*/ 55014 w 148065"/>
              <a:gd name="connsiteY4" fmla="*/ 42204 h 236645"/>
              <a:gd name="connsiteX5" fmla="*/ 55014 w 148065"/>
              <a:gd name="connsiteY5" fmla="*/ 96395 h 236645"/>
              <a:gd name="connsiteX6" fmla="*/ 131522 w 148065"/>
              <a:gd name="connsiteY6" fmla="*/ 96395 h 236645"/>
              <a:gd name="connsiteX7" fmla="*/ 131522 w 148065"/>
              <a:gd name="connsiteY7" fmla="*/ 136110 h 236645"/>
              <a:gd name="connsiteX8" fmla="*/ 55014 w 148065"/>
              <a:gd name="connsiteY8" fmla="*/ 136110 h 236645"/>
              <a:gd name="connsiteX9" fmla="*/ 55014 w 148065"/>
              <a:gd name="connsiteY9" fmla="*/ 193618 h 236645"/>
              <a:gd name="connsiteX10" fmla="*/ 148065 w 148065"/>
              <a:gd name="connsiteY10" fmla="*/ 193618 h 236645"/>
              <a:gd name="connsiteX11" fmla="*/ 148065 w 148065"/>
              <a:gd name="connsiteY11" fmla="*/ 236646 h 236645"/>
              <a:gd name="connsiteX12" fmla="*/ 0 w 148065"/>
              <a:gd name="connsiteY12" fmla="*/ 236646 h 236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8065" h="236645">
                <a:moveTo>
                  <a:pt x="0" y="236646"/>
                </a:moveTo>
                <a:lnTo>
                  <a:pt x="0" y="0"/>
                </a:lnTo>
                <a:lnTo>
                  <a:pt x="146415" y="0"/>
                </a:lnTo>
                <a:lnTo>
                  <a:pt x="146415" y="42204"/>
                </a:lnTo>
                <a:lnTo>
                  <a:pt x="55014" y="42204"/>
                </a:lnTo>
                <a:lnTo>
                  <a:pt x="55014" y="96395"/>
                </a:lnTo>
                <a:lnTo>
                  <a:pt x="131522" y="96395"/>
                </a:lnTo>
                <a:lnTo>
                  <a:pt x="131522" y="136110"/>
                </a:lnTo>
                <a:lnTo>
                  <a:pt x="55014" y="136110"/>
                </a:lnTo>
                <a:lnTo>
                  <a:pt x="55014" y="193618"/>
                </a:lnTo>
                <a:lnTo>
                  <a:pt x="148065" y="193618"/>
                </a:lnTo>
                <a:lnTo>
                  <a:pt x="148065" y="236646"/>
                </a:lnTo>
                <a:lnTo>
                  <a:pt x="0" y="236646"/>
                </a:lnTo>
                <a:close/>
              </a:path>
            </a:pathLst>
          </a:custGeom>
          <a:solidFill>
            <a:srgbClr val="97BE0D"/>
          </a:solidFill>
          <a:ln w="14994" cap="flat">
            <a:noFill/>
            <a:prstDash val="solid"/>
            <a:miter/>
          </a:ln>
        </p:spPr>
        <p:txBody>
          <a:bodyPr rtlCol="0" anchor="ctr"/>
          <a:lstStyle/>
          <a:p>
            <a:endParaRPr lang="nl-NL"/>
          </a:p>
        </p:txBody>
      </p:sp>
      <p:sp>
        <p:nvSpPr>
          <p:cNvPr id="14" name="Vrije vorm: vorm 13">
            <a:extLst>
              <a:ext uri="{FF2B5EF4-FFF2-40B4-BE49-F238E27FC236}">
                <a16:creationId xmlns:a16="http://schemas.microsoft.com/office/drawing/2014/main" id="{5FAEC22B-27B5-0C44-848E-174383106CF4}"/>
              </a:ext>
            </a:extLst>
          </p:cNvPr>
          <p:cNvSpPr/>
          <p:nvPr/>
        </p:nvSpPr>
        <p:spPr>
          <a:xfrm>
            <a:off x="9771094" y="6026246"/>
            <a:ext cx="232029" cy="245754"/>
          </a:xfrm>
          <a:custGeom>
            <a:avLst/>
            <a:gdLst>
              <a:gd name="connsiteX0" fmla="*/ 112925 w 232029"/>
              <a:gd name="connsiteY0" fmla="*/ 245754 h 245754"/>
              <a:gd name="connsiteX1" fmla="*/ 0 w 232029"/>
              <a:gd name="connsiteY1" fmla="*/ 125773 h 245754"/>
              <a:gd name="connsiteX2" fmla="*/ 119119 w 232029"/>
              <a:gd name="connsiteY2" fmla="*/ 0 h 245754"/>
              <a:gd name="connsiteX3" fmla="*/ 232029 w 232029"/>
              <a:gd name="connsiteY3" fmla="*/ 117911 h 245754"/>
              <a:gd name="connsiteX4" fmla="*/ 112925 w 232029"/>
              <a:gd name="connsiteY4" fmla="*/ 245754 h 245754"/>
              <a:gd name="connsiteX5" fmla="*/ 114155 w 232029"/>
              <a:gd name="connsiteY5" fmla="*/ 42204 h 245754"/>
              <a:gd name="connsiteX6" fmla="*/ 58315 w 232029"/>
              <a:gd name="connsiteY6" fmla="*/ 118331 h 245754"/>
              <a:gd name="connsiteX7" fmla="*/ 117050 w 232029"/>
              <a:gd name="connsiteY7" fmla="*/ 203145 h 245754"/>
              <a:gd name="connsiteX8" fmla="*/ 173714 w 232029"/>
              <a:gd name="connsiteY8" fmla="*/ 125368 h 245754"/>
              <a:gd name="connsiteX9" fmla="*/ 114155 w 232029"/>
              <a:gd name="connsiteY9" fmla="*/ 42204 h 245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2029" h="245754">
                <a:moveTo>
                  <a:pt x="112925" y="245754"/>
                </a:moveTo>
                <a:cubicBezTo>
                  <a:pt x="42191" y="245754"/>
                  <a:pt x="0" y="215148"/>
                  <a:pt x="0" y="125773"/>
                </a:cubicBezTo>
                <a:cubicBezTo>
                  <a:pt x="0" y="39309"/>
                  <a:pt x="49226" y="0"/>
                  <a:pt x="119119" y="0"/>
                </a:cubicBezTo>
                <a:cubicBezTo>
                  <a:pt x="191083" y="0"/>
                  <a:pt x="232029" y="33097"/>
                  <a:pt x="232029" y="117911"/>
                </a:cubicBezTo>
                <a:cubicBezTo>
                  <a:pt x="232029" y="212252"/>
                  <a:pt x="177434" y="245754"/>
                  <a:pt x="112925" y="245754"/>
                </a:cubicBezTo>
                <a:moveTo>
                  <a:pt x="114155" y="42204"/>
                </a:moveTo>
                <a:cubicBezTo>
                  <a:pt x="81893" y="42204"/>
                  <a:pt x="58315" y="62894"/>
                  <a:pt x="58315" y="118331"/>
                </a:cubicBezTo>
                <a:cubicBezTo>
                  <a:pt x="58315" y="182050"/>
                  <a:pt x="79823" y="203145"/>
                  <a:pt x="117050" y="203145"/>
                </a:cubicBezTo>
                <a:cubicBezTo>
                  <a:pt x="150137" y="203145"/>
                  <a:pt x="173714" y="182455"/>
                  <a:pt x="173714" y="125368"/>
                </a:cubicBezTo>
                <a:cubicBezTo>
                  <a:pt x="173714" y="64139"/>
                  <a:pt x="152206" y="42204"/>
                  <a:pt x="114155" y="42204"/>
                </a:cubicBezTo>
              </a:path>
            </a:pathLst>
          </a:custGeom>
          <a:solidFill>
            <a:srgbClr val="97BE0D"/>
          </a:solidFill>
          <a:ln w="14994" cap="flat">
            <a:noFill/>
            <a:prstDash val="solid"/>
            <a:miter/>
          </a:ln>
        </p:spPr>
        <p:txBody>
          <a:bodyPr rtlCol="0" anchor="ctr"/>
          <a:lstStyle/>
          <a:p>
            <a:endParaRPr lang="nl-NL"/>
          </a:p>
        </p:txBody>
      </p:sp>
      <p:sp>
        <p:nvSpPr>
          <p:cNvPr id="19" name="Vrije vorm: vorm 18">
            <a:extLst>
              <a:ext uri="{FF2B5EF4-FFF2-40B4-BE49-F238E27FC236}">
                <a16:creationId xmlns:a16="http://schemas.microsoft.com/office/drawing/2014/main" id="{FFA13B9D-AF5C-670C-1F19-ED37017F557C}"/>
              </a:ext>
            </a:extLst>
          </p:cNvPr>
          <p:cNvSpPr/>
          <p:nvPr/>
        </p:nvSpPr>
        <p:spPr>
          <a:xfrm>
            <a:off x="10072376" y="6030807"/>
            <a:ext cx="209696" cy="236645"/>
          </a:xfrm>
          <a:custGeom>
            <a:avLst/>
            <a:gdLst>
              <a:gd name="connsiteX0" fmla="*/ 150962 w 209696"/>
              <a:gd name="connsiteY0" fmla="*/ 236646 h 236645"/>
              <a:gd name="connsiteX1" fmla="*/ 45911 w 209696"/>
              <a:gd name="connsiteY1" fmla="*/ 69915 h 236645"/>
              <a:gd name="connsiteX2" fmla="*/ 45911 w 209696"/>
              <a:gd name="connsiteY2" fmla="*/ 236646 h 236645"/>
              <a:gd name="connsiteX3" fmla="*/ 0 w 209696"/>
              <a:gd name="connsiteY3" fmla="*/ 236646 h 236645"/>
              <a:gd name="connsiteX4" fmla="*/ 0 w 209696"/>
              <a:gd name="connsiteY4" fmla="*/ 0 h 236645"/>
              <a:gd name="connsiteX5" fmla="*/ 68649 w 209696"/>
              <a:gd name="connsiteY5" fmla="*/ 0 h 236645"/>
              <a:gd name="connsiteX6" fmla="*/ 164190 w 209696"/>
              <a:gd name="connsiteY6" fmla="*/ 146042 h 236645"/>
              <a:gd name="connsiteX7" fmla="*/ 164190 w 209696"/>
              <a:gd name="connsiteY7" fmla="*/ 0 h 236645"/>
              <a:gd name="connsiteX8" fmla="*/ 209696 w 209696"/>
              <a:gd name="connsiteY8" fmla="*/ 0 h 236645"/>
              <a:gd name="connsiteX9" fmla="*/ 209696 w 209696"/>
              <a:gd name="connsiteY9" fmla="*/ 236646 h 236645"/>
              <a:gd name="connsiteX10" fmla="*/ 150962 w 209696"/>
              <a:gd name="connsiteY10" fmla="*/ 236646 h 236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9696" h="236645">
                <a:moveTo>
                  <a:pt x="150962" y="236646"/>
                </a:moveTo>
                <a:lnTo>
                  <a:pt x="45911" y="69915"/>
                </a:lnTo>
                <a:lnTo>
                  <a:pt x="45911" y="236646"/>
                </a:lnTo>
                <a:lnTo>
                  <a:pt x="0" y="236646"/>
                </a:lnTo>
                <a:lnTo>
                  <a:pt x="0" y="0"/>
                </a:lnTo>
                <a:lnTo>
                  <a:pt x="68649" y="0"/>
                </a:lnTo>
                <a:lnTo>
                  <a:pt x="164190" y="146042"/>
                </a:lnTo>
                <a:lnTo>
                  <a:pt x="164190" y="0"/>
                </a:lnTo>
                <a:lnTo>
                  <a:pt x="209696" y="0"/>
                </a:lnTo>
                <a:lnTo>
                  <a:pt x="209696" y="236646"/>
                </a:lnTo>
                <a:lnTo>
                  <a:pt x="150962" y="236646"/>
                </a:lnTo>
                <a:close/>
              </a:path>
            </a:pathLst>
          </a:custGeom>
          <a:solidFill>
            <a:schemeClr val="bg1"/>
          </a:solidFill>
          <a:ln w="14994" cap="flat">
            <a:noFill/>
            <a:prstDash val="solid"/>
            <a:miter/>
          </a:ln>
        </p:spPr>
        <p:txBody>
          <a:bodyPr rtlCol="0" anchor="ctr"/>
          <a:lstStyle/>
          <a:p>
            <a:endParaRPr lang="nl-NL"/>
          </a:p>
        </p:txBody>
      </p:sp>
      <p:sp>
        <p:nvSpPr>
          <p:cNvPr id="20" name="Vrije vorm: vorm 19">
            <a:extLst>
              <a:ext uri="{FF2B5EF4-FFF2-40B4-BE49-F238E27FC236}">
                <a16:creationId xmlns:a16="http://schemas.microsoft.com/office/drawing/2014/main" id="{B7E54905-3714-2A5F-7274-5F3435008768}"/>
              </a:ext>
            </a:extLst>
          </p:cNvPr>
          <p:cNvSpPr/>
          <p:nvPr/>
        </p:nvSpPr>
        <p:spPr>
          <a:xfrm>
            <a:off x="10370159" y="6026246"/>
            <a:ext cx="232029" cy="245754"/>
          </a:xfrm>
          <a:custGeom>
            <a:avLst/>
            <a:gdLst>
              <a:gd name="connsiteX0" fmla="*/ 112910 w 232029"/>
              <a:gd name="connsiteY0" fmla="*/ 245754 h 245754"/>
              <a:gd name="connsiteX1" fmla="*/ 0 w 232029"/>
              <a:gd name="connsiteY1" fmla="*/ 125773 h 245754"/>
              <a:gd name="connsiteX2" fmla="*/ 119119 w 232029"/>
              <a:gd name="connsiteY2" fmla="*/ 0 h 245754"/>
              <a:gd name="connsiteX3" fmla="*/ 232029 w 232029"/>
              <a:gd name="connsiteY3" fmla="*/ 117911 h 245754"/>
              <a:gd name="connsiteX4" fmla="*/ 112910 w 232029"/>
              <a:gd name="connsiteY4" fmla="*/ 245754 h 245754"/>
              <a:gd name="connsiteX5" fmla="*/ 114155 w 232029"/>
              <a:gd name="connsiteY5" fmla="*/ 42204 h 245754"/>
              <a:gd name="connsiteX6" fmla="*/ 58330 w 232029"/>
              <a:gd name="connsiteY6" fmla="*/ 118331 h 245754"/>
              <a:gd name="connsiteX7" fmla="*/ 117050 w 232029"/>
              <a:gd name="connsiteY7" fmla="*/ 203145 h 245754"/>
              <a:gd name="connsiteX8" fmla="*/ 173715 w 232029"/>
              <a:gd name="connsiteY8" fmla="*/ 125368 h 245754"/>
              <a:gd name="connsiteX9" fmla="*/ 114155 w 232029"/>
              <a:gd name="connsiteY9" fmla="*/ 42204 h 245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2029" h="245754">
                <a:moveTo>
                  <a:pt x="112910" y="245754"/>
                </a:moveTo>
                <a:cubicBezTo>
                  <a:pt x="42191" y="245754"/>
                  <a:pt x="0" y="215148"/>
                  <a:pt x="0" y="125773"/>
                </a:cubicBezTo>
                <a:cubicBezTo>
                  <a:pt x="0" y="39309"/>
                  <a:pt x="49226" y="0"/>
                  <a:pt x="119119" y="0"/>
                </a:cubicBezTo>
                <a:cubicBezTo>
                  <a:pt x="191083" y="0"/>
                  <a:pt x="232029" y="33097"/>
                  <a:pt x="232029" y="117911"/>
                </a:cubicBezTo>
                <a:cubicBezTo>
                  <a:pt x="232029" y="212252"/>
                  <a:pt x="177434" y="245754"/>
                  <a:pt x="112910" y="245754"/>
                </a:cubicBezTo>
                <a:moveTo>
                  <a:pt x="114155" y="42204"/>
                </a:moveTo>
                <a:cubicBezTo>
                  <a:pt x="81893" y="42204"/>
                  <a:pt x="58330" y="62894"/>
                  <a:pt x="58330" y="118331"/>
                </a:cubicBezTo>
                <a:cubicBezTo>
                  <a:pt x="58330" y="182050"/>
                  <a:pt x="79823" y="203145"/>
                  <a:pt x="117050" y="203145"/>
                </a:cubicBezTo>
                <a:cubicBezTo>
                  <a:pt x="150152" y="203145"/>
                  <a:pt x="173715" y="182455"/>
                  <a:pt x="173715" y="125368"/>
                </a:cubicBezTo>
                <a:cubicBezTo>
                  <a:pt x="173715" y="64139"/>
                  <a:pt x="152206" y="42204"/>
                  <a:pt x="114155" y="42204"/>
                </a:cubicBezTo>
              </a:path>
            </a:pathLst>
          </a:custGeom>
          <a:solidFill>
            <a:schemeClr val="bg1"/>
          </a:solidFill>
          <a:ln w="14994" cap="flat">
            <a:noFill/>
            <a:prstDash val="solid"/>
            <a:miter/>
          </a:ln>
        </p:spPr>
        <p:txBody>
          <a:bodyPr rtlCol="0" anchor="ctr"/>
          <a:lstStyle/>
          <a:p>
            <a:endParaRPr lang="nl-NL"/>
          </a:p>
        </p:txBody>
      </p:sp>
      <p:sp>
        <p:nvSpPr>
          <p:cNvPr id="21" name="Vrije vorm: vorm 20">
            <a:extLst>
              <a:ext uri="{FF2B5EF4-FFF2-40B4-BE49-F238E27FC236}">
                <a16:creationId xmlns:a16="http://schemas.microsoft.com/office/drawing/2014/main" id="{4785C39B-D6D8-2871-966A-115AC70143AE}"/>
              </a:ext>
            </a:extLst>
          </p:cNvPr>
          <p:cNvSpPr/>
          <p:nvPr/>
        </p:nvSpPr>
        <p:spPr>
          <a:xfrm>
            <a:off x="10662602" y="6030807"/>
            <a:ext cx="220856" cy="236645"/>
          </a:xfrm>
          <a:custGeom>
            <a:avLst/>
            <a:gdLst>
              <a:gd name="connsiteX0" fmla="*/ 145579 w 220856"/>
              <a:gd name="connsiteY0" fmla="*/ 236646 h 236645"/>
              <a:gd name="connsiteX1" fmla="*/ 78158 w 220856"/>
              <a:gd name="connsiteY1" fmla="*/ 236646 h 236645"/>
              <a:gd name="connsiteX2" fmla="*/ 0 w 220856"/>
              <a:gd name="connsiteY2" fmla="*/ 0 h 236645"/>
              <a:gd name="connsiteX3" fmla="*/ 61210 w 220856"/>
              <a:gd name="connsiteY3" fmla="*/ 0 h 236645"/>
              <a:gd name="connsiteX4" fmla="*/ 116211 w 220856"/>
              <a:gd name="connsiteY4" fmla="*/ 187406 h 236645"/>
              <a:gd name="connsiteX5" fmla="*/ 116631 w 220856"/>
              <a:gd name="connsiteY5" fmla="*/ 187406 h 236645"/>
              <a:gd name="connsiteX6" fmla="*/ 166262 w 220856"/>
              <a:gd name="connsiteY6" fmla="*/ 0 h 236645"/>
              <a:gd name="connsiteX7" fmla="*/ 220857 w 220856"/>
              <a:gd name="connsiteY7" fmla="*/ 0 h 236645"/>
              <a:gd name="connsiteX8" fmla="*/ 145579 w 220856"/>
              <a:gd name="connsiteY8" fmla="*/ 236646 h 236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0856" h="236645">
                <a:moveTo>
                  <a:pt x="145579" y="236646"/>
                </a:moveTo>
                <a:lnTo>
                  <a:pt x="78158" y="236646"/>
                </a:lnTo>
                <a:cubicBezTo>
                  <a:pt x="43421" y="155149"/>
                  <a:pt x="19830" y="79848"/>
                  <a:pt x="0" y="0"/>
                </a:cubicBezTo>
                <a:lnTo>
                  <a:pt x="61210" y="0"/>
                </a:lnTo>
                <a:cubicBezTo>
                  <a:pt x="74438" y="60808"/>
                  <a:pt x="93052" y="122457"/>
                  <a:pt x="116211" y="187406"/>
                </a:cubicBezTo>
                <a:lnTo>
                  <a:pt x="116631" y="187406"/>
                </a:lnTo>
                <a:cubicBezTo>
                  <a:pt x="138139" y="125351"/>
                  <a:pt x="153858" y="63299"/>
                  <a:pt x="166262" y="0"/>
                </a:cubicBezTo>
                <a:lnTo>
                  <a:pt x="220857" y="0"/>
                </a:lnTo>
                <a:cubicBezTo>
                  <a:pt x="203068" y="79427"/>
                  <a:pt x="178666" y="160100"/>
                  <a:pt x="145579" y="236646"/>
                </a:cubicBezTo>
              </a:path>
            </a:pathLst>
          </a:custGeom>
          <a:solidFill>
            <a:schemeClr val="bg1"/>
          </a:solidFill>
          <a:ln w="14994" cap="flat">
            <a:noFill/>
            <a:prstDash val="solid"/>
            <a:miter/>
          </a:ln>
        </p:spPr>
        <p:txBody>
          <a:bodyPr rtlCol="0" anchor="ctr"/>
          <a:lstStyle/>
          <a:p>
            <a:endParaRPr lang="nl-NL"/>
          </a:p>
        </p:txBody>
      </p:sp>
      <p:sp>
        <p:nvSpPr>
          <p:cNvPr id="22" name="Vrije vorm: vorm 21">
            <a:extLst>
              <a:ext uri="{FF2B5EF4-FFF2-40B4-BE49-F238E27FC236}">
                <a16:creationId xmlns:a16="http://schemas.microsoft.com/office/drawing/2014/main" id="{3BD1466B-D90A-B56A-D2E8-ABECC1BE9674}"/>
              </a:ext>
            </a:extLst>
          </p:cNvPr>
          <p:cNvSpPr/>
          <p:nvPr/>
        </p:nvSpPr>
        <p:spPr>
          <a:xfrm>
            <a:off x="10960372" y="6030798"/>
            <a:ext cx="210116" cy="241208"/>
          </a:xfrm>
          <a:custGeom>
            <a:avLst/>
            <a:gdLst>
              <a:gd name="connsiteX0" fmla="*/ 100926 w 210116"/>
              <a:gd name="connsiteY0" fmla="*/ 241208 h 241208"/>
              <a:gd name="connsiteX1" fmla="*/ 0 w 210116"/>
              <a:gd name="connsiteY1" fmla="*/ 148533 h 241208"/>
              <a:gd name="connsiteX2" fmla="*/ 0 w 210116"/>
              <a:gd name="connsiteY2" fmla="*/ 0 h 241208"/>
              <a:gd name="connsiteX3" fmla="*/ 55015 w 210116"/>
              <a:gd name="connsiteY3" fmla="*/ 0 h 241208"/>
              <a:gd name="connsiteX4" fmla="*/ 55015 w 210116"/>
              <a:gd name="connsiteY4" fmla="*/ 142322 h 241208"/>
              <a:gd name="connsiteX5" fmla="*/ 105471 w 210116"/>
              <a:gd name="connsiteY5" fmla="*/ 201495 h 241208"/>
              <a:gd name="connsiteX6" fmla="*/ 155941 w 210116"/>
              <a:gd name="connsiteY6" fmla="*/ 145637 h 241208"/>
              <a:gd name="connsiteX7" fmla="*/ 155941 w 210116"/>
              <a:gd name="connsiteY7" fmla="*/ 0 h 241208"/>
              <a:gd name="connsiteX8" fmla="*/ 210116 w 210116"/>
              <a:gd name="connsiteY8" fmla="*/ 0 h 241208"/>
              <a:gd name="connsiteX9" fmla="*/ 210116 w 210116"/>
              <a:gd name="connsiteY9" fmla="*/ 142322 h 241208"/>
              <a:gd name="connsiteX10" fmla="*/ 100926 w 210116"/>
              <a:gd name="connsiteY10" fmla="*/ 241208 h 241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0116" h="241208">
                <a:moveTo>
                  <a:pt x="100926" y="241208"/>
                </a:moveTo>
                <a:cubicBezTo>
                  <a:pt x="35157" y="241208"/>
                  <a:pt x="0" y="213497"/>
                  <a:pt x="0" y="148533"/>
                </a:cubicBezTo>
                <a:lnTo>
                  <a:pt x="0" y="0"/>
                </a:lnTo>
                <a:lnTo>
                  <a:pt x="55015" y="0"/>
                </a:lnTo>
                <a:lnTo>
                  <a:pt x="55015" y="142322"/>
                </a:lnTo>
                <a:cubicBezTo>
                  <a:pt x="55015" y="184526"/>
                  <a:pt x="71139" y="201495"/>
                  <a:pt x="105471" y="201495"/>
                </a:cubicBezTo>
                <a:cubicBezTo>
                  <a:pt x="136908" y="201495"/>
                  <a:pt x="155941" y="186596"/>
                  <a:pt x="155941" y="145637"/>
                </a:cubicBezTo>
                <a:lnTo>
                  <a:pt x="155941" y="0"/>
                </a:lnTo>
                <a:lnTo>
                  <a:pt x="210116" y="0"/>
                </a:lnTo>
                <a:lnTo>
                  <a:pt x="210116" y="142322"/>
                </a:lnTo>
                <a:cubicBezTo>
                  <a:pt x="210116" y="212252"/>
                  <a:pt x="164625" y="241208"/>
                  <a:pt x="100926" y="241208"/>
                </a:cubicBezTo>
              </a:path>
            </a:pathLst>
          </a:custGeom>
          <a:solidFill>
            <a:schemeClr val="bg1"/>
          </a:solidFill>
          <a:ln w="14994" cap="flat">
            <a:noFill/>
            <a:prstDash val="solid"/>
            <a:miter/>
          </a:ln>
        </p:spPr>
        <p:txBody>
          <a:bodyPr rtlCol="0" anchor="ctr"/>
          <a:lstStyle/>
          <a:p>
            <a:endParaRPr lang="nl-NL"/>
          </a:p>
        </p:txBody>
      </p:sp>
      <p:sp>
        <p:nvSpPr>
          <p:cNvPr id="23" name="Vrije vorm: vorm 22">
            <a:extLst>
              <a:ext uri="{FF2B5EF4-FFF2-40B4-BE49-F238E27FC236}">
                <a16:creationId xmlns:a16="http://schemas.microsoft.com/office/drawing/2014/main" id="{03D7E4D5-3EE6-0749-BFA6-7BA5DC89CBE8}"/>
              </a:ext>
            </a:extLst>
          </p:cNvPr>
          <p:cNvSpPr/>
          <p:nvPr/>
        </p:nvSpPr>
        <p:spPr>
          <a:xfrm>
            <a:off x="11265204" y="6030807"/>
            <a:ext cx="303167" cy="236645"/>
          </a:xfrm>
          <a:custGeom>
            <a:avLst/>
            <a:gdLst>
              <a:gd name="connsiteX0" fmla="*/ 246098 w 303167"/>
              <a:gd name="connsiteY0" fmla="*/ 236646 h 236645"/>
              <a:gd name="connsiteX1" fmla="*/ 233259 w 303167"/>
              <a:gd name="connsiteY1" fmla="*/ 59158 h 236645"/>
              <a:gd name="connsiteX2" fmla="*/ 232869 w 303167"/>
              <a:gd name="connsiteY2" fmla="*/ 59158 h 236645"/>
              <a:gd name="connsiteX3" fmla="*/ 169980 w 303167"/>
              <a:gd name="connsiteY3" fmla="*/ 236646 h 236645"/>
              <a:gd name="connsiteX4" fmla="*/ 124489 w 303167"/>
              <a:gd name="connsiteY4" fmla="*/ 236646 h 236645"/>
              <a:gd name="connsiteX5" fmla="*/ 63279 w 303167"/>
              <a:gd name="connsiteY5" fmla="*/ 59578 h 236645"/>
              <a:gd name="connsiteX6" fmla="*/ 62844 w 303167"/>
              <a:gd name="connsiteY6" fmla="*/ 59578 h 236645"/>
              <a:gd name="connsiteX7" fmla="*/ 52525 w 303167"/>
              <a:gd name="connsiteY7" fmla="*/ 236646 h 236645"/>
              <a:gd name="connsiteX8" fmla="*/ 0 w 303167"/>
              <a:gd name="connsiteY8" fmla="*/ 236646 h 236645"/>
              <a:gd name="connsiteX9" fmla="*/ 22333 w 303167"/>
              <a:gd name="connsiteY9" fmla="*/ 0 h 236645"/>
              <a:gd name="connsiteX10" fmla="*/ 94717 w 303167"/>
              <a:gd name="connsiteY10" fmla="*/ 0 h 236645"/>
              <a:gd name="connsiteX11" fmla="*/ 151786 w 303167"/>
              <a:gd name="connsiteY11" fmla="*/ 158450 h 236645"/>
              <a:gd name="connsiteX12" fmla="*/ 152206 w 303167"/>
              <a:gd name="connsiteY12" fmla="*/ 158450 h 236645"/>
              <a:gd name="connsiteX13" fmla="*/ 211766 w 303167"/>
              <a:gd name="connsiteY13" fmla="*/ 0 h 236645"/>
              <a:gd name="connsiteX14" fmla="*/ 281255 w 303167"/>
              <a:gd name="connsiteY14" fmla="*/ 0 h 236645"/>
              <a:gd name="connsiteX15" fmla="*/ 303168 w 303167"/>
              <a:gd name="connsiteY15" fmla="*/ 236646 h 236645"/>
              <a:gd name="connsiteX16" fmla="*/ 246098 w 303167"/>
              <a:gd name="connsiteY16" fmla="*/ 236646 h 236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3167" h="236645">
                <a:moveTo>
                  <a:pt x="246098" y="236646"/>
                </a:moveTo>
                <a:cubicBezTo>
                  <a:pt x="244853" y="174173"/>
                  <a:pt x="239469" y="112540"/>
                  <a:pt x="233259" y="59158"/>
                </a:cubicBezTo>
                <a:lnTo>
                  <a:pt x="232869" y="59158"/>
                </a:lnTo>
                <a:lnTo>
                  <a:pt x="169980" y="236646"/>
                </a:lnTo>
                <a:lnTo>
                  <a:pt x="124489" y="236646"/>
                </a:lnTo>
                <a:lnTo>
                  <a:pt x="63279" y="59578"/>
                </a:lnTo>
                <a:lnTo>
                  <a:pt x="62844" y="59578"/>
                </a:lnTo>
                <a:cubicBezTo>
                  <a:pt x="57070" y="112540"/>
                  <a:pt x="53350" y="174173"/>
                  <a:pt x="52525" y="236646"/>
                </a:cubicBezTo>
                <a:lnTo>
                  <a:pt x="0" y="236646"/>
                </a:lnTo>
                <a:cubicBezTo>
                  <a:pt x="2490" y="158045"/>
                  <a:pt x="9914" y="78182"/>
                  <a:pt x="22333" y="0"/>
                </a:cubicBezTo>
                <a:lnTo>
                  <a:pt x="94717" y="0"/>
                </a:lnTo>
                <a:lnTo>
                  <a:pt x="151786" y="158450"/>
                </a:lnTo>
                <a:lnTo>
                  <a:pt x="152206" y="158450"/>
                </a:lnTo>
                <a:lnTo>
                  <a:pt x="211766" y="0"/>
                </a:lnTo>
                <a:lnTo>
                  <a:pt x="281255" y="0"/>
                </a:lnTo>
                <a:cubicBezTo>
                  <a:pt x="292009" y="78182"/>
                  <a:pt x="299433" y="158045"/>
                  <a:pt x="303168" y="236646"/>
                </a:cubicBezTo>
                <a:lnTo>
                  <a:pt x="246098" y="236646"/>
                </a:lnTo>
                <a:close/>
              </a:path>
            </a:pathLst>
          </a:custGeom>
          <a:solidFill>
            <a:schemeClr val="bg1"/>
          </a:solidFill>
          <a:ln w="14994" cap="flat">
            <a:noFill/>
            <a:prstDash val="solid"/>
            <a:miter/>
          </a:ln>
        </p:spPr>
        <p:txBody>
          <a:bodyPr rtlCol="0" anchor="ctr"/>
          <a:lstStyle/>
          <a:p>
            <a:endParaRPr lang="nl-NL"/>
          </a:p>
        </p:txBody>
      </p:sp>
      <p:sp>
        <p:nvSpPr>
          <p:cNvPr id="24" name="Vrije vorm: vorm 23">
            <a:extLst>
              <a:ext uri="{FF2B5EF4-FFF2-40B4-BE49-F238E27FC236}">
                <a16:creationId xmlns:a16="http://schemas.microsoft.com/office/drawing/2014/main" id="{38C502D0-B4B8-F48B-83A5-0356E3E50B16}"/>
              </a:ext>
            </a:extLst>
          </p:cNvPr>
          <p:cNvSpPr/>
          <p:nvPr/>
        </p:nvSpPr>
        <p:spPr>
          <a:xfrm>
            <a:off x="10064410" y="5109583"/>
            <a:ext cx="756399" cy="756645"/>
          </a:xfrm>
          <a:custGeom>
            <a:avLst/>
            <a:gdLst>
              <a:gd name="connsiteX0" fmla="*/ 586221 w 756399"/>
              <a:gd name="connsiteY0" fmla="*/ 0 h 756645"/>
              <a:gd name="connsiteX1" fmla="*/ 0 w 756399"/>
              <a:gd name="connsiteY1" fmla="*/ 586435 h 756645"/>
              <a:gd name="connsiteX2" fmla="*/ 0 w 756399"/>
              <a:gd name="connsiteY2" fmla="*/ 756646 h 756645"/>
              <a:gd name="connsiteX3" fmla="*/ 332219 w 756399"/>
              <a:gd name="connsiteY3" fmla="*/ 756646 h 756645"/>
              <a:gd name="connsiteX4" fmla="*/ 756399 w 756399"/>
              <a:gd name="connsiteY4" fmla="*/ 332323 h 756645"/>
              <a:gd name="connsiteX5" fmla="*/ 756399 w 756399"/>
              <a:gd name="connsiteY5" fmla="*/ 0 h 756645"/>
              <a:gd name="connsiteX6" fmla="*/ 586221 w 756399"/>
              <a:gd name="connsiteY6" fmla="*/ 0 h 756645"/>
              <a:gd name="connsiteX7" fmla="*/ 0 w 756399"/>
              <a:gd name="connsiteY7" fmla="*/ 0 h 756645"/>
              <a:gd name="connsiteX8" fmla="*/ 0 w 756399"/>
              <a:gd name="connsiteY8" fmla="*/ 332338 h 756645"/>
              <a:gd name="connsiteX9" fmla="*/ 332204 w 756399"/>
              <a:gd name="connsiteY9" fmla="*/ 0 h 756645"/>
              <a:gd name="connsiteX10" fmla="*/ 0 w 756399"/>
              <a:gd name="connsiteY10" fmla="*/ 0 h 756645"/>
              <a:gd name="connsiteX11" fmla="*/ 756399 w 756399"/>
              <a:gd name="connsiteY11" fmla="*/ 756646 h 756645"/>
              <a:gd name="connsiteX12" fmla="*/ 756399 w 756399"/>
              <a:gd name="connsiteY12" fmla="*/ 586435 h 756645"/>
              <a:gd name="connsiteX13" fmla="*/ 586251 w 756399"/>
              <a:gd name="connsiteY13" fmla="*/ 756646 h 756645"/>
              <a:gd name="connsiteX14" fmla="*/ 756399 w 756399"/>
              <a:gd name="connsiteY14" fmla="*/ 756646 h 756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6399" h="756645">
                <a:moveTo>
                  <a:pt x="586221" y="0"/>
                </a:moveTo>
                <a:lnTo>
                  <a:pt x="0" y="586435"/>
                </a:lnTo>
                <a:lnTo>
                  <a:pt x="0" y="756646"/>
                </a:lnTo>
                <a:lnTo>
                  <a:pt x="332219" y="756646"/>
                </a:lnTo>
                <a:lnTo>
                  <a:pt x="756399" y="332323"/>
                </a:lnTo>
                <a:lnTo>
                  <a:pt x="756399" y="0"/>
                </a:lnTo>
                <a:lnTo>
                  <a:pt x="586221" y="0"/>
                </a:lnTo>
                <a:close/>
                <a:moveTo>
                  <a:pt x="0" y="0"/>
                </a:moveTo>
                <a:lnTo>
                  <a:pt x="0" y="332338"/>
                </a:lnTo>
                <a:lnTo>
                  <a:pt x="332204" y="0"/>
                </a:lnTo>
                <a:lnTo>
                  <a:pt x="0" y="0"/>
                </a:lnTo>
                <a:close/>
                <a:moveTo>
                  <a:pt x="756399" y="756646"/>
                </a:moveTo>
                <a:lnTo>
                  <a:pt x="756399" y="586435"/>
                </a:lnTo>
                <a:lnTo>
                  <a:pt x="586251" y="756646"/>
                </a:lnTo>
                <a:lnTo>
                  <a:pt x="756399" y="756646"/>
                </a:lnTo>
                <a:close/>
              </a:path>
            </a:pathLst>
          </a:custGeom>
          <a:solidFill>
            <a:schemeClr val="bg1"/>
          </a:solidFill>
          <a:ln w="14994" cap="flat">
            <a:noFill/>
            <a:prstDash val="solid"/>
            <a:miter/>
          </a:ln>
        </p:spPr>
        <p:txBody>
          <a:bodyPr rtlCol="0" anchor="ctr"/>
          <a:lstStyle/>
          <a:p>
            <a:endParaRPr lang="nl-NL"/>
          </a:p>
        </p:txBody>
      </p:sp>
      <p:graphicFrame>
        <p:nvGraphicFramePr>
          <p:cNvPr id="12" name="Tabel 11">
            <a:extLst>
              <a:ext uri="{FF2B5EF4-FFF2-40B4-BE49-F238E27FC236}">
                <a16:creationId xmlns:a16="http://schemas.microsoft.com/office/drawing/2014/main" id="{81FD4CB5-3167-082F-8D85-CA01E847436B}"/>
              </a:ext>
            </a:extLst>
          </p:cNvPr>
          <p:cNvGraphicFramePr>
            <a:graphicFrameLocks noGrp="1"/>
          </p:cNvGraphicFramePr>
          <p:nvPr userDrawn="1">
            <p:extLst>
              <p:ext uri="{D42A27DB-BD31-4B8C-83A1-F6EECF244321}">
                <p14:modId xmlns:p14="http://schemas.microsoft.com/office/powerpoint/2010/main" val="3963033610"/>
              </p:ext>
            </p:extLst>
          </p:nvPr>
        </p:nvGraphicFramePr>
        <p:xfrm>
          <a:off x="5972723" y="3827205"/>
          <a:ext cx="647602" cy="847164"/>
        </p:xfrm>
        <a:graphic>
          <a:graphicData uri="http://schemas.openxmlformats.org/drawingml/2006/table">
            <a:tbl>
              <a:tblPr>
                <a:tableStyleId>{5C22544A-7EE6-4342-B048-85BDC9FD1C3A}</a:tableStyleId>
              </a:tblPr>
              <a:tblGrid>
                <a:gridCol w="647602">
                  <a:extLst>
                    <a:ext uri="{9D8B030D-6E8A-4147-A177-3AD203B41FA5}">
                      <a16:colId xmlns:a16="http://schemas.microsoft.com/office/drawing/2014/main" val="1466305088"/>
                    </a:ext>
                  </a:extLst>
                </a:gridCol>
              </a:tblGrid>
              <a:tr h="282388">
                <a:tc>
                  <a:txBody>
                    <a:bodyPr/>
                    <a:lstStyle/>
                    <a:p>
                      <a:pPr algn="l"/>
                      <a:r>
                        <a:rPr lang="nl-NL" sz="1400" b="1" dirty="0">
                          <a:solidFill>
                            <a:schemeClr val="bg1"/>
                          </a:solidFill>
                          <a:effectLst>
                            <a:outerShdw blurRad="38100" dist="38100" dir="2700000" algn="tl">
                              <a:srgbClr val="000000">
                                <a:alpha val="43137"/>
                              </a:srgbClr>
                            </a:outerShdw>
                          </a:effectLst>
                          <a:latin typeface="+mj-lt"/>
                          <a:cs typeface="Segoe UI Semibold" panose="020B0702040204020203" pitchFamily="34" charset="0"/>
                        </a:rPr>
                        <a:t>Auteur</a:t>
                      </a:r>
                      <a:endParaRPr lang="nl-NL" sz="1400" b="1" dirty="0">
                        <a:solidFill>
                          <a:schemeClr val="bg1"/>
                        </a:solidFill>
                        <a:effectLst>
                          <a:outerShdw blurRad="38100" dist="38100" dir="2700000" algn="tl">
                            <a:srgbClr val="000000">
                              <a:alpha val="43137"/>
                            </a:srgbClr>
                          </a:outerShdw>
                        </a:effectLst>
                        <a:latin typeface="+mj-lt"/>
                        <a:ea typeface="Calibri" panose="020F0502020204030204" pitchFamily="34" charset="0"/>
                        <a:cs typeface="Segoe UI Semibold" panose="020B0702040204020203" pitchFamily="34" charset="0"/>
                      </a:endParaRPr>
                    </a:p>
                  </a:txBody>
                  <a:tcPr marL="0" marR="36000" marT="0" marB="3600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068165"/>
                  </a:ext>
                </a:extLst>
              </a:tr>
              <a:tr h="282388">
                <a:tc>
                  <a:txBody>
                    <a:bodyPr/>
                    <a:lstStyle/>
                    <a:p>
                      <a:pPr algn="l"/>
                      <a:r>
                        <a:rPr lang="nl-NL" sz="1400" b="1" dirty="0">
                          <a:solidFill>
                            <a:schemeClr val="bg1"/>
                          </a:solidFill>
                          <a:effectLst>
                            <a:outerShdw blurRad="38100" dist="38100" dir="2700000" algn="tl">
                              <a:srgbClr val="000000">
                                <a:alpha val="43137"/>
                              </a:srgbClr>
                            </a:outerShdw>
                          </a:effectLst>
                          <a:latin typeface="+mj-lt"/>
                          <a:cs typeface="Segoe UI Semibold" panose="020B0702040204020203" pitchFamily="34" charset="0"/>
                        </a:rPr>
                        <a:t>Datum</a:t>
                      </a:r>
                      <a:endParaRPr lang="nl-NL" sz="1400" b="1" dirty="0">
                        <a:solidFill>
                          <a:schemeClr val="bg1"/>
                        </a:solidFill>
                        <a:effectLst>
                          <a:outerShdw blurRad="38100" dist="38100" dir="2700000" algn="tl">
                            <a:srgbClr val="000000">
                              <a:alpha val="43137"/>
                            </a:srgbClr>
                          </a:outerShdw>
                        </a:effectLst>
                        <a:latin typeface="+mj-lt"/>
                        <a:ea typeface="Calibri" panose="020F0502020204030204" pitchFamily="34" charset="0"/>
                        <a:cs typeface="Segoe UI Semibold" panose="020B0702040204020203" pitchFamily="34" charset="0"/>
                      </a:endParaRPr>
                    </a:p>
                  </a:txBody>
                  <a:tcPr marL="0" marR="36000" marT="0" marB="3600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03549219"/>
                  </a:ext>
                </a:extLst>
              </a:tr>
              <a:tr h="282388">
                <a:tc>
                  <a:txBody>
                    <a:bodyPr/>
                    <a:lstStyle/>
                    <a:p>
                      <a:pPr algn="l"/>
                      <a:endParaRPr lang="nl-NL" sz="1400" b="1" dirty="0">
                        <a:solidFill>
                          <a:schemeClr val="bg1"/>
                        </a:solidFill>
                        <a:effectLst>
                          <a:outerShdw blurRad="38100" dist="38100" dir="2700000" algn="tl">
                            <a:srgbClr val="000000">
                              <a:alpha val="43137"/>
                            </a:srgbClr>
                          </a:outerShdw>
                        </a:effectLst>
                        <a:latin typeface="+mj-lt"/>
                        <a:ea typeface="Calibri" panose="020F0502020204030204" pitchFamily="34" charset="0"/>
                        <a:cs typeface="Segoe UI Semibold" panose="020B0702040204020203" pitchFamily="34" charset="0"/>
                      </a:endParaRPr>
                    </a:p>
                  </a:txBody>
                  <a:tcPr marL="0" marR="36000" marT="0" marB="3600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70756723"/>
                  </a:ext>
                </a:extLst>
              </a:tr>
            </a:tbl>
          </a:graphicData>
        </a:graphic>
      </p:graphicFrame>
      <p:sp>
        <p:nvSpPr>
          <p:cNvPr id="13" name="Tijdelijke aanduiding voor tekst 6">
            <a:extLst>
              <a:ext uri="{FF2B5EF4-FFF2-40B4-BE49-F238E27FC236}">
                <a16:creationId xmlns:a16="http://schemas.microsoft.com/office/drawing/2014/main" id="{7F808714-911C-A469-23CF-4FEE04047C29}"/>
              </a:ext>
            </a:extLst>
          </p:cNvPr>
          <p:cNvSpPr>
            <a:spLocks noGrp="1"/>
          </p:cNvSpPr>
          <p:nvPr>
            <p:ph type="body" sz="quarter" idx="21" hasCustomPrompt="1"/>
          </p:nvPr>
        </p:nvSpPr>
        <p:spPr>
          <a:xfrm>
            <a:off x="6602096" y="3832745"/>
            <a:ext cx="2653506" cy="216000"/>
          </a:xfrm>
        </p:spPr>
        <p:txBody>
          <a:bodyPr anchor="ctr">
            <a:noAutofit/>
          </a:bodyPr>
          <a:lstStyle>
            <a:lvl1pPr marL="0" indent="0">
              <a:buNone/>
              <a:defRPr sz="1400">
                <a:solidFill>
                  <a:schemeClr val="bg1"/>
                </a:solidFill>
                <a:effectLst>
                  <a:outerShdw blurRad="38100" dist="38100" dir="2700000" algn="tl">
                    <a:srgbClr val="000000">
                      <a:alpha val="43137"/>
                    </a:srgbClr>
                  </a:outerShdw>
                </a:effectLst>
                <a:latin typeface="+mj-lt"/>
              </a:defRPr>
            </a:lvl1pPr>
          </a:lstStyle>
          <a:p>
            <a:pPr lvl="0"/>
            <a:r>
              <a:rPr lang="nl-NL" dirty="0"/>
              <a:t>[Auteur]</a:t>
            </a:r>
          </a:p>
        </p:txBody>
      </p:sp>
      <p:sp>
        <p:nvSpPr>
          <p:cNvPr id="16" name="Tijdelijke aanduiding voor datum 15">
            <a:extLst>
              <a:ext uri="{FF2B5EF4-FFF2-40B4-BE49-F238E27FC236}">
                <a16:creationId xmlns:a16="http://schemas.microsoft.com/office/drawing/2014/main" id="{8F2794E4-629D-DAEA-7AEE-1DC722F30A35}"/>
              </a:ext>
            </a:extLst>
          </p:cNvPr>
          <p:cNvSpPr>
            <a:spLocks noGrp="1"/>
          </p:cNvSpPr>
          <p:nvPr>
            <p:ph type="dt" sz="half" idx="22"/>
          </p:nvPr>
        </p:nvSpPr>
        <p:spPr>
          <a:xfrm>
            <a:off x="6602096" y="4105752"/>
            <a:ext cx="2653506" cy="216000"/>
          </a:xfrm>
        </p:spPr>
        <p:txBody>
          <a:bodyPr/>
          <a:lstStyle>
            <a:lvl1pPr>
              <a:defRPr lang="nl-NL" sz="1400" b="0" kern="1200" smtClean="0">
                <a:solidFill>
                  <a:schemeClr val="bg1"/>
                </a:solidFill>
                <a:effectLst>
                  <a:outerShdw blurRad="38100" dist="38100" dir="2700000" algn="tl">
                    <a:srgbClr val="000000">
                      <a:alpha val="43137"/>
                    </a:srgbClr>
                  </a:outerShdw>
                </a:effectLst>
                <a:latin typeface="+mj-lt"/>
                <a:ea typeface="+mn-ea"/>
                <a:cs typeface="+mn-cs"/>
              </a:defRPr>
            </a:lvl1pPr>
          </a:lstStyle>
          <a:p>
            <a:fld id="{A2D4CE28-2779-4906-957D-A173F7999FCA}" type="datetime1">
              <a:rPr lang="nl-NL" smtClean="0"/>
              <a:pPr/>
              <a:t>17-11-2025</a:t>
            </a:fld>
            <a:endParaRPr lang="nl-NL" dirty="0"/>
          </a:p>
        </p:txBody>
      </p:sp>
      <p:sp>
        <p:nvSpPr>
          <p:cNvPr id="17" name="Tijdelijke aanduiding voor voettekst 16">
            <a:extLst>
              <a:ext uri="{FF2B5EF4-FFF2-40B4-BE49-F238E27FC236}">
                <a16:creationId xmlns:a16="http://schemas.microsoft.com/office/drawing/2014/main" id="{8646DEB4-B83C-06CE-1799-0319DAC6E1F8}"/>
              </a:ext>
            </a:extLst>
          </p:cNvPr>
          <p:cNvSpPr>
            <a:spLocks noGrp="1"/>
          </p:cNvSpPr>
          <p:nvPr>
            <p:ph type="ftr" sz="quarter" idx="23"/>
          </p:nvPr>
        </p:nvSpPr>
        <p:spPr>
          <a:xfrm>
            <a:off x="2411186" y="6863442"/>
            <a:ext cx="8588828" cy="365125"/>
          </a:xfrm>
        </p:spPr>
        <p:txBody>
          <a:bodyPr/>
          <a:lstStyle/>
          <a:p>
            <a:endParaRPr lang="nl-NL" dirty="0"/>
          </a:p>
        </p:txBody>
      </p:sp>
      <p:sp>
        <p:nvSpPr>
          <p:cNvPr id="18" name="Tijdelijke aanduiding voor dianummer 17">
            <a:extLst>
              <a:ext uri="{FF2B5EF4-FFF2-40B4-BE49-F238E27FC236}">
                <a16:creationId xmlns:a16="http://schemas.microsoft.com/office/drawing/2014/main" id="{D343DFAA-0AA6-804A-1BC4-D7EE73A5FFD4}"/>
              </a:ext>
            </a:extLst>
          </p:cNvPr>
          <p:cNvSpPr>
            <a:spLocks noGrp="1"/>
          </p:cNvSpPr>
          <p:nvPr>
            <p:ph type="sldNum" sz="quarter" idx="24"/>
          </p:nvPr>
        </p:nvSpPr>
        <p:spPr>
          <a:xfrm>
            <a:off x="11119757" y="6863442"/>
            <a:ext cx="768135" cy="365125"/>
          </a:xfrm>
        </p:spPr>
        <p:txBody>
          <a:bodyPr/>
          <a:lstStyle/>
          <a:p>
            <a:fld id="{A648B885-FF76-47CB-8BBD-27E7EBF07CA9}" type="slidenum">
              <a:rPr lang="nl-NL" smtClean="0"/>
              <a:pPr/>
              <a:t>‹#›</a:t>
            </a:fld>
            <a:endParaRPr lang="nl-NL" dirty="0"/>
          </a:p>
        </p:txBody>
      </p:sp>
    </p:spTree>
    <p:extLst>
      <p:ext uri="{BB962C8B-B14F-4D97-AF65-F5344CB8AC3E}">
        <p14:creationId xmlns:p14="http://schemas.microsoft.com/office/powerpoint/2010/main" val="4201149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dia foto lichter">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17" name="Rechthoek 16">
            <a:extLst>
              <a:ext uri="{FF2B5EF4-FFF2-40B4-BE49-F238E27FC236}">
                <a16:creationId xmlns:a16="http://schemas.microsoft.com/office/drawing/2014/main" id="{5509B7C7-5037-12EB-2D66-C5F3D1469656}"/>
              </a:ext>
            </a:extLst>
          </p:cNvPr>
          <p:cNvSpPr/>
          <p:nvPr userDrawn="1"/>
        </p:nvSpPr>
        <p:spPr>
          <a:xfrm>
            <a:off x="0" y="0"/>
            <a:ext cx="12192000" cy="6858000"/>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9" name="Gelijkbenige driehoek 8">
            <a:extLst>
              <a:ext uri="{FF2B5EF4-FFF2-40B4-BE49-F238E27FC236}">
                <a16:creationId xmlns:a16="http://schemas.microsoft.com/office/drawing/2014/main" id="{FBED7AAB-CDAA-72E0-3A43-540D621F3688}"/>
              </a:ext>
            </a:extLst>
          </p:cNvPr>
          <p:cNvSpPr/>
          <p:nvPr userDrawn="1"/>
        </p:nvSpPr>
        <p:spPr>
          <a:xfrm>
            <a:off x="1753986" y="4031673"/>
            <a:ext cx="5505341" cy="2826326"/>
          </a:xfrm>
          <a:prstGeom prst="triangle">
            <a:avLst/>
          </a:prstGeom>
          <a:solidFill>
            <a:schemeClr val="accent3">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 name="Vrije vorm: vorm 6">
            <a:extLst>
              <a:ext uri="{FF2B5EF4-FFF2-40B4-BE49-F238E27FC236}">
                <a16:creationId xmlns:a16="http://schemas.microsoft.com/office/drawing/2014/main" id="{91BD37D6-B25E-967C-E52E-4F310795267C}"/>
              </a:ext>
              <a:ext uri="{C183D7F6-B498-43B3-948B-1728B52AA6E4}">
                <adec:decorative xmlns:adec="http://schemas.microsoft.com/office/drawing/2017/decorative" val="1"/>
              </a:ext>
            </a:extLst>
          </p:cNvPr>
          <p:cNvSpPr/>
          <p:nvPr userDrawn="1"/>
        </p:nvSpPr>
        <p:spPr>
          <a:xfrm>
            <a:off x="0" y="0"/>
            <a:ext cx="5838825" cy="5842635"/>
          </a:xfrm>
          <a:custGeom>
            <a:avLst/>
            <a:gdLst>
              <a:gd name="connsiteX0" fmla="*/ 5841340 w 5841339"/>
              <a:gd name="connsiteY0" fmla="*/ 0 h 5841720"/>
              <a:gd name="connsiteX1" fmla="*/ 3301403 w 5841339"/>
              <a:gd name="connsiteY1" fmla="*/ 0 h 5841720"/>
              <a:gd name="connsiteX2" fmla="*/ 1655826 w 5841339"/>
              <a:gd name="connsiteY2" fmla="*/ 1645666 h 5841720"/>
              <a:gd name="connsiteX3" fmla="*/ 10268 w 5841339"/>
              <a:gd name="connsiteY3" fmla="*/ 0 h 5841720"/>
              <a:gd name="connsiteX4" fmla="*/ 0 w 5841339"/>
              <a:gd name="connsiteY4" fmla="*/ 0 h 5841720"/>
              <a:gd name="connsiteX5" fmla="*/ 0 w 5841339"/>
              <a:gd name="connsiteY5" fmla="*/ 5841721 h 5841720"/>
              <a:gd name="connsiteX6" fmla="*/ 5841340 w 5841339"/>
              <a:gd name="connsiteY6" fmla="*/ 0 h 5841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41339" h="5841720">
                <a:moveTo>
                  <a:pt x="5841340" y="0"/>
                </a:moveTo>
                <a:lnTo>
                  <a:pt x="3301403" y="0"/>
                </a:lnTo>
                <a:lnTo>
                  <a:pt x="1655826" y="1645666"/>
                </a:lnTo>
                <a:lnTo>
                  <a:pt x="10268" y="0"/>
                </a:lnTo>
                <a:lnTo>
                  <a:pt x="0" y="0"/>
                </a:lnTo>
                <a:lnTo>
                  <a:pt x="0" y="5841721"/>
                </a:lnTo>
                <a:lnTo>
                  <a:pt x="5841340" y="0"/>
                </a:lnTo>
                <a:close/>
              </a:path>
            </a:pathLst>
          </a:custGeom>
          <a:solidFill>
            <a:srgbClr val="0085C6">
              <a:alpha val="74902"/>
            </a:srgbClr>
          </a:solidFill>
          <a:ln w="1269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nl-NL"/>
          </a:p>
        </p:txBody>
      </p:sp>
      <p:pic>
        <p:nvPicPr>
          <p:cNvPr id="11" name="ArtworkLogo">
            <a:extLst>
              <a:ext uri="{FF2B5EF4-FFF2-40B4-BE49-F238E27FC236}">
                <a16:creationId xmlns:a16="http://schemas.microsoft.com/office/drawing/2014/main" id="{38D7E1FD-7211-CAFB-5BBB-84396CB6CA38}"/>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75617" y="5109583"/>
            <a:ext cx="2324793" cy="1185262"/>
          </a:xfrm>
          <a:prstGeom prst="rect">
            <a:avLst/>
          </a:prstGeom>
        </p:spPr>
      </p:pic>
      <p:sp>
        <p:nvSpPr>
          <p:cNvPr id="10" name="Titel 1">
            <a:extLst>
              <a:ext uri="{FF2B5EF4-FFF2-40B4-BE49-F238E27FC236}">
                <a16:creationId xmlns:a16="http://schemas.microsoft.com/office/drawing/2014/main" id="{9039E0F1-48CC-FF77-2B9F-F114BA527AE7}"/>
              </a:ext>
            </a:extLst>
          </p:cNvPr>
          <p:cNvSpPr>
            <a:spLocks noGrp="1"/>
          </p:cNvSpPr>
          <p:nvPr>
            <p:ph type="ctrTitle"/>
          </p:nvPr>
        </p:nvSpPr>
        <p:spPr>
          <a:xfrm>
            <a:off x="5877012" y="423332"/>
            <a:ext cx="5976321" cy="2002965"/>
          </a:xfrm>
        </p:spPr>
        <p:txBody>
          <a:bodyPr anchor="b">
            <a:normAutofit/>
          </a:bodyPr>
          <a:lstStyle>
            <a:lvl1pPr algn="l">
              <a:defRPr sz="4800">
                <a:solidFill>
                  <a:schemeClr val="tx2"/>
                </a:solidFill>
                <a:effectLst/>
              </a:defRPr>
            </a:lvl1pPr>
          </a:lstStyle>
          <a:p>
            <a:r>
              <a:rPr lang="en-US"/>
              <a:t>Click to edit Master title style</a:t>
            </a:r>
            <a:endParaRPr lang="nl-NL" dirty="0"/>
          </a:p>
        </p:txBody>
      </p:sp>
      <p:sp>
        <p:nvSpPr>
          <p:cNvPr id="12" name="Ondertitel 2">
            <a:extLst>
              <a:ext uri="{FF2B5EF4-FFF2-40B4-BE49-F238E27FC236}">
                <a16:creationId xmlns:a16="http://schemas.microsoft.com/office/drawing/2014/main" id="{597E7F16-E22E-5F37-411D-943E40470849}"/>
              </a:ext>
            </a:extLst>
          </p:cNvPr>
          <p:cNvSpPr>
            <a:spLocks noGrp="1"/>
          </p:cNvSpPr>
          <p:nvPr>
            <p:ph type="subTitle" idx="1"/>
          </p:nvPr>
        </p:nvSpPr>
        <p:spPr>
          <a:xfrm>
            <a:off x="5877013" y="2518373"/>
            <a:ext cx="4826924" cy="1122074"/>
          </a:xfrm>
        </p:spPr>
        <p:txBody>
          <a:bodyPr/>
          <a:lstStyle>
            <a:lvl1pPr marL="0" indent="0" algn="l">
              <a:buNone/>
              <a:defRPr sz="2400">
                <a:solidFill>
                  <a:schemeClr val="tx2"/>
                </a:solidFill>
                <a:effectLs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dirty="0"/>
          </a:p>
        </p:txBody>
      </p:sp>
      <p:graphicFrame>
        <p:nvGraphicFramePr>
          <p:cNvPr id="13" name="Tabel 12">
            <a:extLst>
              <a:ext uri="{FF2B5EF4-FFF2-40B4-BE49-F238E27FC236}">
                <a16:creationId xmlns:a16="http://schemas.microsoft.com/office/drawing/2014/main" id="{18716C2A-073D-16EF-4885-E0AD11F5BBF7}"/>
              </a:ext>
            </a:extLst>
          </p:cNvPr>
          <p:cNvGraphicFramePr>
            <a:graphicFrameLocks noGrp="1"/>
          </p:cNvGraphicFramePr>
          <p:nvPr userDrawn="1">
            <p:extLst>
              <p:ext uri="{D42A27DB-BD31-4B8C-83A1-F6EECF244321}">
                <p14:modId xmlns:p14="http://schemas.microsoft.com/office/powerpoint/2010/main" val="3006617146"/>
              </p:ext>
            </p:extLst>
          </p:nvPr>
        </p:nvGraphicFramePr>
        <p:xfrm>
          <a:off x="5972723" y="3827205"/>
          <a:ext cx="647602" cy="847164"/>
        </p:xfrm>
        <a:graphic>
          <a:graphicData uri="http://schemas.openxmlformats.org/drawingml/2006/table">
            <a:tbl>
              <a:tblPr>
                <a:tableStyleId>{5C22544A-7EE6-4342-B048-85BDC9FD1C3A}</a:tableStyleId>
              </a:tblPr>
              <a:tblGrid>
                <a:gridCol w="647602">
                  <a:extLst>
                    <a:ext uri="{9D8B030D-6E8A-4147-A177-3AD203B41FA5}">
                      <a16:colId xmlns:a16="http://schemas.microsoft.com/office/drawing/2014/main" val="1466305088"/>
                    </a:ext>
                  </a:extLst>
                </a:gridCol>
              </a:tblGrid>
              <a:tr h="282388">
                <a:tc>
                  <a:txBody>
                    <a:bodyPr/>
                    <a:lstStyle/>
                    <a:p>
                      <a:pPr algn="l"/>
                      <a:r>
                        <a:rPr lang="nl-NL" sz="1400" b="1" dirty="0">
                          <a:solidFill>
                            <a:schemeClr val="tx2"/>
                          </a:solidFill>
                          <a:effectLst/>
                          <a:latin typeface="+mj-lt"/>
                          <a:cs typeface="Segoe UI Semibold" panose="020B0702040204020203" pitchFamily="34" charset="0"/>
                        </a:rPr>
                        <a:t>Auteur</a:t>
                      </a:r>
                      <a:endParaRPr lang="nl-NL" sz="1400" b="1" dirty="0">
                        <a:solidFill>
                          <a:schemeClr val="tx2"/>
                        </a:solidFill>
                        <a:effectLst/>
                        <a:latin typeface="+mj-lt"/>
                        <a:ea typeface="Calibri" panose="020F0502020204030204" pitchFamily="34" charset="0"/>
                        <a:cs typeface="Segoe UI Semibold" panose="020B0702040204020203" pitchFamily="34" charset="0"/>
                      </a:endParaRPr>
                    </a:p>
                  </a:txBody>
                  <a:tcPr marL="0" marR="36000" marT="0" marB="3600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068165"/>
                  </a:ext>
                </a:extLst>
              </a:tr>
              <a:tr h="282388">
                <a:tc>
                  <a:txBody>
                    <a:bodyPr/>
                    <a:lstStyle/>
                    <a:p>
                      <a:pPr algn="l"/>
                      <a:r>
                        <a:rPr lang="nl-NL" sz="1400" b="1" dirty="0">
                          <a:solidFill>
                            <a:schemeClr val="tx2"/>
                          </a:solidFill>
                          <a:effectLst/>
                          <a:latin typeface="+mj-lt"/>
                          <a:cs typeface="Segoe UI Semibold" panose="020B0702040204020203" pitchFamily="34" charset="0"/>
                        </a:rPr>
                        <a:t>Datum</a:t>
                      </a:r>
                      <a:endParaRPr lang="nl-NL" sz="1400" b="1" dirty="0">
                        <a:solidFill>
                          <a:schemeClr val="tx2"/>
                        </a:solidFill>
                        <a:effectLst/>
                        <a:latin typeface="+mj-lt"/>
                        <a:ea typeface="Calibri" panose="020F0502020204030204" pitchFamily="34" charset="0"/>
                        <a:cs typeface="Segoe UI Semibold" panose="020B0702040204020203" pitchFamily="34" charset="0"/>
                      </a:endParaRPr>
                    </a:p>
                  </a:txBody>
                  <a:tcPr marL="0" marR="36000" marT="0" marB="3600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03549219"/>
                  </a:ext>
                </a:extLst>
              </a:tr>
              <a:tr h="282388">
                <a:tc>
                  <a:txBody>
                    <a:bodyPr/>
                    <a:lstStyle/>
                    <a:p>
                      <a:pPr algn="l"/>
                      <a:endParaRPr lang="nl-NL" sz="1400" b="1" dirty="0">
                        <a:solidFill>
                          <a:schemeClr val="tx2"/>
                        </a:solidFill>
                        <a:effectLst/>
                        <a:latin typeface="+mj-lt"/>
                        <a:ea typeface="Calibri" panose="020F0502020204030204" pitchFamily="34" charset="0"/>
                        <a:cs typeface="Segoe UI Semibold" panose="020B0702040204020203" pitchFamily="34" charset="0"/>
                      </a:endParaRPr>
                    </a:p>
                  </a:txBody>
                  <a:tcPr marL="0" marR="36000" marT="0" marB="3600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70756723"/>
                  </a:ext>
                </a:extLst>
              </a:tr>
            </a:tbl>
          </a:graphicData>
        </a:graphic>
      </p:graphicFrame>
      <p:sp>
        <p:nvSpPr>
          <p:cNvPr id="14" name="Tijdelijke aanduiding voor tekst 6">
            <a:extLst>
              <a:ext uri="{FF2B5EF4-FFF2-40B4-BE49-F238E27FC236}">
                <a16:creationId xmlns:a16="http://schemas.microsoft.com/office/drawing/2014/main" id="{C23177D5-467B-5ED9-E89C-75F22ECC051A}"/>
              </a:ext>
            </a:extLst>
          </p:cNvPr>
          <p:cNvSpPr>
            <a:spLocks noGrp="1"/>
          </p:cNvSpPr>
          <p:nvPr>
            <p:ph type="body" sz="quarter" idx="21" hasCustomPrompt="1"/>
          </p:nvPr>
        </p:nvSpPr>
        <p:spPr>
          <a:xfrm>
            <a:off x="6602096" y="3832745"/>
            <a:ext cx="2653506" cy="216000"/>
          </a:xfrm>
        </p:spPr>
        <p:txBody>
          <a:bodyPr anchor="ctr">
            <a:noAutofit/>
          </a:bodyPr>
          <a:lstStyle>
            <a:lvl1pPr marL="0" indent="0">
              <a:buNone/>
              <a:defRPr sz="1400">
                <a:solidFill>
                  <a:schemeClr val="tx2"/>
                </a:solidFill>
                <a:effectLst/>
                <a:latin typeface="+mj-lt"/>
              </a:defRPr>
            </a:lvl1pPr>
          </a:lstStyle>
          <a:p>
            <a:pPr lvl="0"/>
            <a:r>
              <a:rPr lang="nl-NL" dirty="0"/>
              <a:t>[Auteur]</a:t>
            </a:r>
          </a:p>
        </p:txBody>
      </p:sp>
      <p:sp>
        <p:nvSpPr>
          <p:cNvPr id="2" name="Tijdelijke aanduiding voor datum 1">
            <a:extLst>
              <a:ext uri="{FF2B5EF4-FFF2-40B4-BE49-F238E27FC236}">
                <a16:creationId xmlns:a16="http://schemas.microsoft.com/office/drawing/2014/main" id="{56F841BB-C5FE-4709-DC70-04383DC7E4A8}"/>
              </a:ext>
            </a:extLst>
          </p:cNvPr>
          <p:cNvSpPr>
            <a:spLocks noGrp="1"/>
          </p:cNvSpPr>
          <p:nvPr>
            <p:ph type="dt" sz="half" idx="26"/>
          </p:nvPr>
        </p:nvSpPr>
        <p:spPr>
          <a:xfrm>
            <a:off x="6602096" y="4127886"/>
            <a:ext cx="1981596" cy="184616"/>
          </a:xfrm>
        </p:spPr>
        <p:txBody>
          <a:bodyPr/>
          <a:lstStyle>
            <a:lvl1pPr>
              <a:defRPr sz="1400" b="0">
                <a:solidFill>
                  <a:schemeClr val="tx2"/>
                </a:solidFill>
              </a:defRPr>
            </a:lvl1pPr>
          </a:lstStyle>
          <a:p>
            <a:fld id="{002A0C75-8C73-4BC2-A110-8B70C26DE224}" type="datetime1">
              <a:rPr lang="nl-NL" smtClean="0"/>
              <a:pPr/>
              <a:t>17-11-2025</a:t>
            </a:fld>
            <a:endParaRPr lang="nl-NL" dirty="0"/>
          </a:p>
        </p:txBody>
      </p:sp>
      <p:sp>
        <p:nvSpPr>
          <p:cNvPr id="3" name="Tijdelijke aanduiding voor voettekst 2">
            <a:extLst>
              <a:ext uri="{FF2B5EF4-FFF2-40B4-BE49-F238E27FC236}">
                <a16:creationId xmlns:a16="http://schemas.microsoft.com/office/drawing/2014/main" id="{2C58BC21-08B5-9740-1E7D-0B157197D2FC}"/>
              </a:ext>
            </a:extLst>
          </p:cNvPr>
          <p:cNvSpPr>
            <a:spLocks noGrp="1"/>
          </p:cNvSpPr>
          <p:nvPr>
            <p:ph type="ftr" sz="quarter" idx="27"/>
          </p:nvPr>
        </p:nvSpPr>
        <p:spPr>
          <a:xfrm>
            <a:off x="2411187" y="6927292"/>
            <a:ext cx="8588828" cy="184616"/>
          </a:xfrm>
        </p:spPr>
        <p:txBody>
          <a:bodyPr/>
          <a:lstStyle/>
          <a:p>
            <a:endParaRPr lang="nl-NL" dirty="0"/>
          </a:p>
        </p:txBody>
      </p:sp>
      <p:sp>
        <p:nvSpPr>
          <p:cNvPr id="4" name="Tijdelijke aanduiding voor dianummer 3">
            <a:extLst>
              <a:ext uri="{FF2B5EF4-FFF2-40B4-BE49-F238E27FC236}">
                <a16:creationId xmlns:a16="http://schemas.microsoft.com/office/drawing/2014/main" id="{08572001-2FAD-178C-FEBB-1598D2C9FA18}"/>
              </a:ext>
            </a:extLst>
          </p:cNvPr>
          <p:cNvSpPr>
            <a:spLocks noGrp="1"/>
          </p:cNvSpPr>
          <p:nvPr>
            <p:ph type="sldNum" sz="quarter" idx="28"/>
          </p:nvPr>
        </p:nvSpPr>
        <p:spPr>
          <a:xfrm>
            <a:off x="11085198" y="6927292"/>
            <a:ext cx="768135" cy="184616"/>
          </a:xfrm>
        </p:spPr>
        <p:txBody>
          <a:bodyPr/>
          <a:lstStyle/>
          <a:p>
            <a:fld id="{A648B885-FF76-47CB-8BBD-27E7EBF07CA9}" type="slidenum">
              <a:rPr lang="nl-NL" smtClean="0"/>
              <a:pPr/>
              <a:t>‹#›</a:t>
            </a:fld>
            <a:endParaRPr lang="nl-NL" dirty="0"/>
          </a:p>
        </p:txBody>
      </p:sp>
    </p:spTree>
    <p:extLst>
      <p:ext uri="{BB962C8B-B14F-4D97-AF65-F5344CB8AC3E}">
        <p14:creationId xmlns:p14="http://schemas.microsoft.com/office/powerpoint/2010/main" val="26404820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eldia zonder foto">
    <p:spTree>
      <p:nvGrpSpPr>
        <p:cNvPr id="1" name=""/>
        <p:cNvGrpSpPr/>
        <p:nvPr/>
      </p:nvGrpSpPr>
      <p:grpSpPr>
        <a:xfrm>
          <a:off x="0" y="0"/>
          <a:ext cx="0" cy="0"/>
          <a:chOff x="0" y="0"/>
          <a:chExt cx="0" cy="0"/>
        </a:xfrm>
      </p:grpSpPr>
      <p:sp>
        <p:nvSpPr>
          <p:cNvPr id="9" name="Gelijkbenige driehoek 8">
            <a:extLst>
              <a:ext uri="{FF2B5EF4-FFF2-40B4-BE49-F238E27FC236}">
                <a16:creationId xmlns:a16="http://schemas.microsoft.com/office/drawing/2014/main" id="{FBED7AAB-CDAA-72E0-3A43-540D621F3688}"/>
              </a:ext>
            </a:extLst>
          </p:cNvPr>
          <p:cNvSpPr/>
          <p:nvPr userDrawn="1"/>
        </p:nvSpPr>
        <p:spPr>
          <a:xfrm>
            <a:off x="1753986" y="4031673"/>
            <a:ext cx="5505341" cy="2826326"/>
          </a:xfrm>
          <a:prstGeom prst="triangle">
            <a:avLst/>
          </a:prstGeom>
          <a:solidFill>
            <a:schemeClr val="accent3">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 name="Tijdelijke aanduiding voor voettekst 4">
            <a:extLst>
              <a:ext uri="{FF2B5EF4-FFF2-40B4-BE49-F238E27FC236}">
                <a16:creationId xmlns:a16="http://schemas.microsoft.com/office/drawing/2014/main" id="{AAE88A44-0518-7593-2358-9798869F50B2}"/>
              </a:ext>
            </a:extLst>
          </p:cNvPr>
          <p:cNvSpPr>
            <a:spLocks noGrp="1"/>
          </p:cNvSpPr>
          <p:nvPr>
            <p:ph type="ftr" sz="quarter" idx="11"/>
          </p:nvPr>
        </p:nvSpPr>
        <p:spPr>
          <a:xfrm>
            <a:off x="2411186" y="6863443"/>
            <a:ext cx="8588828" cy="365125"/>
          </a:xfrm>
        </p:spPr>
        <p:txBody>
          <a:bodyPr/>
          <a:lstStyle>
            <a:lvl1pPr>
              <a:defRPr>
                <a:solidFill>
                  <a:schemeClr val="accent3"/>
                </a:solidFill>
              </a:defRPr>
            </a:lvl1pPr>
          </a:lstStyle>
          <a:p>
            <a:endParaRPr lang="nl-NL" dirty="0"/>
          </a:p>
        </p:txBody>
      </p:sp>
      <p:sp>
        <p:nvSpPr>
          <p:cNvPr id="6" name="Tijdelijke aanduiding voor dianummer 5">
            <a:extLst>
              <a:ext uri="{FF2B5EF4-FFF2-40B4-BE49-F238E27FC236}">
                <a16:creationId xmlns:a16="http://schemas.microsoft.com/office/drawing/2014/main" id="{E1E47005-03CE-1172-0884-71CE6F5D31AC}"/>
              </a:ext>
            </a:extLst>
          </p:cNvPr>
          <p:cNvSpPr>
            <a:spLocks noGrp="1"/>
          </p:cNvSpPr>
          <p:nvPr>
            <p:ph type="sldNum" sz="quarter" idx="12"/>
          </p:nvPr>
        </p:nvSpPr>
        <p:spPr>
          <a:xfrm>
            <a:off x="11119757" y="6865861"/>
            <a:ext cx="768135" cy="365125"/>
          </a:xfrm>
        </p:spPr>
        <p:txBody>
          <a:bodyPr/>
          <a:lstStyle>
            <a:lvl1pPr>
              <a:defRPr>
                <a:solidFill>
                  <a:schemeClr val="accent3"/>
                </a:solidFill>
              </a:defRPr>
            </a:lvl1pPr>
          </a:lstStyle>
          <a:p>
            <a:fld id="{A648B885-FF76-47CB-8BBD-27E7EBF07CA9}" type="slidenum">
              <a:rPr lang="nl-NL" smtClean="0"/>
              <a:pPr/>
              <a:t>‹#›</a:t>
            </a:fld>
            <a:endParaRPr lang="nl-NL" dirty="0"/>
          </a:p>
        </p:txBody>
      </p:sp>
      <p:sp>
        <p:nvSpPr>
          <p:cNvPr id="7" name="Vrije vorm: vorm 6">
            <a:extLst>
              <a:ext uri="{FF2B5EF4-FFF2-40B4-BE49-F238E27FC236}">
                <a16:creationId xmlns:a16="http://schemas.microsoft.com/office/drawing/2014/main" id="{91BD37D6-B25E-967C-E52E-4F310795267C}"/>
              </a:ext>
              <a:ext uri="{C183D7F6-B498-43B3-948B-1728B52AA6E4}">
                <adec:decorative xmlns:adec="http://schemas.microsoft.com/office/drawing/2017/decorative" val="1"/>
              </a:ext>
            </a:extLst>
          </p:cNvPr>
          <p:cNvSpPr/>
          <p:nvPr userDrawn="1"/>
        </p:nvSpPr>
        <p:spPr>
          <a:xfrm>
            <a:off x="0" y="0"/>
            <a:ext cx="5838825" cy="5842635"/>
          </a:xfrm>
          <a:custGeom>
            <a:avLst/>
            <a:gdLst>
              <a:gd name="connsiteX0" fmla="*/ 5841340 w 5841339"/>
              <a:gd name="connsiteY0" fmla="*/ 0 h 5841720"/>
              <a:gd name="connsiteX1" fmla="*/ 3301403 w 5841339"/>
              <a:gd name="connsiteY1" fmla="*/ 0 h 5841720"/>
              <a:gd name="connsiteX2" fmla="*/ 1655826 w 5841339"/>
              <a:gd name="connsiteY2" fmla="*/ 1645666 h 5841720"/>
              <a:gd name="connsiteX3" fmla="*/ 10268 w 5841339"/>
              <a:gd name="connsiteY3" fmla="*/ 0 h 5841720"/>
              <a:gd name="connsiteX4" fmla="*/ 0 w 5841339"/>
              <a:gd name="connsiteY4" fmla="*/ 0 h 5841720"/>
              <a:gd name="connsiteX5" fmla="*/ 0 w 5841339"/>
              <a:gd name="connsiteY5" fmla="*/ 5841721 h 5841720"/>
              <a:gd name="connsiteX6" fmla="*/ 5841340 w 5841339"/>
              <a:gd name="connsiteY6" fmla="*/ 0 h 5841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41339" h="5841720">
                <a:moveTo>
                  <a:pt x="5841340" y="0"/>
                </a:moveTo>
                <a:lnTo>
                  <a:pt x="3301403" y="0"/>
                </a:lnTo>
                <a:lnTo>
                  <a:pt x="1655826" y="1645666"/>
                </a:lnTo>
                <a:lnTo>
                  <a:pt x="10268" y="0"/>
                </a:lnTo>
                <a:lnTo>
                  <a:pt x="0" y="0"/>
                </a:lnTo>
                <a:lnTo>
                  <a:pt x="0" y="5841721"/>
                </a:lnTo>
                <a:lnTo>
                  <a:pt x="5841340" y="0"/>
                </a:lnTo>
                <a:close/>
              </a:path>
            </a:pathLst>
          </a:custGeom>
          <a:solidFill>
            <a:srgbClr val="0085C6">
              <a:alpha val="74902"/>
            </a:srgbClr>
          </a:solidFill>
          <a:ln w="1269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nl-NL"/>
          </a:p>
        </p:txBody>
      </p:sp>
      <p:pic>
        <p:nvPicPr>
          <p:cNvPr id="10" name="ArtworkLogo">
            <a:extLst>
              <a:ext uri="{FF2B5EF4-FFF2-40B4-BE49-F238E27FC236}">
                <a16:creationId xmlns:a16="http://schemas.microsoft.com/office/drawing/2014/main" id="{194D9AE6-EEA9-67DA-1E28-74BBFD1DB53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75617" y="5109583"/>
            <a:ext cx="2324793" cy="1185262"/>
          </a:xfrm>
          <a:prstGeom prst="rect">
            <a:avLst/>
          </a:prstGeom>
        </p:spPr>
      </p:pic>
      <p:sp>
        <p:nvSpPr>
          <p:cNvPr id="11" name="Titel 1">
            <a:extLst>
              <a:ext uri="{FF2B5EF4-FFF2-40B4-BE49-F238E27FC236}">
                <a16:creationId xmlns:a16="http://schemas.microsoft.com/office/drawing/2014/main" id="{124A8B8A-5A12-77BC-D52C-3D92C108CCC1}"/>
              </a:ext>
            </a:extLst>
          </p:cNvPr>
          <p:cNvSpPr>
            <a:spLocks noGrp="1"/>
          </p:cNvSpPr>
          <p:nvPr>
            <p:ph type="ctrTitle"/>
          </p:nvPr>
        </p:nvSpPr>
        <p:spPr>
          <a:xfrm>
            <a:off x="5877012" y="423332"/>
            <a:ext cx="5976321" cy="2002965"/>
          </a:xfrm>
        </p:spPr>
        <p:txBody>
          <a:bodyPr anchor="b">
            <a:normAutofit/>
          </a:bodyPr>
          <a:lstStyle>
            <a:lvl1pPr algn="l">
              <a:defRPr sz="4800">
                <a:solidFill>
                  <a:schemeClr val="accent3"/>
                </a:solidFill>
                <a:effectLst/>
              </a:defRPr>
            </a:lvl1pPr>
          </a:lstStyle>
          <a:p>
            <a:r>
              <a:rPr lang="en-US"/>
              <a:t>Click to edit Master title style</a:t>
            </a:r>
            <a:endParaRPr lang="nl-NL" dirty="0"/>
          </a:p>
        </p:txBody>
      </p:sp>
      <p:sp>
        <p:nvSpPr>
          <p:cNvPr id="12" name="Ondertitel 2">
            <a:extLst>
              <a:ext uri="{FF2B5EF4-FFF2-40B4-BE49-F238E27FC236}">
                <a16:creationId xmlns:a16="http://schemas.microsoft.com/office/drawing/2014/main" id="{844E863F-F9EF-7570-3F26-F8FBEC0B2255}"/>
              </a:ext>
            </a:extLst>
          </p:cNvPr>
          <p:cNvSpPr>
            <a:spLocks noGrp="1"/>
          </p:cNvSpPr>
          <p:nvPr>
            <p:ph type="subTitle" idx="1"/>
          </p:nvPr>
        </p:nvSpPr>
        <p:spPr>
          <a:xfrm>
            <a:off x="5877013" y="2518373"/>
            <a:ext cx="4826924" cy="1122074"/>
          </a:xfrm>
        </p:spPr>
        <p:txBody>
          <a:bodyPr/>
          <a:lstStyle>
            <a:lvl1pPr marL="0" indent="0" algn="l">
              <a:buNone/>
              <a:defRPr sz="2400">
                <a:solidFill>
                  <a:schemeClr val="tx2"/>
                </a:solidFill>
                <a:effectLs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dirty="0"/>
          </a:p>
        </p:txBody>
      </p:sp>
      <p:graphicFrame>
        <p:nvGraphicFramePr>
          <p:cNvPr id="13" name="Tabel 12">
            <a:extLst>
              <a:ext uri="{FF2B5EF4-FFF2-40B4-BE49-F238E27FC236}">
                <a16:creationId xmlns:a16="http://schemas.microsoft.com/office/drawing/2014/main" id="{AA9BA80B-FC9C-A07E-26AC-C724F6640AA3}"/>
              </a:ext>
            </a:extLst>
          </p:cNvPr>
          <p:cNvGraphicFramePr>
            <a:graphicFrameLocks noGrp="1"/>
          </p:cNvGraphicFramePr>
          <p:nvPr userDrawn="1">
            <p:extLst>
              <p:ext uri="{D42A27DB-BD31-4B8C-83A1-F6EECF244321}">
                <p14:modId xmlns:p14="http://schemas.microsoft.com/office/powerpoint/2010/main" val="1684564836"/>
              </p:ext>
            </p:extLst>
          </p:nvPr>
        </p:nvGraphicFramePr>
        <p:xfrm>
          <a:off x="5972723" y="3827205"/>
          <a:ext cx="647602" cy="847164"/>
        </p:xfrm>
        <a:graphic>
          <a:graphicData uri="http://schemas.openxmlformats.org/drawingml/2006/table">
            <a:tbl>
              <a:tblPr>
                <a:tableStyleId>{5C22544A-7EE6-4342-B048-85BDC9FD1C3A}</a:tableStyleId>
              </a:tblPr>
              <a:tblGrid>
                <a:gridCol w="647602">
                  <a:extLst>
                    <a:ext uri="{9D8B030D-6E8A-4147-A177-3AD203B41FA5}">
                      <a16:colId xmlns:a16="http://schemas.microsoft.com/office/drawing/2014/main" val="1466305088"/>
                    </a:ext>
                  </a:extLst>
                </a:gridCol>
              </a:tblGrid>
              <a:tr h="282388">
                <a:tc>
                  <a:txBody>
                    <a:bodyPr/>
                    <a:lstStyle/>
                    <a:p>
                      <a:pPr algn="l"/>
                      <a:r>
                        <a:rPr lang="nl-NL" sz="1400" b="1" dirty="0">
                          <a:solidFill>
                            <a:schemeClr val="accent3"/>
                          </a:solidFill>
                          <a:effectLst/>
                          <a:latin typeface="+mj-lt"/>
                          <a:cs typeface="Segoe UI Semibold" panose="020B0702040204020203" pitchFamily="34" charset="0"/>
                        </a:rPr>
                        <a:t>Auteur</a:t>
                      </a:r>
                      <a:endParaRPr lang="nl-NL" sz="1400" b="1" dirty="0">
                        <a:solidFill>
                          <a:schemeClr val="accent3"/>
                        </a:solidFill>
                        <a:effectLst/>
                        <a:latin typeface="+mj-lt"/>
                        <a:ea typeface="Calibri" panose="020F0502020204030204" pitchFamily="34" charset="0"/>
                        <a:cs typeface="Segoe UI Semibold" panose="020B0702040204020203" pitchFamily="34" charset="0"/>
                      </a:endParaRPr>
                    </a:p>
                  </a:txBody>
                  <a:tcPr marL="0" marR="36000" marT="0" marB="3600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068165"/>
                  </a:ext>
                </a:extLst>
              </a:tr>
              <a:tr h="282388">
                <a:tc>
                  <a:txBody>
                    <a:bodyPr/>
                    <a:lstStyle/>
                    <a:p>
                      <a:pPr algn="l"/>
                      <a:r>
                        <a:rPr lang="nl-NL" sz="1400" b="1" dirty="0">
                          <a:solidFill>
                            <a:schemeClr val="accent3"/>
                          </a:solidFill>
                          <a:effectLst/>
                          <a:latin typeface="+mj-lt"/>
                          <a:cs typeface="Segoe UI Semibold" panose="020B0702040204020203" pitchFamily="34" charset="0"/>
                        </a:rPr>
                        <a:t>Datum</a:t>
                      </a:r>
                      <a:endParaRPr lang="nl-NL" sz="1400" b="1" dirty="0">
                        <a:solidFill>
                          <a:schemeClr val="accent3"/>
                        </a:solidFill>
                        <a:effectLst/>
                        <a:latin typeface="+mj-lt"/>
                        <a:ea typeface="Calibri" panose="020F0502020204030204" pitchFamily="34" charset="0"/>
                        <a:cs typeface="Segoe UI Semibold" panose="020B0702040204020203" pitchFamily="34" charset="0"/>
                      </a:endParaRPr>
                    </a:p>
                  </a:txBody>
                  <a:tcPr marL="0" marR="36000" marT="0" marB="3600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03549219"/>
                  </a:ext>
                </a:extLst>
              </a:tr>
              <a:tr h="282388">
                <a:tc>
                  <a:txBody>
                    <a:bodyPr/>
                    <a:lstStyle/>
                    <a:p>
                      <a:pPr algn="l"/>
                      <a:r>
                        <a:rPr lang="nl-NL" sz="1400" b="1" dirty="0">
                          <a:solidFill>
                            <a:schemeClr val="accent3"/>
                          </a:solidFill>
                          <a:effectLst/>
                          <a:latin typeface="+mj-lt"/>
                          <a:cs typeface="Segoe UI Semibold" panose="020B0702040204020203" pitchFamily="34" charset="0"/>
                        </a:rPr>
                        <a:t>Status</a:t>
                      </a:r>
                      <a:endParaRPr lang="nl-NL" sz="1400" b="1" dirty="0">
                        <a:solidFill>
                          <a:schemeClr val="accent3"/>
                        </a:solidFill>
                        <a:effectLst/>
                        <a:latin typeface="+mj-lt"/>
                        <a:ea typeface="Calibri" panose="020F0502020204030204" pitchFamily="34" charset="0"/>
                        <a:cs typeface="Segoe UI Semibold" panose="020B0702040204020203" pitchFamily="34" charset="0"/>
                      </a:endParaRPr>
                    </a:p>
                  </a:txBody>
                  <a:tcPr marL="0" marR="36000" marT="0" marB="3600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70756723"/>
                  </a:ext>
                </a:extLst>
              </a:tr>
            </a:tbl>
          </a:graphicData>
        </a:graphic>
      </p:graphicFrame>
      <p:sp>
        <p:nvSpPr>
          <p:cNvPr id="14" name="Tijdelijke aanduiding voor tekst 6">
            <a:extLst>
              <a:ext uri="{FF2B5EF4-FFF2-40B4-BE49-F238E27FC236}">
                <a16:creationId xmlns:a16="http://schemas.microsoft.com/office/drawing/2014/main" id="{6436DDAC-09F2-5DB1-A9D5-31E000C2BE6F}"/>
              </a:ext>
            </a:extLst>
          </p:cNvPr>
          <p:cNvSpPr>
            <a:spLocks noGrp="1"/>
          </p:cNvSpPr>
          <p:nvPr>
            <p:ph type="body" sz="quarter" idx="21" hasCustomPrompt="1"/>
          </p:nvPr>
        </p:nvSpPr>
        <p:spPr>
          <a:xfrm>
            <a:off x="6602096" y="3832745"/>
            <a:ext cx="2653506" cy="216000"/>
          </a:xfrm>
        </p:spPr>
        <p:txBody>
          <a:bodyPr anchor="ctr">
            <a:noAutofit/>
          </a:bodyPr>
          <a:lstStyle>
            <a:lvl1pPr marL="0" indent="0">
              <a:buNone/>
              <a:defRPr sz="1400">
                <a:solidFill>
                  <a:schemeClr val="tx2"/>
                </a:solidFill>
                <a:effectLst/>
                <a:latin typeface="+mj-lt"/>
              </a:defRPr>
            </a:lvl1pPr>
          </a:lstStyle>
          <a:p>
            <a:pPr lvl="0"/>
            <a:r>
              <a:rPr lang="nl-NL" dirty="0"/>
              <a:t>[Auteur]</a:t>
            </a:r>
          </a:p>
        </p:txBody>
      </p:sp>
      <p:sp>
        <p:nvSpPr>
          <p:cNvPr id="15" name="Tijdelijke aanduiding voor datum 15">
            <a:extLst>
              <a:ext uri="{FF2B5EF4-FFF2-40B4-BE49-F238E27FC236}">
                <a16:creationId xmlns:a16="http://schemas.microsoft.com/office/drawing/2014/main" id="{8B674381-211C-FF9F-C574-A4844D268B57}"/>
              </a:ext>
            </a:extLst>
          </p:cNvPr>
          <p:cNvSpPr>
            <a:spLocks noGrp="1"/>
          </p:cNvSpPr>
          <p:nvPr>
            <p:ph type="dt" sz="half" idx="22"/>
          </p:nvPr>
        </p:nvSpPr>
        <p:spPr>
          <a:xfrm>
            <a:off x="6602096" y="4105752"/>
            <a:ext cx="2653506" cy="216000"/>
          </a:xfrm>
        </p:spPr>
        <p:txBody>
          <a:bodyPr/>
          <a:lstStyle>
            <a:lvl1pPr>
              <a:defRPr lang="nl-NL" sz="1400" b="0" kern="1200" smtClean="0">
                <a:solidFill>
                  <a:schemeClr val="tx2"/>
                </a:solidFill>
                <a:effectLst/>
                <a:latin typeface="+mj-lt"/>
                <a:ea typeface="+mn-ea"/>
                <a:cs typeface="+mn-cs"/>
              </a:defRPr>
            </a:lvl1pPr>
          </a:lstStyle>
          <a:p>
            <a:fld id="{A2D4CE28-2779-4906-957D-A173F7999FCA}" type="datetime1">
              <a:rPr lang="nl-NL" smtClean="0"/>
              <a:pPr/>
              <a:t>17-11-2025</a:t>
            </a:fld>
            <a:endParaRPr lang="nl-NL" dirty="0"/>
          </a:p>
        </p:txBody>
      </p:sp>
      <p:sp>
        <p:nvSpPr>
          <p:cNvPr id="16" name="Tijdelijke aanduiding voor tekst 6">
            <a:extLst>
              <a:ext uri="{FF2B5EF4-FFF2-40B4-BE49-F238E27FC236}">
                <a16:creationId xmlns:a16="http://schemas.microsoft.com/office/drawing/2014/main" id="{465BD4F6-E566-373F-AA82-95B04BC4D722}"/>
              </a:ext>
            </a:extLst>
          </p:cNvPr>
          <p:cNvSpPr>
            <a:spLocks noGrp="1"/>
          </p:cNvSpPr>
          <p:nvPr>
            <p:ph type="body" sz="quarter" idx="25" hasCustomPrompt="1"/>
          </p:nvPr>
        </p:nvSpPr>
        <p:spPr>
          <a:xfrm>
            <a:off x="6602096" y="4408262"/>
            <a:ext cx="2653506" cy="216000"/>
          </a:xfrm>
        </p:spPr>
        <p:txBody>
          <a:bodyPr anchor="ctr">
            <a:noAutofit/>
          </a:bodyPr>
          <a:lstStyle>
            <a:lvl1pPr marL="0" indent="0">
              <a:buNone/>
              <a:defRPr sz="1400">
                <a:solidFill>
                  <a:schemeClr val="tx2"/>
                </a:solidFill>
                <a:effectLst/>
                <a:latin typeface="+mj-lt"/>
              </a:defRPr>
            </a:lvl1pPr>
          </a:lstStyle>
          <a:p>
            <a:pPr lvl="0"/>
            <a:r>
              <a:rPr lang="nl-NL" dirty="0"/>
              <a:t>[Openbaar]</a:t>
            </a:r>
          </a:p>
        </p:txBody>
      </p:sp>
    </p:spTree>
    <p:extLst>
      <p:ext uri="{BB962C8B-B14F-4D97-AF65-F5344CB8AC3E}">
        <p14:creationId xmlns:p14="http://schemas.microsoft.com/office/powerpoint/2010/main" val="12957092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secHead" preserve="1">
  <p:cSld name="Sectiedia groen">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2350027-561D-9815-D6C8-7833745CE745}"/>
              </a:ext>
            </a:extLst>
          </p:cNvPr>
          <p:cNvSpPr>
            <a:spLocks noGrp="1"/>
          </p:cNvSpPr>
          <p:nvPr>
            <p:ph type="title"/>
          </p:nvPr>
        </p:nvSpPr>
        <p:spPr>
          <a:xfrm>
            <a:off x="831850" y="1709738"/>
            <a:ext cx="10515600" cy="2852737"/>
          </a:xfrm>
        </p:spPr>
        <p:txBody>
          <a:bodyPr anchor="b"/>
          <a:lstStyle>
            <a:lvl1pPr>
              <a:defRPr sz="6000">
                <a:solidFill>
                  <a:schemeClr val="bg1"/>
                </a:solidFill>
              </a:defRPr>
            </a:lvl1pPr>
          </a:lstStyle>
          <a:p>
            <a:r>
              <a:rPr lang="en-US"/>
              <a:t>Click to edit Master title style</a:t>
            </a:r>
            <a:endParaRPr lang="nl-NL" dirty="0"/>
          </a:p>
        </p:txBody>
      </p:sp>
      <p:sp>
        <p:nvSpPr>
          <p:cNvPr id="3" name="Tijdelijke aanduiding voor tekst 2">
            <a:extLst>
              <a:ext uri="{FF2B5EF4-FFF2-40B4-BE49-F238E27FC236}">
                <a16:creationId xmlns:a16="http://schemas.microsoft.com/office/drawing/2014/main" id="{508DF9C5-40B2-777B-7728-7B2F79024E5D}"/>
              </a:ext>
            </a:extLst>
          </p:cNvPr>
          <p:cNvSpPr>
            <a:spLocks noGrp="1"/>
          </p:cNvSpPr>
          <p:nvPr>
            <p:ph type="body" idx="1"/>
          </p:nvPr>
        </p:nvSpPr>
        <p:spPr>
          <a:xfrm>
            <a:off x="831850" y="4589463"/>
            <a:ext cx="1051560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Tijdelijke aanduiding voor datum 3">
            <a:extLst>
              <a:ext uri="{FF2B5EF4-FFF2-40B4-BE49-F238E27FC236}">
                <a16:creationId xmlns:a16="http://schemas.microsoft.com/office/drawing/2014/main" id="{0ED844BF-4A37-C943-19BA-B6BE1D0E8A38}"/>
              </a:ext>
            </a:extLst>
          </p:cNvPr>
          <p:cNvSpPr>
            <a:spLocks noGrp="1"/>
          </p:cNvSpPr>
          <p:nvPr>
            <p:ph type="dt" sz="half" idx="10"/>
          </p:nvPr>
        </p:nvSpPr>
        <p:spPr>
          <a:xfrm>
            <a:off x="320734" y="6858000"/>
            <a:ext cx="1981596" cy="365125"/>
          </a:xfrm>
        </p:spPr>
        <p:txBody>
          <a:bodyPr/>
          <a:lstStyle/>
          <a:p>
            <a:fld id="{B234C477-5CCC-4E58-9207-9007DC239AB4}" type="datetime1">
              <a:rPr lang="nl-NL" smtClean="0"/>
              <a:t>17-11-2025</a:t>
            </a:fld>
            <a:endParaRPr lang="nl-NL" dirty="0"/>
          </a:p>
        </p:txBody>
      </p:sp>
      <p:sp>
        <p:nvSpPr>
          <p:cNvPr id="5" name="Tijdelijke aanduiding voor voettekst 4">
            <a:extLst>
              <a:ext uri="{FF2B5EF4-FFF2-40B4-BE49-F238E27FC236}">
                <a16:creationId xmlns:a16="http://schemas.microsoft.com/office/drawing/2014/main" id="{08791B4C-CA2E-3C32-B006-50106C38A9AD}"/>
              </a:ext>
            </a:extLst>
          </p:cNvPr>
          <p:cNvSpPr>
            <a:spLocks noGrp="1"/>
          </p:cNvSpPr>
          <p:nvPr>
            <p:ph type="ftr" sz="quarter" idx="11"/>
          </p:nvPr>
        </p:nvSpPr>
        <p:spPr>
          <a:xfrm>
            <a:off x="2411186" y="6858000"/>
            <a:ext cx="8588828" cy="365125"/>
          </a:xfrm>
        </p:spPr>
        <p:txBody>
          <a:bodyPr/>
          <a:lstStyle/>
          <a:p>
            <a:endParaRPr lang="nl-NL"/>
          </a:p>
        </p:txBody>
      </p:sp>
      <p:sp>
        <p:nvSpPr>
          <p:cNvPr id="6" name="Tijdelijke aanduiding voor dianummer 5">
            <a:extLst>
              <a:ext uri="{FF2B5EF4-FFF2-40B4-BE49-F238E27FC236}">
                <a16:creationId xmlns:a16="http://schemas.microsoft.com/office/drawing/2014/main" id="{A93452BF-6401-2945-19C5-200889360AB0}"/>
              </a:ext>
            </a:extLst>
          </p:cNvPr>
          <p:cNvSpPr>
            <a:spLocks noGrp="1"/>
          </p:cNvSpPr>
          <p:nvPr>
            <p:ph type="sldNum" sz="quarter" idx="12"/>
          </p:nvPr>
        </p:nvSpPr>
        <p:spPr>
          <a:xfrm>
            <a:off x="11119757" y="6858000"/>
            <a:ext cx="768135" cy="365125"/>
          </a:xfrm>
        </p:spPr>
        <p:txBody>
          <a:bodyPr/>
          <a:lstStyle/>
          <a:p>
            <a:fld id="{A648B885-FF76-47CB-8BBD-27E7EBF07CA9}" type="slidenum">
              <a:rPr lang="nl-NL" smtClean="0"/>
              <a:t>‹#›</a:t>
            </a:fld>
            <a:endParaRPr lang="nl-NL"/>
          </a:p>
        </p:txBody>
      </p:sp>
    </p:spTree>
    <p:extLst>
      <p:ext uri="{BB962C8B-B14F-4D97-AF65-F5344CB8AC3E}">
        <p14:creationId xmlns:p14="http://schemas.microsoft.com/office/powerpoint/2010/main" val="36812671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Sectiedia grijs">
    <p:bg>
      <p:bgPr>
        <a:solidFill>
          <a:schemeClr val="accent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2350027-561D-9815-D6C8-7833745CE745}"/>
              </a:ext>
            </a:extLst>
          </p:cNvPr>
          <p:cNvSpPr>
            <a:spLocks noGrp="1"/>
          </p:cNvSpPr>
          <p:nvPr>
            <p:ph type="title"/>
          </p:nvPr>
        </p:nvSpPr>
        <p:spPr>
          <a:xfrm>
            <a:off x="831850" y="1709738"/>
            <a:ext cx="10515600" cy="2852737"/>
          </a:xfrm>
        </p:spPr>
        <p:txBody>
          <a:bodyPr anchor="b"/>
          <a:lstStyle>
            <a:lvl1pPr>
              <a:defRPr sz="6000">
                <a:solidFill>
                  <a:schemeClr val="bg1"/>
                </a:solidFill>
              </a:defRPr>
            </a:lvl1pPr>
          </a:lstStyle>
          <a:p>
            <a:r>
              <a:rPr lang="en-US"/>
              <a:t>Click to edit Master title style</a:t>
            </a:r>
            <a:endParaRPr lang="nl-NL" dirty="0"/>
          </a:p>
        </p:txBody>
      </p:sp>
      <p:sp>
        <p:nvSpPr>
          <p:cNvPr id="3" name="Tijdelijke aanduiding voor tekst 2">
            <a:extLst>
              <a:ext uri="{FF2B5EF4-FFF2-40B4-BE49-F238E27FC236}">
                <a16:creationId xmlns:a16="http://schemas.microsoft.com/office/drawing/2014/main" id="{508DF9C5-40B2-777B-7728-7B2F79024E5D}"/>
              </a:ext>
            </a:extLst>
          </p:cNvPr>
          <p:cNvSpPr>
            <a:spLocks noGrp="1"/>
          </p:cNvSpPr>
          <p:nvPr>
            <p:ph type="body" idx="1"/>
          </p:nvPr>
        </p:nvSpPr>
        <p:spPr>
          <a:xfrm>
            <a:off x="831850" y="4589463"/>
            <a:ext cx="1051560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Tijdelijke aanduiding voor datum 3">
            <a:extLst>
              <a:ext uri="{FF2B5EF4-FFF2-40B4-BE49-F238E27FC236}">
                <a16:creationId xmlns:a16="http://schemas.microsoft.com/office/drawing/2014/main" id="{0ED844BF-4A37-C943-19BA-B6BE1D0E8A38}"/>
              </a:ext>
            </a:extLst>
          </p:cNvPr>
          <p:cNvSpPr>
            <a:spLocks noGrp="1"/>
          </p:cNvSpPr>
          <p:nvPr>
            <p:ph type="dt" sz="half" idx="10"/>
          </p:nvPr>
        </p:nvSpPr>
        <p:spPr>
          <a:xfrm>
            <a:off x="320734" y="6858000"/>
            <a:ext cx="1981596" cy="365125"/>
          </a:xfrm>
        </p:spPr>
        <p:txBody>
          <a:bodyPr/>
          <a:lstStyle/>
          <a:p>
            <a:fld id="{B234C477-5CCC-4E58-9207-9007DC239AB4}" type="datetime1">
              <a:rPr lang="nl-NL" smtClean="0"/>
              <a:t>17-11-2025</a:t>
            </a:fld>
            <a:endParaRPr lang="nl-NL" dirty="0"/>
          </a:p>
        </p:txBody>
      </p:sp>
      <p:sp>
        <p:nvSpPr>
          <p:cNvPr id="5" name="Tijdelijke aanduiding voor voettekst 4">
            <a:extLst>
              <a:ext uri="{FF2B5EF4-FFF2-40B4-BE49-F238E27FC236}">
                <a16:creationId xmlns:a16="http://schemas.microsoft.com/office/drawing/2014/main" id="{08791B4C-CA2E-3C32-B006-50106C38A9AD}"/>
              </a:ext>
            </a:extLst>
          </p:cNvPr>
          <p:cNvSpPr>
            <a:spLocks noGrp="1"/>
          </p:cNvSpPr>
          <p:nvPr>
            <p:ph type="ftr" sz="quarter" idx="11"/>
          </p:nvPr>
        </p:nvSpPr>
        <p:spPr>
          <a:xfrm>
            <a:off x="2411186" y="6858000"/>
            <a:ext cx="8588828" cy="365125"/>
          </a:xfrm>
        </p:spPr>
        <p:txBody>
          <a:bodyPr/>
          <a:lstStyle/>
          <a:p>
            <a:endParaRPr lang="nl-NL"/>
          </a:p>
        </p:txBody>
      </p:sp>
      <p:sp>
        <p:nvSpPr>
          <p:cNvPr id="6" name="Tijdelijke aanduiding voor dianummer 5">
            <a:extLst>
              <a:ext uri="{FF2B5EF4-FFF2-40B4-BE49-F238E27FC236}">
                <a16:creationId xmlns:a16="http://schemas.microsoft.com/office/drawing/2014/main" id="{A93452BF-6401-2945-19C5-200889360AB0}"/>
              </a:ext>
            </a:extLst>
          </p:cNvPr>
          <p:cNvSpPr>
            <a:spLocks noGrp="1"/>
          </p:cNvSpPr>
          <p:nvPr>
            <p:ph type="sldNum" sz="quarter" idx="12"/>
          </p:nvPr>
        </p:nvSpPr>
        <p:spPr>
          <a:xfrm>
            <a:off x="11119757" y="6858000"/>
            <a:ext cx="768135" cy="365125"/>
          </a:xfrm>
        </p:spPr>
        <p:txBody>
          <a:bodyPr/>
          <a:lstStyle/>
          <a:p>
            <a:fld id="{A648B885-FF76-47CB-8BBD-27E7EBF07CA9}" type="slidenum">
              <a:rPr lang="nl-NL" smtClean="0"/>
              <a:t>‹#›</a:t>
            </a:fld>
            <a:endParaRPr lang="nl-NL"/>
          </a:p>
        </p:txBody>
      </p:sp>
    </p:spTree>
    <p:extLst>
      <p:ext uri="{BB962C8B-B14F-4D97-AF65-F5344CB8AC3E}">
        <p14:creationId xmlns:p14="http://schemas.microsoft.com/office/powerpoint/2010/main" val="1412819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secHead" preserve="1">
  <p:cSld name="Sectiedia blauw">
    <p:bg>
      <p:bgPr>
        <a:solidFill>
          <a:schemeClr val="accent3"/>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2350027-561D-9815-D6C8-7833745CE745}"/>
              </a:ext>
            </a:extLst>
          </p:cNvPr>
          <p:cNvSpPr>
            <a:spLocks noGrp="1"/>
          </p:cNvSpPr>
          <p:nvPr>
            <p:ph type="title"/>
          </p:nvPr>
        </p:nvSpPr>
        <p:spPr>
          <a:xfrm>
            <a:off x="831850" y="1709738"/>
            <a:ext cx="10515600" cy="2852737"/>
          </a:xfrm>
        </p:spPr>
        <p:txBody>
          <a:bodyPr anchor="b"/>
          <a:lstStyle>
            <a:lvl1pPr>
              <a:defRPr sz="6000">
                <a:solidFill>
                  <a:schemeClr val="bg1"/>
                </a:solidFill>
              </a:defRPr>
            </a:lvl1pPr>
          </a:lstStyle>
          <a:p>
            <a:r>
              <a:rPr lang="en-US"/>
              <a:t>Click to edit Master title style</a:t>
            </a:r>
            <a:endParaRPr lang="nl-NL" dirty="0"/>
          </a:p>
        </p:txBody>
      </p:sp>
      <p:sp>
        <p:nvSpPr>
          <p:cNvPr id="3" name="Tijdelijke aanduiding voor tekst 2">
            <a:extLst>
              <a:ext uri="{FF2B5EF4-FFF2-40B4-BE49-F238E27FC236}">
                <a16:creationId xmlns:a16="http://schemas.microsoft.com/office/drawing/2014/main" id="{508DF9C5-40B2-777B-7728-7B2F79024E5D}"/>
              </a:ext>
            </a:extLst>
          </p:cNvPr>
          <p:cNvSpPr>
            <a:spLocks noGrp="1"/>
          </p:cNvSpPr>
          <p:nvPr>
            <p:ph type="body" idx="1"/>
          </p:nvPr>
        </p:nvSpPr>
        <p:spPr>
          <a:xfrm>
            <a:off x="831850" y="4589463"/>
            <a:ext cx="1051560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Tijdelijke aanduiding voor datum 3">
            <a:extLst>
              <a:ext uri="{FF2B5EF4-FFF2-40B4-BE49-F238E27FC236}">
                <a16:creationId xmlns:a16="http://schemas.microsoft.com/office/drawing/2014/main" id="{0ED844BF-4A37-C943-19BA-B6BE1D0E8A38}"/>
              </a:ext>
            </a:extLst>
          </p:cNvPr>
          <p:cNvSpPr>
            <a:spLocks noGrp="1"/>
          </p:cNvSpPr>
          <p:nvPr>
            <p:ph type="dt" sz="half" idx="10"/>
          </p:nvPr>
        </p:nvSpPr>
        <p:spPr>
          <a:xfrm>
            <a:off x="320734" y="6858000"/>
            <a:ext cx="1981596" cy="365125"/>
          </a:xfrm>
        </p:spPr>
        <p:txBody>
          <a:bodyPr/>
          <a:lstStyle/>
          <a:p>
            <a:fld id="{B234C477-5CCC-4E58-9207-9007DC239AB4}" type="datetime1">
              <a:rPr lang="nl-NL" smtClean="0"/>
              <a:t>17-11-2025</a:t>
            </a:fld>
            <a:endParaRPr lang="nl-NL" dirty="0"/>
          </a:p>
        </p:txBody>
      </p:sp>
      <p:sp>
        <p:nvSpPr>
          <p:cNvPr id="5" name="Tijdelijke aanduiding voor voettekst 4">
            <a:extLst>
              <a:ext uri="{FF2B5EF4-FFF2-40B4-BE49-F238E27FC236}">
                <a16:creationId xmlns:a16="http://schemas.microsoft.com/office/drawing/2014/main" id="{08791B4C-CA2E-3C32-B006-50106C38A9AD}"/>
              </a:ext>
            </a:extLst>
          </p:cNvPr>
          <p:cNvSpPr>
            <a:spLocks noGrp="1"/>
          </p:cNvSpPr>
          <p:nvPr>
            <p:ph type="ftr" sz="quarter" idx="11"/>
          </p:nvPr>
        </p:nvSpPr>
        <p:spPr>
          <a:xfrm>
            <a:off x="2411186" y="6858000"/>
            <a:ext cx="8588828" cy="365125"/>
          </a:xfrm>
        </p:spPr>
        <p:txBody>
          <a:bodyPr/>
          <a:lstStyle/>
          <a:p>
            <a:endParaRPr lang="nl-NL"/>
          </a:p>
        </p:txBody>
      </p:sp>
      <p:sp>
        <p:nvSpPr>
          <p:cNvPr id="6" name="Tijdelijke aanduiding voor dianummer 5">
            <a:extLst>
              <a:ext uri="{FF2B5EF4-FFF2-40B4-BE49-F238E27FC236}">
                <a16:creationId xmlns:a16="http://schemas.microsoft.com/office/drawing/2014/main" id="{A93452BF-6401-2945-19C5-200889360AB0}"/>
              </a:ext>
            </a:extLst>
          </p:cNvPr>
          <p:cNvSpPr>
            <a:spLocks noGrp="1"/>
          </p:cNvSpPr>
          <p:nvPr>
            <p:ph type="sldNum" sz="quarter" idx="12"/>
          </p:nvPr>
        </p:nvSpPr>
        <p:spPr>
          <a:xfrm>
            <a:off x="11119757" y="6858000"/>
            <a:ext cx="768135" cy="365125"/>
          </a:xfrm>
        </p:spPr>
        <p:txBody>
          <a:bodyPr/>
          <a:lstStyle/>
          <a:p>
            <a:fld id="{A648B885-FF76-47CB-8BBD-27E7EBF07CA9}" type="slidenum">
              <a:rPr lang="nl-NL" smtClean="0"/>
              <a:t>‹#›</a:t>
            </a:fld>
            <a:endParaRPr lang="nl-NL"/>
          </a:p>
        </p:txBody>
      </p:sp>
    </p:spTree>
    <p:extLst>
      <p:ext uri="{BB962C8B-B14F-4D97-AF65-F5344CB8AC3E}">
        <p14:creationId xmlns:p14="http://schemas.microsoft.com/office/powerpoint/2010/main" val="3482159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86C8B7F-8EAE-DFFE-3C9F-C75106A36E49}"/>
              </a:ext>
            </a:extLst>
          </p:cNvPr>
          <p:cNvSpPr>
            <a:spLocks noGrp="1"/>
          </p:cNvSpPr>
          <p:nvPr>
            <p:ph type="title"/>
          </p:nvPr>
        </p:nvSpPr>
        <p:spPr/>
        <p:txBody>
          <a:bodyPr/>
          <a:lstStyle/>
          <a:p>
            <a:r>
              <a:rPr lang="en-US"/>
              <a:t>Click to edit Master title style</a:t>
            </a:r>
            <a:endParaRPr lang="nl-NL"/>
          </a:p>
        </p:txBody>
      </p:sp>
      <p:sp>
        <p:nvSpPr>
          <p:cNvPr id="3" name="Tijdelijke aanduiding voor inhoud 2">
            <a:extLst>
              <a:ext uri="{FF2B5EF4-FFF2-40B4-BE49-F238E27FC236}">
                <a16:creationId xmlns:a16="http://schemas.microsoft.com/office/drawing/2014/main" id="{C4A234CF-E505-C018-55A9-3F18862543F8}"/>
              </a:ext>
            </a:extLst>
          </p:cNvPr>
          <p:cNvSpPr>
            <a:spLocks noGrp="1"/>
          </p:cNvSpPr>
          <p:nvPr>
            <p:ph sz="half" idx="1"/>
          </p:nvPr>
        </p:nvSpPr>
        <p:spPr>
          <a:xfrm>
            <a:off x="300038" y="1520825"/>
            <a:ext cx="5651500" cy="4932363"/>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4" name="Tijdelijke aanduiding voor inhoud 3">
            <a:extLst>
              <a:ext uri="{FF2B5EF4-FFF2-40B4-BE49-F238E27FC236}">
                <a16:creationId xmlns:a16="http://schemas.microsoft.com/office/drawing/2014/main" id="{8F7909C5-632E-90BD-3A91-D79DFB8F6284}"/>
              </a:ext>
            </a:extLst>
          </p:cNvPr>
          <p:cNvSpPr>
            <a:spLocks noGrp="1"/>
          </p:cNvSpPr>
          <p:nvPr>
            <p:ph sz="half" idx="2"/>
          </p:nvPr>
        </p:nvSpPr>
        <p:spPr>
          <a:xfrm>
            <a:off x="6240464" y="1529616"/>
            <a:ext cx="5651500" cy="4932363"/>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5" name="Tijdelijke aanduiding voor datum 4">
            <a:extLst>
              <a:ext uri="{FF2B5EF4-FFF2-40B4-BE49-F238E27FC236}">
                <a16:creationId xmlns:a16="http://schemas.microsoft.com/office/drawing/2014/main" id="{24BEC6D9-4EE8-76E6-0339-AB3A98617EA1}"/>
              </a:ext>
            </a:extLst>
          </p:cNvPr>
          <p:cNvSpPr>
            <a:spLocks noGrp="1"/>
          </p:cNvSpPr>
          <p:nvPr>
            <p:ph type="dt" sz="half" idx="10"/>
          </p:nvPr>
        </p:nvSpPr>
        <p:spPr/>
        <p:txBody>
          <a:bodyPr/>
          <a:lstStyle/>
          <a:p>
            <a:fld id="{E0A2F211-4CA0-46C3-BAC9-237EE5A60786}" type="datetime1">
              <a:rPr lang="nl-NL" smtClean="0"/>
              <a:t>17-11-2025</a:t>
            </a:fld>
            <a:endParaRPr lang="nl-NL"/>
          </a:p>
        </p:txBody>
      </p:sp>
      <p:sp>
        <p:nvSpPr>
          <p:cNvPr id="6" name="Tijdelijke aanduiding voor voettekst 5">
            <a:extLst>
              <a:ext uri="{FF2B5EF4-FFF2-40B4-BE49-F238E27FC236}">
                <a16:creationId xmlns:a16="http://schemas.microsoft.com/office/drawing/2014/main" id="{A1FB164C-CDA8-CCEC-0F77-77468940A154}"/>
              </a:ext>
            </a:extLst>
          </p:cNvPr>
          <p:cNvSpPr>
            <a:spLocks noGrp="1"/>
          </p:cNvSpPr>
          <p:nvPr>
            <p:ph type="ftr" sz="quarter" idx="11"/>
          </p:nvPr>
        </p:nvSpPr>
        <p:spPr/>
        <p:txBody>
          <a:bodyPr/>
          <a:lstStyle/>
          <a:p>
            <a:endParaRPr lang="nl-NL" dirty="0"/>
          </a:p>
        </p:txBody>
      </p:sp>
      <p:sp>
        <p:nvSpPr>
          <p:cNvPr id="7" name="Tijdelijke aanduiding voor dianummer 6">
            <a:extLst>
              <a:ext uri="{FF2B5EF4-FFF2-40B4-BE49-F238E27FC236}">
                <a16:creationId xmlns:a16="http://schemas.microsoft.com/office/drawing/2014/main" id="{FBFC3D39-BA73-DF9B-C19E-88D5E815830C}"/>
              </a:ext>
            </a:extLst>
          </p:cNvPr>
          <p:cNvSpPr>
            <a:spLocks noGrp="1"/>
          </p:cNvSpPr>
          <p:nvPr>
            <p:ph type="sldNum" sz="quarter" idx="12"/>
          </p:nvPr>
        </p:nvSpPr>
        <p:spPr/>
        <p:txBody>
          <a:bodyPr/>
          <a:lstStyle/>
          <a:p>
            <a:fld id="{A648B885-FF76-47CB-8BBD-27E7EBF07CA9}" type="slidenum">
              <a:rPr lang="nl-NL" smtClean="0"/>
              <a:t>‹#›</a:t>
            </a:fld>
            <a:endParaRPr lang="nl-NL"/>
          </a:p>
        </p:txBody>
      </p:sp>
    </p:spTree>
    <p:extLst>
      <p:ext uri="{BB962C8B-B14F-4D97-AF65-F5344CB8AC3E}">
        <p14:creationId xmlns:p14="http://schemas.microsoft.com/office/powerpoint/2010/main" val="467508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86C8B7F-8EAE-DFFE-3C9F-C75106A36E49}"/>
              </a:ext>
            </a:extLst>
          </p:cNvPr>
          <p:cNvSpPr>
            <a:spLocks noGrp="1"/>
          </p:cNvSpPr>
          <p:nvPr>
            <p:ph type="title"/>
          </p:nvPr>
        </p:nvSpPr>
        <p:spPr>
          <a:xfrm>
            <a:off x="300039" y="1"/>
            <a:ext cx="5651499" cy="1280159"/>
          </a:xfrm>
        </p:spPr>
        <p:txBody>
          <a:bodyPr rIns="108000"/>
          <a:lstStyle/>
          <a:p>
            <a:r>
              <a:rPr lang="en-US"/>
              <a:t>Click to edit Master title style</a:t>
            </a:r>
            <a:endParaRPr lang="nl-NL" dirty="0"/>
          </a:p>
        </p:txBody>
      </p:sp>
      <p:sp>
        <p:nvSpPr>
          <p:cNvPr id="3" name="Tijdelijke aanduiding voor inhoud 2">
            <a:extLst>
              <a:ext uri="{FF2B5EF4-FFF2-40B4-BE49-F238E27FC236}">
                <a16:creationId xmlns:a16="http://schemas.microsoft.com/office/drawing/2014/main" id="{C4A234CF-E505-C018-55A9-3F18862543F8}"/>
              </a:ext>
            </a:extLst>
          </p:cNvPr>
          <p:cNvSpPr>
            <a:spLocks noGrp="1"/>
          </p:cNvSpPr>
          <p:nvPr>
            <p:ph sz="half" idx="1"/>
          </p:nvPr>
        </p:nvSpPr>
        <p:spPr>
          <a:xfrm>
            <a:off x="300038" y="1520825"/>
            <a:ext cx="5651498" cy="5187706"/>
          </a:xfrm>
        </p:spPr>
        <p:txBody>
          <a:bodyPr rIns="108000">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5" name="Tijdelijke aanduiding voor datum 4">
            <a:extLst>
              <a:ext uri="{FF2B5EF4-FFF2-40B4-BE49-F238E27FC236}">
                <a16:creationId xmlns:a16="http://schemas.microsoft.com/office/drawing/2014/main" id="{24BEC6D9-4EE8-76E6-0339-AB3A98617EA1}"/>
              </a:ext>
            </a:extLst>
          </p:cNvPr>
          <p:cNvSpPr>
            <a:spLocks noGrp="1"/>
          </p:cNvSpPr>
          <p:nvPr>
            <p:ph type="dt" sz="half" idx="10"/>
          </p:nvPr>
        </p:nvSpPr>
        <p:spPr>
          <a:xfrm>
            <a:off x="320735" y="6953862"/>
            <a:ext cx="1981596" cy="184616"/>
          </a:xfrm>
        </p:spPr>
        <p:txBody>
          <a:bodyPr/>
          <a:lstStyle/>
          <a:p>
            <a:fld id="{E0A2F211-4CA0-46C3-BAC9-237EE5A60786}" type="datetime1">
              <a:rPr lang="nl-NL" smtClean="0"/>
              <a:t>17-11-2025</a:t>
            </a:fld>
            <a:endParaRPr lang="nl-NL"/>
          </a:p>
        </p:txBody>
      </p:sp>
      <p:sp>
        <p:nvSpPr>
          <p:cNvPr id="6" name="Tijdelijke aanduiding voor voettekst 5">
            <a:extLst>
              <a:ext uri="{FF2B5EF4-FFF2-40B4-BE49-F238E27FC236}">
                <a16:creationId xmlns:a16="http://schemas.microsoft.com/office/drawing/2014/main" id="{A1FB164C-CDA8-CCEC-0F77-77468940A154}"/>
              </a:ext>
            </a:extLst>
          </p:cNvPr>
          <p:cNvSpPr>
            <a:spLocks noGrp="1"/>
          </p:cNvSpPr>
          <p:nvPr>
            <p:ph type="ftr" sz="quarter" idx="11"/>
          </p:nvPr>
        </p:nvSpPr>
        <p:spPr>
          <a:xfrm>
            <a:off x="2411187" y="6953862"/>
            <a:ext cx="8588828" cy="184616"/>
          </a:xfrm>
        </p:spPr>
        <p:txBody>
          <a:bodyPr/>
          <a:lstStyle/>
          <a:p>
            <a:endParaRPr lang="nl-NL" dirty="0"/>
          </a:p>
        </p:txBody>
      </p:sp>
      <p:sp>
        <p:nvSpPr>
          <p:cNvPr id="7" name="Tijdelijke aanduiding voor dianummer 6">
            <a:extLst>
              <a:ext uri="{FF2B5EF4-FFF2-40B4-BE49-F238E27FC236}">
                <a16:creationId xmlns:a16="http://schemas.microsoft.com/office/drawing/2014/main" id="{FBFC3D39-BA73-DF9B-C19E-88D5E815830C}"/>
              </a:ext>
            </a:extLst>
          </p:cNvPr>
          <p:cNvSpPr>
            <a:spLocks noGrp="1"/>
          </p:cNvSpPr>
          <p:nvPr>
            <p:ph type="sldNum" sz="quarter" idx="12"/>
          </p:nvPr>
        </p:nvSpPr>
        <p:spPr>
          <a:xfrm>
            <a:off x="11119758" y="6953862"/>
            <a:ext cx="768135" cy="184616"/>
          </a:xfrm>
        </p:spPr>
        <p:txBody>
          <a:bodyPr/>
          <a:lstStyle/>
          <a:p>
            <a:fld id="{A648B885-FF76-47CB-8BBD-27E7EBF07CA9}" type="slidenum">
              <a:rPr lang="nl-NL" smtClean="0"/>
              <a:t>‹#›</a:t>
            </a:fld>
            <a:endParaRPr lang="nl-NL"/>
          </a:p>
        </p:txBody>
      </p:sp>
      <p:sp>
        <p:nvSpPr>
          <p:cNvPr id="9" name="Tijdelijke aanduiding voor afbeelding 8">
            <a:extLst>
              <a:ext uri="{FF2B5EF4-FFF2-40B4-BE49-F238E27FC236}">
                <a16:creationId xmlns:a16="http://schemas.microsoft.com/office/drawing/2014/main" id="{1038B7A9-983C-A565-EC4B-ED55929A29E6}"/>
              </a:ext>
            </a:extLst>
          </p:cNvPr>
          <p:cNvSpPr>
            <a:spLocks noGrp="1"/>
          </p:cNvSpPr>
          <p:nvPr>
            <p:ph type="pic" sz="quarter" idx="13"/>
          </p:nvPr>
        </p:nvSpPr>
        <p:spPr>
          <a:xfrm>
            <a:off x="6096000" y="0"/>
            <a:ext cx="6096000" cy="6858000"/>
          </a:xfrm>
          <a:solidFill>
            <a:schemeClr val="bg1">
              <a:lumMod val="95000"/>
            </a:schemeClr>
          </a:solidFill>
        </p:spPr>
        <p:txBody>
          <a:bodyPr>
            <a:normAutofit/>
          </a:bodyPr>
          <a:lstStyle>
            <a:lvl1pPr marL="0" indent="0" algn="ctr">
              <a:buNone/>
              <a:defRPr sz="2000">
                <a:solidFill>
                  <a:schemeClr val="tx2"/>
                </a:solidFill>
              </a:defRPr>
            </a:lvl1pPr>
          </a:lstStyle>
          <a:p>
            <a:r>
              <a:rPr lang="en-US"/>
              <a:t>Click icon to add picture</a:t>
            </a:r>
            <a:endParaRPr lang="nl-NL"/>
          </a:p>
        </p:txBody>
      </p:sp>
    </p:spTree>
    <p:extLst>
      <p:ext uri="{BB962C8B-B14F-4D97-AF65-F5344CB8AC3E}">
        <p14:creationId xmlns:p14="http://schemas.microsoft.com/office/powerpoint/2010/main" val="42661379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_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86C8B7F-8EAE-DFFE-3C9F-C75106A36E49}"/>
              </a:ext>
            </a:extLst>
          </p:cNvPr>
          <p:cNvSpPr>
            <a:spLocks noGrp="1"/>
          </p:cNvSpPr>
          <p:nvPr>
            <p:ph type="title"/>
          </p:nvPr>
        </p:nvSpPr>
        <p:spPr>
          <a:xfrm>
            <a:off x="6240464" y="1"/>
            <a:ext cx="5651499" cy="1280159"/>
          </a:xfrm>
        </p:spPr>
        <p:txBody>
          <a:bodyPr lIns="108000"/>
          <a:lstStyle/>
          <a:p>
            <a:r>
              <a:rPr lang="en-US"/>
              <a:t>Click to edit Master title style</a:t>
            </a:r>
            <a:endParaRPr lang="nl-NL" dirty="0"/>
          </a:p>
        </p:txBody>
      </p:sp>
      <p:sp>
        <p:nvSpPr>
          <p:cNvPr id="3" name="Tijdelijke aanduiding voor inhoud 2">
            <a:extLst>
              <a:ext uri="{FF2B5EF4-FFF2-40B4-BE49-F238E27FC236}">
                <a16:creationId xmlns:a16="http://schemas.microsoft.com/office/drawing/2014/main" id="{C4A234CF-E505-C018-55A9-3F18862543F8}"/>
              </a:ext>
            </a:extLst>
          </p:cNvPr>
          <p:cNvSpPr>
            <a:spLocks noGrp="1"/>
          </p:cNvSpPr>
          <p:nvPr>
            <p:ph sz="half" idx="1"/>
          </p:nvPr>
        </p:nvSpPr>
        <p:spPr>
          <a:xfrm>
            <a:off x="6240463" y="1520825"/>
            <a:ext cx="5651500" cy="4932363"/>
          </a:xfrm>
        </p:spPr>
        <p:txBody>
          <a:bodyPr lIns="108000">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5" name="Tijdelijke aanduiding voor datum 4">
            <a:extLst>
              <a:ext uri="{FF2B5EF4-FFF2-40B4-BE49-F238E27FC236}">
                <a16:creationId xmlns:a16="http://schemas.microsoft.com/office/drawing/2014/main" id="{24BEC6D9-4EE8-76E6-0339-AB3A98617EA1}"/>
              </a:ext>
            </a:extLst>
          </p:cNvPr>
          <p:cNvSpPr>
            <a:spLocks noGrp="1"/>
          </p:cNvSpPr>
          <p:nvPr>
            <p:ph type="dt" sz="half" idx="10"/>
          </p:nvPr>
        </p:nvSpPr>
        <p:spPr>
          <a:xfrm>
            <a:off x="320735" y="6909900"/>
            <a:ext cx="1981596" cy="184616"/>
          </a:xfrm>
        </p:spPr>
        <p:txBody>
          <a:bodyPr/>
          <a:lstStyle/>
          <a:p>
            <a:fld id="{E0A2F211-4CA0-46C3-BAC9-237EE5A60786}" type="datetime1">
              <a:rPr lang="nl-NL" smtClean="0"/>
              <a:t>17-11-2025</a:t>
            </a:fld>
            <a:endParaRPr lang="nl-NL"/>
          </a:p>
        </p:txBody>
      </p:sp>
      <p:sp>
        <p:nvSpPr>
          <p:cNvPr id="6" name="Tijdelijke aanduiding voor voettekst 5">
            <a:extLst>
              <a:ext uri="{FF2B5EF4-FFF2-40B4-BE49-F238E27FC236}">
                <a16:creationId xmlns:a16="http://schemas.microsoft.com/office/drawing/2014/main" id="{A1FB164C-CDA8-CCEC-0F77-77468940A154}"/>
              </a:ext>
            </a:extLst>
          </p:cNvPr>
          <p:cNvSpPr>
            <a:spLocks noGrp="1"/>
          </p:cNvSpPr>
          <p:nvPr>
            <p:ph type="ftr" sz="quarter" idx="11"/>
          </p:nvPr>
        </p:nvSpPr>
        <p:spPr>
          <a:xfrm>
            <a:off x="2411187" y="6909900"/>
            <a:ext cx="8588828" cy="184616"/>
          </a:xfrm>
        </p:spPr>
        <p:txBody>
          <a:bodyPr/>
          <a:lstStyle/>
          <a:p>
            <a:endParaRPr lang="nl-NL" dirty="0"/>
          </a:p>
        </p:txBody>
      </p:sp>
      <p:sp>
        <p:nvSpPr>
          <p:cNvPr id="7" name="Tijdelijke aanduiding voor dianummer 6">
            <a:extLst>
              <a:ext uri="{FF2B5EF4-FFF2-40B4-BE49-F238E27FC236}">
                <a16:creationId xmlns:a16="http://schemas.microsoft.com/office/drawing/2014/main" id="{FBFC3D39-BA73-DF9B-C19E-88D5E815830C}"/>
              </a:ext>
            </a:extLst>
          </p:cNvPr>
          <p:cNvSpPr>
            <a:spLocks noGrp="1"/>
          </p:cNvSpPr>
          <p:nvPr>
            <p:ph type="sldNum" sz="quarter" idx="12"/>
          </p:nvPr>
        </p:nvSpPr>
        <p:spPr/>
        <p:txBody>
          <a:bodyPr/>
          <a:lstStyle/>
          <a:p>
            <a:fld id="{A648B885-FF76-47CB-8BBD-27E7EBF07CA9}" type="slidenum">
              <a:rPr lang="nl-NL" smtClean="0"/>
              <a:t>‹#›</a:t>
            </a:fld>
            <a:endParaRPr lang="nl-NL"/>
          </a:p>
        </p:txBody>
      </p:sp>
      <p:sp>
        <p:nvSpPr>
          <p:cNvPr id="10" name="Tijdelijke aanduiding voor afbeelding 8">
            <a:extLst>
              <a:ext uri="{FF2B5EF4-FFF2-40B4-BE49-F238E27FC236}">
                <a16:creationId xmlns:a16="http://schemas.microsoft.com/office/drawing/2014/main" id="{9FB750C7-4805-0ECC-3FA0-D2C3B8780142}"/>
              </a:ext>
            </a:extLst>
          </p:cNvPr>
          <p:cNvSpPr>
            <a:spLocks noGrp="1"/>
          </p:cNvSpPr>
          <p:nvPr>
            <p:ph type="pic" sz="quarter" idx="13"/>
          </p:nvPr>
        </p:nvSpPr>
        <p:spPr>
          <a:xfrm>
            <a:off x="0" y="0"/>
            <a:ext cx="6096000" cy="6857999"/>
          </a:xfrm>
          <a:solidFill>
            <a:schemeClr val="bg1">
              <a:lumMod val="95000"/>
            </a:schemeClr>
          </a:solidFill>
        </p:spPr>
        <p:txBody>
          <a:bodyPr>
            <a:normAutofit/>
          </a:bodyPr>
          <a:lstStyle>
            <a:lvl1pPr marL="0" indent="0" algn="ctr">
              <a:buNone/>
              <a:defRPr sz="2000">
                <a:solidFill>
                  <a:schemeClr val="tx2"/>
                </a:solidFill>
              </a:defRPr>
            </a:lvl1pPr>
          </a:lstStyle>
          <a:p>
            <a:r>
              <a:rPr lang="en-US"/>
              <a:t>Click icon to add picture</a:t>
            </a:r>
            <a:endParaRPr lang="nl-NL" dirty="0"/>
          </a:p>
        </p:txBody>
      </p:sp>
    </p:spTree>
    <p:extLst>
      <p:ext uri="{BB962C8B-B14F-4D97-AF65-F5344CB8AC3E}">
        <p14:creationId xmlns:p14="http://schemas.microsoft.com/office/powerpoint/2010/main" val="9702313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woObj" preserve="1">
  <p:cSld name="Inhoud van twee wi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86C8B7F-8EAE-DFFE-3C9F-C75106A36E49}"/>
              </a:ext>
            </a:extLst>
          </p:cNvPr>
          <p:cNvSpPr>
            <a:spLocks noGrp="1"/>
          </p:cNvSpPr>
          <p:nvPr>
            <p:ph type="title"/>
          </p:nvPr>
        </p:nvSpPr>
        <p:spPr/>
        <p:txBody>
          <a:bodyPr/>
          <a:lstStyle/>
          <a:p>
            <a:r>
              <a:rPr lang="en-US"/>
              <a:t>Click to edit Master title style</a:t>
            </a:r>
            <a:endParaRPr lang="nl-NL"/>
          </a:p>
        </p:txBody>
      </p:sp>
      <p:sp>
        <p:nvSpPr>
          <p:cNvPr id="3" name="Tijdelijke aanduiding voor inhoud 2">
            <a:extLst>
              <a:ext uri="{FF2B5EF4-FFF2-40B4-BE49-F238E27FC236}">
                <a16:creationId xmlns:a16="http://schemas.microsoft.com/office/drawing/2014/main" id="{C4A234CF-E505-C018-55A9-3F18862543F8}"/>
              </a:ext>
            </a:extLst>
          </p:cNvPr>
          <p:cNvSpPr>
            <a:spLocks noGrp="1"/>
          </p:cNvSpPr>
          <p:nvPr>
            <p:ph sz="half" idx="1"/>
          </p:nvPr>
        </p:nvSpPr>
        <p:spPr>
          <a:xfrm>
            <a:off x="300038" y="1520825"/>
            <a:ext cx="5651500" cy="4932363"/>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4" name="Tijdelijke aanduiding voor inhoud 3">
            <a:extLst>
              <a:ext uri="{FF2B5EF4-FFF2-40B4-BE49-F238E27FC236}">
                <a16:creationId xmlns:a16="http://schemas.microsoft.com/office/drawing/2014/main" id="{8F7909C5-632E-90BD-3A91-D79DFB8F6284}"/>
              </a:ext>
            </a:extLst>
          </p:cNvPr>
          <p:cNvSpPr>
            <a:spLocks noGrp="1"/>
          </p:cNvSpPr>
          <p:nvPr>
            <p:ph sz="half" idx="2"/>
          </p:nvPr>
        </p:nvSpPr>
        <p:spPr>
          <a:xfrm>
            <a:off x="6240464" y="1520824"/>
            <a:ext cx="5651500" cy="4932363"/>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5" name="Tijdelijke aanduiding voor datum 4">
            <a:extLst>
              <a:ext uri="{FF2B5EF4-FFF2-40B4-BE49-F238E27FC236}">
                <a16:creationId xmlns:a16="http://schemas.microsoft.com/office/drawing/2014/main" id="{24BEC6D9-4EE8-76E6-0339-AB3A98617EA1}"/>
              </a:ext>
            </a:extLst>
          </p:cNvPr>
          <p:cNvSpPr>
            <a:spLocks noGrp="1"/>
          </p:cNvSpPr>
          <p:nvPr>
            <p:ph type="dt" sz="half" idx="10"/>
          </p:nvPr>
        </p:nvSpPr>
        <p:spPr/>
        <p:txBody>
          <a:bodyPr/>
          <a:lstStyle/>
          <a:p>
            <a:fld id="{E0A2F211-4CA0-46C3-BAC9-237EE5A60786}" type="datetime1">
              <a:rPr lang="nl-NL" smtClean="0"/>
              <a:t>17-11-2025</a:t>
            </a:fld>
            <a:endParaRPr lang="nl-NL"/>
          </a:p>
        </p:txBody>
      </p:sp>
      <p:sp>
        <p:nvSpPr>
          <p:cNvPr id="6" name="Tijdelijke aanduiding voor voettekst 5">
            <a:extLst>
              <a:ext uri="{FF2B5EF4-FFF2-40B4-BE49-F238E27FC236}">
                <a16:creationId xmlns:a16="http://schemas.microsoft.com/office/drawing/2014/main" id="{A1FB164C-CDA8-CCEC-0F77-77468940A154}"/>
              </a:ext>
            </a:extLst>
          </p:cNvPr>
          <p:cNvSpPr>
            <a:spLocks noGrp="1"/>
          </p:cNvSpPr>
          <p:nvPr>
            <p:ph type="ftr" sz="quarter" idx="11"/>
          </p:nvPr>
        </p:nvSpPr>
        <p:spPr/>
        <p:txBody>
          <a:bodyPr/>
          <a:lstStyle/>
          <a:p>
            <a:endParaRPr lang="nl-NL" dirty="0"/>
          </a:p>
        </p:txBody>
      </p:sp>
      <p:sp>
        <p:nvSpPr>
          <p:cNvPr id="7" name="Tijdelijke aanduiding voor dianummer 6">
            <a:extLst>
              <a:ext uri="{FF2B5EF4-FFF2-40B4-BE49-F238E27FC236}">
                <a16:creationId xmlns:a16="http://schemas.microsoft.com/office/drawing/2014/main" id="{FBFC3D39-BA73-DF9B-C19E-88D5E815830C}"/>
              </a:ext>
            </a:extLst>
          </p:cNvPr>
          <p:cNvSpPr>
            <a:spLocks noGrp="1"/>
          </p:cNvSpPr>
          <p:nvPr>
            <p:ph type="sldNum" sz="quarter" idx="12"/>
          </p:nvPr>
        </p:nvSpPr>
        <p:spPr/>
        <p:txBody>
          <a:bodyPr/>
          <a:lstStyle/>
          <a:p>
            <a:fld id="{A648B885-FF76-47CB-8BBD-27E7EBF07CA9}" type="slidenum">
              <a:rPr lang="nl-NL" smtClean="0"/>
              <a:t>‹#›</a:t>
            </a:fld>
            <a:endParaRPr lang="nl-NL"/>
          </a:p>
        </p:txBody>
      </p:sp>
      <p:sp>
        <p:nvSpPr>
          <p:cNvPr id="8" name="Rechthoek 7">
            <a:extLst>
              <a:ext uri="{FF2B5EF4-FFF2-40B4-BE49-F238E27FC236}">
                <a16:creationId xmlns:a16="http://schemas.microsoft.com/office/drawing/2014/main" id="{AA4B9750-6228-FC32-2ECA-1DB369F716F0}"/>
              </a:ext>
            </a:extLst>
          </p:cNvPr>
          <p:cNvSpPr/>
          <p:nvPr userDrawn="1"/>
        </p:nvSpPr>
        <p:spPr>
          <a:xfrm>
            <a:off x="-1" y="0"/>
            <a:ext cx="180000" cy="68700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9" name="ArtworkLogo">
            <a:extLst>
              <a:ext uri="{FF2B5EF4-FFF2-40B4-BE49-F238E27FC236}">
                <a16:creationId xmlns:a16="http://schemas.microsoft.com/office/drawing/2014/main" id="{99569BF7-1D6F-9277-D1CE-2CCC6A1FEE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283929" y="303802"/>
            <a:ext cx="1629294" cy="830672"/>
          </a:xfrm>
          <a:prstGeom prst="rect">
            <a:avLst/>
          </a:prstGeom>
        </p:spPr>
      </p:pic>
    </p:spTree>
    <p:extLst>
      <p:ext uri="{BB962C8B-B14F-4D97-AF65-F5344CB8AC3E}">
        <p14:creationId xmlns:p14="http://schemas.microsoft.com/office/powerpoint/2010/main" val="6975127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7_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86C8B7F-8EAE-DFFE-3C9F-C75106A36E49}"/>
              </a:ext>
            </a:extLst>
          </p:cNvPr>
          <p:cNvSpPr>
            <a:spLocks noGrp="1"/>
          </p:cNvSpPr>
          <p:nvPr>
            <p:ph type="title"/>
          </p:nvPr>
        </p:nvSpPr>
        <p:spPr>
          <a:xfrm>
            <a:off x="300039" y="1"/>
            <a:ext cx="5651499" cy="1280159"/>
          </a:xfrm>
        </p:spPr>
        <p:txBody>
          <a:bodyPr rIns="108000"/>
          <a:lstStyle/>
          <a:p>
            <a:r>
              <a:rPr lang="en-US"/>
              <a:t>Click to edit Master title style</a:t>
            </a:r>
            <a:endParaRPr lang="nl-NL" dirty="0"/>
          </a:p>
        </p:txBody>
      </p:sp>
      <p:sp>
        <p:nvSpPr>
          <p:cNvPr id="3" name="Tijdelijke aanduiding voor inhoud 2">
            <a:extLst>
              <a:ext uri="{FF2B5EF4-FFF2-40B4-BE49-F238E27FC236}">
                <a16:creationId xmlns:a16="http://schemas.microsoft.com/office/drawing/2014/main" id="{C4A234CF-E505-C018-55A9-3F18862543F8}"/>
              </a:ext>
            </a:extLst>
          </p:cNvPr>
          <p:cNvSpPr>
            <a:spLocks noGrp="1"/>
          </p:cNvSpPr>
          <p:nvPr>
            <p:ph sz="half" idx="1"/>
          </p:nvPr>
        </p:nvSpPr>
        <p:spPr>
          <a:xfrm>
            <a:off x="300038" y="1520824"/>
            <a:ext cx="5651498" cy="5152537"/>
          </a:xfrm>
        </p:spPr>
        <p:txBody>
          <a:bodyPr rIns="108000">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5" name="Tijdelijke aanduiding voor datum 4">
            <a:extLst>
              <a:ext uri="{FF2B5EF4-FFF2-40B4-BE49-F238E27FC236}">
                <a16:creationId xmlns:a16="http://schemas.microsoft.com/office/drawing/2014/main" id="{24BEC6D9-4EE8-76E6-0339-AB3A98617EA1}"/>
              </a:ext>
            </a:extLst>
          </p:cNvPr>
          <p:cNvSpPr>
            <a:spLocks noGrp="1"/>
          </p:cNvSpPr>
          <p:nvPr>
            <p:ph type="dt" sz="half" idx="10"/>
          </p:nvPr>
        </p:nvSpPr>
        <p:spPr>
          <a:xfrm>
            <a:off x="320735" y="6971445"/>
            <a:ext cx="1981596" cy="184616"/>
          </a:xfrm>
        </p:spPr>
        <p:txBody>
          <a:bodyPr/>
          <a:lstStyle/>
          <a:p>
            <a:fld id="{E0A2F211-4CA0-46C3-BAC9-237EE5A60786}" type="datetime1">
              <a:rPr lang="nl-NL" smtClean="0"/>
              <a:t>17-11-2025</a:t>
            </a:fld>
            <a:endParaRPr lang="nl-NL"/>
          </a:p>
        </p:txBody>
      </p:sp>
      <p:sp>
        <p:nvSpPr>
          <p:cNvPr id="6" name="Tijdelijke aanduiding voor voettekst 5">
            <a:extLst>
              <a:ext uri="{FF2B5EF4-FFF2-40B4-BE49-F238E27FC236}">
                <a16:creationId xmlns:a16="http://schemas.microsoft.com/office/drawing/2014/main" id="{A1FB164C-CDA8-CCEC-0F77-77468940A154}"/>
              </a:ext>
            </a:extLst>
          </p:cNvPr>
          <p:cNvSpPr>
            <a:spLocks noGrp="1"/>
          </p:cNvSpPr>
          <p:nvPr>
            <p:ph type="ftr" sz="quarter" idx="11"/>
          </p:nvPr>
        </p:nvSpPr>
        <p:spPr>
          <a:xfrm>
            <a:off x="2411187" y="6971445"/>
            <a:ext cx="8588828" cy="184616"/>
          </a:xfrm>
        </p:spPr>
        <p:txBody>
          <a:bodyPr/>
          <a:lstStyle/>
          <a:p>
            <a:endParaRPr lang="nl-NL" dirty="0"/>
          </a:p>
        </p:txBody>
      </p:sp>
      <p:sp>
        <p:nvSpPr>
          <p:cNvPr id="7" name="Tijdelijke aanduiding voor dianummer 6">
            <a:extLst>
              <a:ext uri="{FF2B5EF4-FFF2-40B4-BE49-F238E27FC236}">
                <a16:creationId xmlns:a16="http://schemas.microsoft.com/office/drawing/2014/main" id="{FBFC3D39-BA73-DF9B-C19E-88D5E815830C}"/>
              </a:ext>
            </a:extLst>
          </p:cNvPr>
          <p:cNvSpPr>
            <a:spLocks noGrp="1"/>
          </p:cNvSpPr>
          <p:nvPr>
            <p:ph type="sldNum" sz="quarter" idx="12"/>
          </p:nvPr>
        </p:nvSpPr>
        <p:spPr>
          <a:xfrm>
            <a:off x="11119758" y="6971445"/>
            <a:ext cx="768135" cy="184616"/>
          </a:xfrm>
        </p:spPr>
        <p:txBody>
          <a:bodyPr/>
          <a:lstStyle/>
          <a:p>
            <a:fld id="{A648B885-FF76-47CB-8BBD-27E7EBF07CA9}" type="slidenum">
              <a:rPr lang="nl-NL" smtClean="0"/>
              <a:t>‹#›</a:t>
            </a:fld>
            <a:endParaRPr lang="nl-NL"/>
          </a:p>
        </p:txBody>
      </p:sp>
      <p:sp>
        <p:nvSpPr>
          <p:cNvPr id="9" name="Tijdelijke aanduiding voor afbeelding 8">
            <a:extLst>
              <a:ext uri="{FF2B5EF4-FFF2-40B4-BE49-F238E27FC236}">
                <a16:creationId xmlns:a16="http://schemas.microsoft.com/office/drawing/2014/main" id="{1038B7A9-983C-A565-EC4B-ED55929A29E6}"/>
              </a:ext>
            </a:extLst>
          </p:cNvPr>
          <p:cNvSpPr>
            <a:spLocks noGrp="1"/>
          </p:cNvSpPr>
          <p:nvPr>
            <p:ph type="pic" sz="quarter" idx="13"/>
          </p:nvPr>
        </p:nvSpPr>
        <p:spPr>
          <a:xfrm>
            <a:off x="6096000" y="0"/>
            <a:ext cx="6096000" cy="6858000"/>
          </a:xfrm>
          <a:solidFill>
            <a:schemeClr val="bg1">
              <a:lumMod val="95000"/>
            </a:schemeClr>
          </a:solidFill>
        </p:spPr>
        <p:txBody>
          <a:bodyPr>
            <a:normAutofit/>
          </a:bodyPr>
          <a:lstStyle>
            <a:lvl1pPr marL="0" indent="0" algn="ctr">
              <a:buNone/>
              <a:defRPr sz="2000">
                <a:solidFill>
                  <a:schemeClr val="tx2"/>
                </a:solidFill>
              </a:defRPr>
            </a:lvl1pPr>
          </a:lstStyle>
          <a:p>
            <a:r>
              <a:rPr lang="en-US"/>
              <a:t>Click icon to add picture</a:t>
            </a:r>
            <a:endParaRPr lang="nl-NL"/>
          </a:p>
        </p:txBody>
      </p:sp>
      <p:sp>
        <p:nvSpPr>
          <p:cNvPr id="8" name="Rechthoek 7">
            <a:extLst>
              <a:ext uri="{FF2B5EF4-FFF2-40B4-BE49-F238E27FC236}">
                <a16:creationId xmlns:a16="http://schemas.microsoft.com/office/drawing/2014/main" id="{01697A7E-ACCE-5011-540F-ABCB2C8EB371}"/>
              </a:ext>
            </a:extLst>
          </p:cNvPr>
          <p:cNvSpPr/>
          <p:nvPr userDrawn="1"/>
        </p:nvSpPr>
        <p:spPr>
          <a:xfrm>
            <a:off x="-1" y="0"/>
            <a:ext cx="180000" cy="68700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25409386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8_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86C8B7F-8EAE-DFFE-3C9F-C75106A36E49}"/>
              </a:ext>
            </a:extLst>
          </p:cNvPr>
          <p:cNvSpPr>
            <a:spLocks noGrp="1"/>
          </p:cNvSpPr>
          <p:nvPr>
            <p:ph type="title"/>
          </p:nvPr>
        </p:nvSpPr>
        <p:spPr>
          <a:xfrm>
            <a:off x="6240464" y="1"/>
            <a:ext cx="5651499" cy="1280159"/>
          </a:xfrm>
        </p:spPr>
        <p:txBody>
          <a:bodyPr lIns="108000"/>
          <a:lstStyle/>
          <a:p>
            <a:r>
              <a:rPr lang="en-US"/>
              <a:t>Click to edit Master title style</a:t>
            </a:r>
            <a:endParaRPr lang="nl-NL" dirty="0"/>
          </a:p>
        </p:txBody>
      </p:sp>
      <p:sp>
        <p:nvSpPr>
          <p:cNvPr id="3" name="Tijdelijke aanduiding voor inhoud 2">
            <a:extLst>
              <a:ext uri="{FF2B5EF4-FFF2-40B4-BE49-F238E27FC236}">
                <a16:creationId xmlns:a16="http://schemas.microsoft.com/office/drawing/2014/main" id="{C4A234CF-E505-C018-55A9-3F18862543F8}"/>
              </a:ext>
            </a:extLst>
          </p:cNvPr>
          <p:cNvSpPr>
            <a:spLocks noGrp="1"/>
          </p:cNvSpPr>
          <p:nvPr>
            <p:ph sz="half" idx="1"/>
          </p:nvPr>
        </p:nvSpPr>
        <p:spPr>
          <a:xfrm>
            <a:off x="6240463" y="1520825"/>
            <a:ext cx="5651500" cy="4932363"/>
          </a:xfrm>
        </p:spPr>
        <p:txBody>
          <a:bodyPr lIns="108000">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5" name="Tijdelijke aanduiding voor datum 4">
            <a:extLst>
              <a:ext uri="{FF2B5EF4-FFF2-40B4-BE49-F238E27FC236}">
                <a16:creationId xmlns:a16="http://schemas.microsoft.com/office/drawing/2014/main" id="{24BEC6D9-4EE8-76E6-0339-AB3A98617EA1}"/>
              </a:ext>
            </a:extLst>
          </p:cNvPr>
          <p:cNvSpPr>
            <a:spLocks noGrp="1"/>
          </p:cNvSpPr>
          <p:nvPr>
            <p:ph type="dt" sz="half" idx="10"/>
          </p:nvPr>
        </p:nvSpPr>
        <p:spPr>
          <a:xfrm>
            <a:off x="320735" y="6971456"/>
            <a:ext cx="1981596" cy="184616"/>
          </a:xfrm>
        </p:spPr>
        <p:txBody>
          <a:bodyPr/>
          <a:lstStyle/>
          <a:p>
            <a:fld id="{E0A2F211-4CA0-46C3-BAC9-237EE5A60786}" type="datetime1">
              <a:rPr lang="nl-NL" smtClean="0"/>
              <a:t>17-11-2025</a:t>
            </a:fld>
            <a:endParaRPr lang="nl-NL"/>
          </a:p>
        </p:txBody>
      </p:sp>
      <p:sp>
        <p:nvSpPr>
          <p:cNvPr id="6" name="Tijdelijke aanduiding voor voettekst 5">
            <a:extLst>
              <a:ext uri="{FF2B5EF4-FFF2-40B4-BE49-F238E27FC236}">
                <a16:creationId xmlns:a16="http://schemas.microsoft.com/office/drawing/2014/main" id="{A1FB164C-CDA8-CCEC-0F77-77468940A154}"/>
              </a:ext>
            </a:extLst>
          </p:cNvPr>
          <p:cNvSpPr>
            <a:spLocks noGrp="1"/>
          </p:cNvSpPr>
          <p:nvPr>
            <p:ph type="ftr" sz="quarter" idx="11"/>
          </p:nvPr>
        </p:nvSpPr>
        <p:spPr>
          <a:xfrm>
            <a:off x="2411187" y="6971456"/>
            <a:ext cx="8588828" cy="184616"/>
          </a:xfrm>
        </p:spPr>
        <p:txBody>
          <a:bodyPr/>
          <a:lstStyle/>
          <a:p>
            <a:endParaRPr lang="nl-NL" dirty="0"/>
          </a:p>
        </p:txBody>
      </p:sp>
      <p:sp>
        <p:nvSpPr>
          <p:cNvPr id="7" name="Tijdelijke aanduiding voor dianummer 6">
            <a:extLst>
              <a:ext uri="{FF2B5EF4-FFF2-40B4-BE49-F238E27FC236}">
                <a16:creationId xmlns:a16="http://schemas.microsoft.com/office/drawing/2014/main" id="{FBFC3D39-BA73-DF9B-C19E-88D5E815830C}"/>
              </a:ext>
            </a:extLst>
          </p:cNvPr>
          <p:cNvSpPr>
            <a:spLocks noGrp="1"/>
          </p:cNvSpPr>
          <p:nvPr>
            <p:ph type="sldNum" sz="quarter" idx="12"/>
          </p:nvPr>
        </p:nvSpPr>
        <p:spPr/>
        <p:txBody>
          <a:bodyPr/>
          <a:lstStyle/>
          <a:p>
            <a:fld id="{A648B885-FF76-47CB-8BBD-27E7EBF07CA9}" type="slidenum">
              <a:rPr lang="nl-NL" smtClean="0"/>
              <a:t>‹#›</a:t>
            </a:fld>
            <a:endParaRPr lang="nl-NL"/>
          </a:p>
        </p:txBody>
      </p:sp>
      <p:sp>
        <p:nvSpPr>
          <p:cNvPr id="10" name="Tijdelijke aanduiding voor afbeelding 8">
            <a:extLst>
              <a:ext uri="{FF2B5EF4-FFF2-40B4-BE49-F238E27FC236}">
                <a16:creationId xmlns:a16="http://schemas.microsoft.com/office/drawing/2014/main" id="{9FB750C7-4805-0ECC-3FA0-D2C3B8780142}"/>
              </a:ext>
            </a:extLst>
          </p:cNvPr>
          <p:cNvSpPr>
            <a:spLocks noGrp="1"/>
          </p:cNvSpPr>
          <p:nvPr>
            <p:ph type="pic" sz="quarter" idx="13"/>
          </p:nvPr>
        </p:nvSpPr>
        <p:spPr>
          <a:xfrm>
            <a:off x="0" y="0"/>
            <a:ext cx="6096000" cy="6858000"/>
          </a:xfrm>
          <a:solidFill>
            <a:schemeClr val="bg1">
              <a:lumMod val="95000"/>
            </a:schemeClr>
          </a:solidFill>
        </p:spPr>
        <p:txBody>
          <a:bodyPr>
            <a:normAutofit/>
          </a:bodyPr>
          <a:lstStyle>
            <a:lvl1pPr marL="0" indent="0" algn="ctr">
              <a:buNone/>
              <a:defRPr sz="2000">
                <a:solidFill>
                  <a:schemeClr val="tx2"/>
                </a:solidFill>
              </a:defRPr>
            </a:lvl1pPr>
          </a:lstStyle>
          <a:p>
            <a:r>
              <a:rPr lang="en-US"/>
              <a:t>Click icon to add picture</a:t>
            </a:r>
            <a:endParaRPr lang="nl-NL"/>
          </a:p>
        </p:txBody>
      </p:sp>
    </p:spTree>
    <p:extLst>
      <p:ext uri="{BB962C8B-B14F-4D97-AF65-F5344CB8AC3E}">
        <p14:creationId xmlns:p14="http://schemas.microsoft.com/office/powerpoint/2010/main" val="24240004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4_Inhoud van twee">
    <p:bg>
      <p:bgPr>
        <a:solidFill>
          <a:schemeClr val="accent1"/>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1038B7A9-983C-A565-EC4B-ED55929A29E6}"/>
              </a:ext>
            </a:extLst>
          </p:cNvPr>
          <p:cNvSpPr>
            <a:spLocks noGrp="1"/>
          </p:cNvSpPr>
          <p:nvPr>
            <p:ph type="pic" sz="quarter" idx="13"/>
          </p:nvPr>
        </p:nvSpPr>
        <p:spPr>
          <a:xfrm>
            <a:off x="6096000" y="0"/>
            <a:ext cx="6096000" cy="6858000"/>
          </a:xfrm>
          <a:solidFill>
            <a:schemeClr val="bg1">
              <a:lumMod val="95000"/>
            </a:schemeClr>
          </a:solidFill>
        </p:spPr>
        <p:txBody>
          <a:bodyPr>
            <a:normAutofit/>
          </a:bodyPr>
          <a:lstStyle>
            <a:lvl1pPr marL="0" indent="0" algn="ctr">
              <a:buNone/>
              <a:defRPr sz="2000">
                <a:solidFill>
                  <a:schemeClr val="tx2"/>
                </a:solidFill>
              </a:defRPr>
            </a:lvl1pPr>
          </a:lstStyle>
          <a:p>
            <a:r>
              <a:rPr lang="en-US"/>
              <a:t>Click icon to add picture</a:t>
            </a:r>
            <a:endParaRPr lang="nl-NL"/>
          </a:p>
        </p:txBody>
      </p:sp>
      <p:sp>
        <p:nvSpPr>
          <p:cNvPr id="2" name="Titel 1">
            <a:extLst>
              <a:ext uri="{FF2B5EF4-FFF2-40B4-BE49-F238E27FC236}">
                <a16:creationId xmlns:a16="http://schemas.microsoft.com/office/drawing/2014/main" id="{186C8B7F-8EAE-DFFE-3C9F-C75106A36E49}"/>
              </a:ext>
            </a:extLst>
          </p:cNvPr>
          <p:cNvSpPr>
            <a:spLocks noGrp="1"/>
          </p:cNvSpPr>
          <p:nvPr>
            <p:ph type="title"/>
          </p:nvPr>
        </p:nvSpPr>
        <p:spPr>
          <a:xfrm>
            <a:off x="300039" y="1"/>
            <a:ext cx="5651499" cy="1280159"/>
          </a:xfrm>
        </p:spPr>
        <p:txBody>
          <a:bodyPr/>
          <a:lstStyle>
            <a:lvl1pPr>
              <a:defRPr sz="3600">
                <a:solidFill>
                  <a:schemeClr val="bg1"/>
                </a:solidFill>
              </a:defRPr>
            </a:lvl1pPr>
          </a:lstStyle>
          <a:p>
            <a:r>
              <a:rPr lang="en-US"/>
              <a:t>Click to edit Master title style</a:t>
            </a:r>
            <a:endParaRPr lang="nl-NL" dirty="0"/>
          </a:p>
        </p:txBody>
      </p:sp>
      <p:sp>
        <p:nvSpPr>
          <p:cNvPr id="3" name="Tijdelijke aanduiding voor inhoud 2">
            <a:extLst>
              <a:ext uri="{FF2B5EF4-FFF2-40B4-BE49-F238E27FC236}">
                <a16:creationId xmlns:a16="http://schemas.microsoft.com/office/drawing/2014/main" id="{C4A234CF-E505-C018-55A9-3F18862543F8}"/>
              </a:ext>
            </a:extLst>
          </p:cNvPr>
          <p:cNvSpPr>
            <a:spLocks noGrp="1"/>
          </p:cNvSpPr>
          <p:nvPr>
            <p:ph sz="half" idx="1"/>
          </p:nvPr>
        </p:nvSpPr>
        <p:spPr>
          <a:xfrm>
            <a:off x="300038" y="1520825"/>
            <a:ext cx="5651498" cy="4571999"/>
          </a:xfrm>
        </p:spPr>
        <p:txBody>
          <a:bodyPr>
            <a:normAutofit/>
          </a:bodyPr>
          <a:lstStyle>
            <a:lvl1pPr marL="0" indent="0">
              <a:buNone/>
              <a:defRPr sz="2000">
                <a:solidFill>
                  <a:schemeClr val="bg1"/>
                </a:solidFill>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5" name="Tijdelijke aanduiding voor datum 4">
            <a:extLst>
              <a:ext uri="{FF2B5EF4-FFF2-40B4-BE49-F238E27FC236}">
                <a16:creationId xmlns:a16="http://schemas.microsoft.com/office/drawing/2014/main" id="{24BEC6D9-4EE8-76E6-0339-AB3A98617EA1}"/>
              </a:ext>
            </a:extLst>
          </p:cNvPr>
          <p:cNvSpPr>
            <a:spLocks noGrp="1"/>
          </p:cNvSpPr>
          <p:nvPr>
            <p:ph type="dt" sz="half" idx="10"/>
          </p:nvPr>
        </p:nvSpPr>
        <p:spPr>
          <a:xfrm>
            <a:off x="320735" y="6918696"/>
            <a:ext cx="1981596" cy="184616"/>
          </a:xfrm>
        </p:spPr>
        <p:txBody>
          <a:bodyPr/>
          <a:lstStyle/>
          <a:p>
            <a:fld id="{E0A2F211-4CA0-46C3-BAC9-237EE5A60786}" type="datetime1">
              <a:rPr lang="nl-NL" smtClean="0"/>
              <a:t>17-11-2025</a:t>
            </a:fld>
            <a:endParaRPr lang="nl-NL"/>
          </a:p>
        </p:txBody>
      </p:sp>
      <p:sp>
        <p:nvSpPr>
          <p:cNvPr id="6" name="Tijdelijke aanduiding voor voettekst 5">
            <a:extLst>
              <a:ext uri="{FF2B5EF4-FFF2-40B4-BE49-F238E27FC236}">
                <a16:creationId xmlns:a16="http://schemas.microsoft.com/office/drawing/2014/main" id="{A1FB164C-CDA8-CCEC-0F77-77468940A154}"/>
              </a:ext>
            </a:extLst>
          </p:cNvPr>
          <p:cNvSpPr>
            <a:spLocks noGrp="1"/>
          </p:cNvSpPr>
          <p:nvPr>
            <p:ph type="ftr" sz="quarter" idx="11"/>
          </p:nvPr>
        </p:nvSpPr>
        <p:spPr>
          <a:xfrm>
            <a:off x="2411187" y="6918696"/>
            <a:ext cx="8588828" cy="184616"/>
          </a:xfrm>
        </p:spPr>
        <p:txBody>
          <a:bodyPr/>
          <a:lstStyle/>
          <a:p>
            <a:endParaRPr lang="nl-NL" dirty="0"/>
          </a:p>
        </p:txBody>
      </p:sp>
      <p:sp>
        <p:nvSpPr>
          <p:cNvPr id="7" name="Tijdelijke aanduiding voor dianummer 6">
            <a:extLst>
              <a:ext uri="{FF2B5EF4-FFF2-40B4-BE49-F238E27FC236}">
                <a16:creationId xmlns:a16="http://schemas.microsoft.com/office/drawing/2014/main" id="{FBFC3D39-BA73-DF9B-C19E-88D5E815830C}"/>
              </a:ext>
            </a:extLst>
          </p:cNvPr>
          <p:cNvSpPr>
            <a:spLocks noGrp="1"/>
          </p:cNvSpPr>
          <p:nvPr>
            <p:ph type="sldNum" sz="quarter" idx="12"/>
          </p:nvPr>
        </p:nvSpPr>
        <p:spPr>
          <a:xfrm>
            <a:off x="11119758" y="6918696"/>
            <a:ext cx="768135" cy="184616"/>
          </a:xfrm>
        </p:spPr>
        <p:txBody>
          <a:bodyPr/>
          <a:lstStyle/>
          <a:p>
            <a:fld id="{A648B885-FF76-47CB-8BBD-27E7EBF07CA9}" type="slidenum">
              <a:rPr lang="nl-NL" smtClean="0"/>
              <a:t>‹#›</a:t>
            </a:fld>
            <a:endParaRPr lang="nl-NL" dirty="0"/>
          </a:p>
        </p:txBody>
      </p:sp>
    </p:spTree>
    <p:extLst>
      <p:ext uri="{BB962C8B-B14F-4D97-AF65-F5344CB8AC3E}">
        <p14:creationId xmlns:p14="http://schemas.microsoft.com/office/powerpoint/2010/main" val="1831183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5_Inhoud van twee">
    <p:bg>
      <p:bgPr>
        <a:solidFill>
          <a:schemeClr val="accent2"/>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1038B7A9-983C-A565-EC4B-ED55929A29E6}"/>
              </a:ext>
            </a:extLst>
          </p:cNvPr>
          <p:cNvSpPr>
            <a:spLocks noGrp="1"/>
          </p:cNvSpPr>
          <p:nvPr>
            <p:ph type="pic" sz="quarter" idx="13"/>
          </p:nvPr>
        </p:nvSpPr>
        <p:spPr>
          <a:xfrm>
            <a:off x="6096000" y="0"/>
            <a:ext cx="6096000" cy="6858000"/>
          </a:xfrm>
          <a:solidFill>
            <a:schemeClr val="bg1">
              <a:lumMod val="95000"/>
            </a:schemeClr>
          </a:solidFill>
        </p:spPr>
        <p:txBody>
          <a:bodyPr>
            <a:normAutofit/>
          </a:bodyPr>
          <a:lstStyle>
            <a:lvl1pPr marL="0" indent="0" algn="ctr">
              <a:buNone/>
              <a:defRPr sz="2000">
                <a:solidFill>
                  <a:schemeClr val="tx2"/>
                </a:solidFill>
              </a:defRPr>
            </a:lvl1pPr>
          </a:lstStyle>
          <a:p>
            <a:r>
              <a:rPr lang="en-US"/>
              <a:t>Click icon to add picture</a:t>
            </a:r>
            <a:endParaRPr lang="nl-NL"/>
          </a:p>
        </p:txBody>
      </p:sp>
      <p:sp>
        <p:nvSpPr>
          <p:cNvPr id="2" name="Titel 1">
            <a:extLst>
              <a:ext uri="{FF2B5EF4-FFF2-40B4-BE49-F238E27FC236}">
                <a16:creationId xmlns:a16="http://schemas.microsoft.com/office/drawing/2014/main" id="{186C8B7F-8EAE-DFFE-3C9F-C75106A36E49}"/>
              </a:ext>
            </a:extLst>
          </p:cNvPr>
          <p:cNvSpPr>
            <a:spLocks noGrp="1"/>
          </p:cNvSpPr>
          <p:nvPr>
            <p:ph type="title"/>
          </p:nvPr>
        </p:nvSpPr>
        <p:spPr>
          <a:xfrm>
            <a:off x="300039" y="1"/>
            <a:ext cx="5651499" cy="1280159"/>
          </a:xfrm>
        </p:spPr>
        <p:txBody>
          <a:bodyPr/>
          <a:lstStyle>
            <a:lvl1pPr>
              <a:defRPr sz="3600">
                <a:solidFill>
                  <a:schemeClr val="bg1"/>
                </a:solidFill>
              </a:defRPr>
            </a:lvl1pPr>
          </a:lstStyle>
          <a:p>
            <a:r>
              <a:rPr lang="en-US"/>
              <a:t>Click to edit Master title style</a:t>
            </a:r>
            <a:endParaRPr lang="nl-NL" dirty="0"/>
          </a:p>
        </p:txBody>
      </p:sp>
      <p:sp>
        <p:nvSpPr>
          <p:cNvPr id="3" name="Tijdelijke aanduiding voor inhoud 2">
            <a:extLst>
              <a:ext uri="{FF2B5EF4-FFF2-40B4-BE49-F238E27FC236}">
                <a16:creationId xmlns:a16="http://schemas.microsoft.com/office/drawing/2014/main" id="{C4A234CF-E505-C018-55A9-3F18862543F8}"/>
              </a:ext>
            </a:extLst>
          </p:cNvPr>
          <p:cNvSpPr>
            <a:spLocks noGrp="1"/>
          </p:cNvSpPr>
          <p:nvPr>
            <p:ph sz="half" idx="1"/>
          </p:nvPr>
        </p:nvSpPr>
        <p:spPr>
          <a:xfrm>
            <a:off x="300038" y="1520825"/>
            <a:ext cx="5651498" cy="4571999"/>
          </a:xfrm>
        </p:spPr>
        <p:txBody>
          <a:bodyPr>
            <a:normAutofit/>
          </a:bodyPr>
          <a:lstStyle>
            <a:lvl1pPr marL="0" indent="0">
              <a:buNone/>
              <a:defRPr sz="2000">
                <a:solidFill>
                  <a:schemeClr val="bg1"/>
                </a:solidFill>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5" name="Tijdelijke aanduiding voor datum 4">
            <a:extLst>
              <a:ext uri="{FF2B5EF4-FFF2-40B4-BE49-F238E27FC236}">
                <a16:creationId xmlns:a16="http://schemas.microsoft.com/office/drawing/2014/main" id="{24BEC6D9-4EE8-76E6-0339-AB3A98617EA1}"/>
              </a:ext>
            </a:extLst>
          </p:cNvPr>
          <p:cNvSpPr>
            <a:spLocks noGrp="1"/>
          </p:cNvSpPr>
          <p:nvPr>
            <p:ph type="dt" sz="half" idx="10"/>
          </p:nvPr>
        </p:nvSpPr>
        <p:spPr>
          <a:xfrm>
            <a:off x="320735" y="6909900"/>
            <a:ext cx="1981596" cy="184616"/>
          </a:xfrm>
        </p:spPr>
        <p:txBody>
          <a:bodyPr/>
          <a:lstStyle/>
          <a:p>
            <a:fld id="{E0A2F211-4CA0-46C3-BAC9-237EE5A60786}" type="datetime1">
              <a:rPr lang="nl-NL" smtClean="0"/>
              <a:t>17-11-2025</a:t>
            </a:fld>
            <a:endParaRPr lang="nl-NL"/>
          </a:p>
        </p:txBody>
      </p:sp>
      <p:sp>
        <p:nvSpPr>
          <p:cNvPr id="6" name="Tijdelijke aanduiding voor voettekst 5">
            <a:extLst>
              <a:ext uri="{FF2B5EF4-FFF2-40B4-BE49-F238E27FC236}">
                <a16:creationId xmlns:a16="http://schemas.microsoft.com/office/drawing/2014/main" id="{A1FB164C-CDA8-CCEC-0F77-77468940A154}"/>
              </a:ext>
            </a:extLst>
          </p:cNvPr>
          <p:cNvSpPr>
            <a:spLocks noGrp="1"/>
          </p:cNvSpPr>
          <p:nvPr>
            <p:ph type="ftr" sz="quarter" idx="11"/>
          </p:nvPr>
        </p:nvSpPr>
        <p:spPr>
          <a:xfrm>
            <a:off x="2411187" y="6909900"/>
            <a:ext cx="8588828" cy="184616"/>
          </a:xfrm>
        </p:spPr>
        <p:txBody>
          <a:bodyPr/>
          <a:lstStyle/>
          <a:p>
            <a:endParaRPr lang="nl-NL" dirty="0"/>
          </a:p>
        </p:txBody>
      </p:sp>
      <p:sp>
        <p:nvSpPr>
          <p:cNvPr id="7" name="Tijdelijke aanduiding voor dianummer 6">
            <a:extLst>
              <a:ext uri="{FF2B5EF4-FFF2-40B4-BE49-F238E27FC236}">
                <a16:creationId xmlns:a16="http://schemas.microsoft.com/office/drawing/2014/main" id="{FBFC3D39-BA73-DF9B-C19E-88D5E815830C}"/>
              </a:ext>
            </a:extLst>
          </p:cNvPr>
          <p:cNvSpPr>
            <a:spLocks noGrp="1"/>
          </p:cNvSpPr>
          <p:nvPr>
            <p:ph type="sldNum" sz="quarter" idx="12"/>
          </p:nvPr>
        </p:nvSpPr>
        <p:spPr>
          <a:xfrm>
            <a:off x="11119758" y="6909900"/>
            <a:ext cx="768135" cy="184616"/>
          </a:xfrm>
        </p:spPr>
        <p:txBody>
          <a:bodyPr/>
          <a:lstStyle/>
          <a:p>
            <a:fld id="{A648B885-FF76-47CB-8BBD-27E7EBF07CA9}" type="slidenum">
              <a:rPr lang="nl-NL" smtClean="0"/>
              <a:t>‹#›</a:t>
            </a:fld>
            <a:endParaRPr lang="nl-NL" dirty="0"/>
          </a:p>
        </p:txBody>
      </p:sp>
    </p:spTree>
    <p:extLst>
      <p:ext uri="{BB962C8B-B14F-4D97-AF65-F5344CB8AC3E}">
        <p14:creationId xmlns:p14="http://schemas.microsoft.com/office/powerpoint/2010/main" val="14858461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6_Inhoud van twee">
    <p:bg>
      <p:bgPr>
        <a:solidFill>
          <a:schemeClr val="accent3"/>
        </a:solidFill>
        <a:effectLst/>
      </p:bgPr>
    </p:b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1038B7A9-983C-A565-EC4B-ED55929A29E6}"/>
              </a:ext>
            </a:extLst>
          </p:cNvPr>
          <p:cNvSpPr>
            <a:spLocks noGrp="1"/>
          </p:cNvSpPr>
          <p:nvPr>
            <p:ph type="pic" sz="quarter" idx="13"/>
          </p:nvPr>
        </p:nvSpPr>
        <p:spPr>
          <a:xfrm>
            <a:off x="6096000" y="0"/>
            <a:ext cx="6096000" cy="6858000"/>
          </a:xfrm>
          <a:solidFill>
            <a:schemeClr val="bg1">
              <a:lumMod val="95000"/>
            </a:schemeClr>
          </a:solidFill>
        </p:spPr>
        <p:txBody>
          <a:bodyPr>
            <a:normAutofit/>
          </a:bodyPr>
          <a:lstStyle>
            <a:lvl1pPr marL="0" indent="0" algn="ctr">
              <a:buNone/>
              <a:defRPr sz="2000">
                <a:solidFill>
                  <a:schemeClr val="tx2"/>
                </a:solidFill>
              </a:defRPr>
            </a:lvl1pPr>
          </a:lstStyle>
          <a:p>
            <a:r>
              <a:rPr lang="en-US"/>
              <a:t>Click icon to add picture</a:t>
            </a:r>
            <a:endParaRPr lang="nl-NL"/>
          </a:p>
        </p:txBody>
      </p:sp>
      <p:sp>
        <p:nvSpPr>
          <p:cNvPr id="2" name="Titel 1">
            <a:extLst>
              <a:ext uri="{FF2B5EF4-FFF2-40B4-BE49-F238E27FC236}">
                <a16:creationId xmlns:a16="http://schemas.microsoft.com/office/drawing/2014/main" id="{186C8B7F-8EAE-DFFE-3C9F-C75106A36E49}"/>
              </a:ext>
            </a:extLst>
          </p:cNvPr>
          <p:cNvSpPr>
            <a:spLocks noGrp="1"/>
          </p:cNvSpPr>
          <p:nvPr>
            <p:ph type="title"/>
          </p:nvPr>
        </p:nvSpPr>
        <p:spPr>
          <a:xfrm>
            <a:off x="300039" y="1"/>
            <a:ext cx="5651499" cy="1280159"/>
          </a:xfrm>
        </p:spPr>
        <p:txBody>
          <a:bodyPr/>
          <a:lstStyle>
            <a:lvl1pPr>
              <a:defRPr sz="3600">
                <a:solidFill>
                  <a:schemeClr val="bg1"/>
                </a:solidFill>
              </a:defRPr>
            </a:lvl1pPr>
          </a:lstStyle>
          <a:p>
            <a:r>
              <a:rPr lang="en-US"/>
              <a:t>Click to edit Master title style</a:t>
            </a:r>
            <a:endParaRPr lang="nl-NL" dirty="0"/>
          </a:p>
        </p:txBody>
      </p:sp>
      <p:sp>
        <p:nvSpPr>
          <p:cNvPr id="3" name="Tijdelijke aanduiding voor inhoud 2">
            <a:extLst>
              <a:ext uri="{FF2B5EF4-FFF2-40B4-BE49-F238E27FC236}">
                <a16:creationId xmlns:a16="http://schemas.microsoft.com/office/drawing/2014/main" id="{C4A234CF-E505-C018-55A9-3F18862543F8}"/>
              </a:ext>
            </a:extLst>
          </p:cNvPr>
          <p:cNvSpPr>
            <a:spLocks noGrp="1"/>
          </p:cNvSpPr>
          <p:nvPr>
            <p:ph sz="half" idx="1"/>
          </p:nvPr>
        </p:nvSpPr>
        <p:spPr>
          <a:xfrm>
            <a:off x="300038" y="1520825"/>
            <a:ext cx="5651498" cy="4571999"/>
          </a:xfrm>
        </p:spPr>
        <p:txBody>
          <a:bodyPr>
            <a:normAutofit/>
          </a:bodyPr>
          <a:lstStyle>
            <a:lvl1pPr marL="0" indent="0">
              <a:buNone/>
              <a:defRPr sz="2000">
                <a:solidFill>
                  <a:schemeClr val="bg1"/>
                </a:solidFill>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5" name="Tijdelijke aanduiding voor datum 4">
            <a:extLst>
              <a:ext uri="{FF2B5EF4-FFF2-40B4-BE49-F238E27FC236}">
                <a16:creationId xmlns:a16="http://schemas.microsoft.com/office/drawing/2014/main" id="{24BEC6D9-4EE8-76E6-0339-AB3A98617EA1}"/>
              </a:ext>
            </a:extLst>
          </p:cNvPr>
          <p:cNvSpPr>
            <a:spLocks noGrp="1"/>
          </p:cNvSpPr>
          <p:nvPr>
            <p:ph type="dt" sz="half" idx="10"/>
          </p:nvPr>
        </p:nvSpPr>
        <p:spPr>
          <a:xfrm>
            <a:off x="320735" y="6892315"/>
            <a:ext cx="1981596" cy="184616"/>
          </a:xfrm>
        </p:spPr>
        <p:txBody>
          <a:bodyPr/>
          <a:lstStyle/>
          <a:p>
            <a:fld id="{E0A2F211-4CA0-46C3-BAC9-237EE5A60786}" type="datetime1">
              <a:rPr lang="nl-NL" smtClean="0"/>
              <a:t>17-11-2025</a:t>
            </a:fld>
            <a:endParaRPr lang="nl-NL"/>
          </a:p>
        </p:txBody>
      </p:sp>
      <p:sp>
        <p:nvSpPr>
          <p:cNvPr id="6" name="Tijdelijke aanduiding voor voettekst 5">
            <a:extLst>
              <a:ext uri="{FF2B5EF4-FFF2-40B4-BE49-F238E27FC236}">
                <a16:creationId xmlns:a16="http://schemas.microsoft.com/office/drawing/2014/main" id="{A1FB164C-CDA8-CCEC-0F77-77468940A154}"/>
              </a:ext>
            </a:extLst>
          </p:cNvPr>
          <p:cNvSpPr>
            <a:spLocks noGrp="1"/>
          </p:cNvSpPr>
          <p:nvPr>
            <p:ph type="ftr" sz="quarter" idx="11"/>
          </p:nvPr>
        </p:nvSpPr>
        <p:spPr>
          <a:xfrm>
            <a:off x="2411187" y="6892315"/>
            <a:ext cx="8588828" cy="184616"/>
          </a:xfrm>
        </p:spPr>
        <p:txBody>
          <a:bodyPr/>
          <a:lstStyle/>
          <a:p>
            <a:endParaRPr lang="nl-NL" dirty="0"/>
          </a:p>
        </p:txBody>
      </p:sp>
      <p:sp>
        <p:nvSpPr>
          <p:cNvPr id="7" name="Tijdelijke aanduiding voor dianummer 6">
            <a:extLst>
              <a:ext uri="{FF2B5EF4-FFF2-40B4-BE49-F238E27FC236}">
                <a16:creationId xmlns:a16="http://schemas.microsoft.com/office/drawing/2014/main" id="{FBFC3D39-BA73-DF9B-C19E-88D5E815830C}"/>
              </a:ext>
            </a:extLst>
          </p:cNvPr>
          <p:cNvSpPr>
            <a:spLocks noGrp="1"/>
          </p:cNvSpPr>
          <p:nvPr>
            <p:ph type="sldNum" sz="quarter" idx="12"/>
          </p:nvPr>
        </p:nvSpPr>
        <p:spPr>
          <a:xfrm>
            <a:off x="11119758" y="6892315"/>
            <a:ext cx="768135" cy="184616"/>
          </a:xfrm>
        </p:spPr>
        <p:txBody>
          <a:bodyPr/>
          <a:lstStyle/>
          <a:p>
            <a:fld id="{A648B885-FF76-47CB-8BBD-27E7EBF07CA9}" type="slidenum">
              <a:rPr lang="nl-NL" smtClean="0"/>
              <a:t>‹#›</a:t>
            </a:fld>
            <a:endParaRPr lang="nl-NL" dirty="0"/>
          </a:p>
        </p:txBody>
      </p:sp>
    </p:spTree>
    <p:extLst>
      <p:ext uri="{BB962C8B-B14F-4D97-AF65-F5344CB8AC3E}">
        <p14:creationId xmlns:p14="http://schemas.microsoft.com/office/powerpoint/2010/main" val="16269983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a met thema'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86C8B7F-8EAE-DFFE-3C9F-C75106A36E49}"/>
              </a:ext>
            </a:extLst>
          </p:cNvPr>
          <p:cNvSpPr>
            <a:spLocks noGrp="1"/>
          </p:cNvSpPr>
          <p:nvPr>
            <p:ph type="title"/>
          </p:nvPr>
        </p:nvSpPr>
        <p:spPr/>
        <p:txBody>
          <a:bodyPr/>
          <a:lstStyle/>
          <a:p>
            <a:r>
              <a:rPr lang="en-US"/>
              <a:t>Click to edit Master title style</a:t>
            </a:r>
            <a:endParaRPr lang="nl-NL"/>
          </a:p>
        </p:txBody>
      </p:sp>
      <p:sp>
        <p:nvSpPr>
          <p:cNvPr id="5" name="Tijdelijke aanduiding voor datum 4">
            <a:extLst>
              <a:ext uri="{FF2B5EF4-FFF2-40B4-BE49-F238E27FC236}">
                <a16:creationId xmlns:a16="http://schemas.microsoft.com/office/drawing/2014/main" id="{24BEC6D9-4EE8-76E6-0339-AB3A98617EA1}"/>
              </a:ext>
            </a:extLst>
          </p:cNvPr>
          <p:cNvSpPr>
            <a:spLocks noGrp="1"/>
          </p:cNvSpPr>
          <p:nvPr>
            <p:ph type="dt" sz="half" idx="10"/>
          </p:nvPr>
        </p:nvSpPr>
        <p:spPr/>
        <p:txBody>
          <a:bodyPr/>
          <a:lstStyle/>
          <a:p>
            <a:fld id="{A505C2FD-3A9E-4FB6-9665-708E4478422C}" type="datetime1">
              <a:rPr lang="nl-NL" smtClean="0"/>
              <a:t>17-11-2025</a:t>
            </a:fld>
            <a:endParaRPr lang="nl-NL"/>
          </a:p>
        </p:txBody>
      </p:sp>
      <p:sp>
        <p:nvSpPr>
          <p:cNvPr id="6" name="Tijdelijke aanduiding voor voettekst 5">
            <a:extLst>
              <a:ext uri="{FF2B5EF4-FFF2-40B4-BE49-F238E27FC236}">
                <a16:creationId xmlns:a16="http://schemas.microsoft.com/office/drawing/2014/main" id="{A1FB164C-CDA8-CCEC-0F77-77468940A154}"/>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FBFC3D39-BA73-DF9B-C19E-88D5E815830C}"/>
              </a:ext>
            </a:extLst>
          </p:cNvPr>
          <p:cNvSpPr>
            <a:spLocks noGrp="1"/>
          </p:cNvSpPr>
          <p:nvPr>
            <p:ph type="sldNum" sz="quarter" idx="12"/>
          </p:nvPr>
        </p:nvSpPr>
        <p:spPr/>
        <p:txBody>
          <a:bodyPr/>
          <a:lstStyle/>
          <a:p>
            <a:fld id="{A648B885-FF76-47CB-8BBD-27E7EBF07CA9}" type="slidenum">
              <a:rPr lang="nl-NL" smtClean="0"/>
              <a:t>‹#›</a:t>
            </a:fld>
            <a:endParaRPr lang="nl-NL"/>
          </a:p>
        </p:txBody>
      </p:sp>
      <p:sp>
        <p:nvSpPr>
          <p:cNvPr id="11" name="Tijdelijke aanduiding voor tekst 8">
            <a:extLst>
              <a:ext uri="{FF2B5EF4-FFF2-40B4-BE49-F238E27FC236}">
                <a16:creationId xmlns:a16="http://schemas.microsoft.com/office/drawing/2014/main" id="{092EB4F2-6BF4-2A49-29B5-4F85BDB33D16}"/>
              </a:ext>
            </a:extLst>
          </p:cNvPr>
          <p:cNvSpPr>
            <a:spLocks noGrp="1"/>
          </p:cNvSpPr>
          <p:nvPr>
            <p:ph type="body" sz="quarter" idx="13" hasCustomPrompt="1"/>
          </p:nvPr>
        </p:nvSpPr>
        <p:spPr>
          <a:xfrm>
            <a:off x="300037" y="3606827"/>
            <a:ext cx="3412305" cy="308785"/>
          </a:xfrm>
        </p:spPr>
        <p:txBody>
          <a:bodyPr lIns="0" rIns="0" anchor="ctr">
            <a:noAutofit/>
          </a:bodyPr>
          <a:lstStyle>
            <a:lvl1pPr marL="0" indent="0">
              <a:buNone/>
              <a:defRPr sz="1800" b="1">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nl-NL" dirty="0"/>
              <a:t>Titel</a:t>
            </a:r>
          </a:p>
        </p:txBody>
      </p:sp>
      <p:sp>
        <p:nvSpPr>
          <p:cNvPr id="14" name="Tijdelijke aanduiding voor tekst 15">
            <a:extLst>
              <a:ext uri="{FF2B5EF4-FFF2-40B4-BE49-F238E27FC236}">
                <a16:creationId xmlns:a16="http://schemas.microsoft.com/office/drawing/2014/main" id="{5037B0F5-CB2A-FC8C-6198-5AD67C9D7830}"/>
              </a:ext>
            </a:extLst>
          </p:cNvPr>
          <p:cNvSpPr>
            <a:spLocks noGrp="1"/>
          </p:cNvSpPr>
          <p:nvPr>
            <p:ph type="body" sz="quarter" idx="16"/>
          </p:nvPr>
        </p:nvSpPr>
        <p:spPr>
          <a:xfrm>
            <a:off x="320195" y="4112209"/>
            <a:ext cx="3391381" cy="2340979"/>
          </a:xfrm>
        </p:spPr>
        <p:txBody>
          <a:bodyPr lIns="0">
            <a:normAutofit/>
          </a:bodyPr>
          <a:lstStyle>
            <a:lvl1pPr marL="0" indent="0">
              <a:lnSpc>
                <a:spcPct val="95000"/>
              </a:lnSpc>
              <a:buNone/>
              <a:defRPr sz="1400">
                <a:solidFill>
                  <a:schemeClr val="tx2"/>
                </a:solidFill>
              </a:defRPr>
            </a:lvl1pPr>
            <a:lvl2pPr marL="457200" indent="0">
              <a:lnSpc>
                <a:spcPct val="95000"/>
              </a:lnSpc>
              <a:buNone/>
              <a:defRPr sz="1200">
                <a:solidFill>
                  <a:schemeClr val="tx2"/>
                </a:solidFill>
              </a:defRPr>
            </a:lvl2pPr>
            <a:lvl3pPr marL="914400" indent="0">
              <a:lnSpc>
                <a:spcPct val="95000"/>
              </a:lnSpc>
              <a:buNone/>
              <a:defRPr sz="1100">
                <a:solidFill>
                  <a:schemeClr val="tx2"/>
                </a:solidFill>
              </a:defRPr>
            </a:lvl3pPr>
            <a:lvl4pPr marL="1371600" indent="0">
              <a:lnSpc>
                <a:spcPct val="95000"/>
              </a:lnSpc>
              <a:buNone/>
              <a:defRPr sz="1050">
                <a:solidFill>
                  <a:schemeClr val="tx2"/>
                </a:solidFill>
              </a:defRPr>
            </a:lvl4pPr>
            <a:lvl5pPr marL="1828800" indent="0">
              <a:lnSpc>
                <a:spcPct val="95000"/>
              </a:lnSpc>
              <a:buNone/>
              <a:defRPr sz="105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17" name="Tijdelijke aanduiding voor tekst 8">
            <a:extLst>
              <a:ext uri="{FF2B5EF4-FFF2-40B4-BE49-F238E27FC236}">
                <a16:creationId xmlns:a16="http://schemas.microsoft.com/office/drawing/2014/main" id="{BE0659CB-6E14-2168-A79C-393B3A523EE1}"/>
              </a:ext>
            </a:extLst>
          </p:cNvPr>
          <p:cNvSpPr>
            <a:spLocks noGrp="1"/>
          </p:cNvSpPr>
          <p:nvPr>
            <p:ph type="body" sz="quarter" idx="17" hasCustomPrompt="1"/>
          </p:nvPr>
        </p:nvSpPr>
        <p:spPr>
          <a:xfrm>
            <a:off x="8500582" y="3604037"/>
            <a:ext cx="3391381" cy="308785"/>
          </a:xfrm>
        </p:spPr>
        <p:txBody>
          <a:bodyPr lIns="0" rIns="0" anchor="ctr">
            <a:noAutofit/>
          </a:bodyPr>
          <a:lstStyle>
            <a:lvl1pPr marL="0" indent="0">
              <a:buNone/>
              <a:defRPr sz="1800" b="1">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nl-NL" dirty="0"/>
              <a:t>Titel</a:t>
            </a:r>
          </a:p>
        </p:txBody>
      </p:sp>
      <p:sp>
        <p:nvSpPr>
          <p:cNvPr id="18" name="Tijdelijke aanduiding voor tekst 15">
            <a:extLst>
              <a:ext uri="{FF2B5EF4-FFF2-40B4-BE49-F238E27FC236}">
                <a16:creationId xmlns:a16="http://schemas.microsoft.com/office/drawing/2014/main" id="{A6D4F84C-3FA7-9394-9AAA-A500F44CE46A}"/>
              </a:ext>
            </a:extLst>
          </p:cNvPr>
          <p:cNvSpPr>
            <a:spLocks noGrp="1"/>
          </p:cNvSpPr>
          <p:nvPr>
            <p:ph type="body" sz="quarter" idx="18"/>
          </p:nvPr>
        </p:nvSpPr>
        <p:spPr>
          <a:xfrm>
            <a:off x="8500355" y="4112209"/>
            <a:ext cx="3391381" cy="2340979"/>
          </a:xfrm>
        </p:spPr>
        <p:txBody>
          <a:bodyPr lIns="0">
            <a:normAutofit/>
          </a:bodyPr>
          <a:lstStyle>
            <a:lvl1pPr marL="0" indent="0">
              <a:lnSpc>
                <a:spcPct val="95000"/>
              </a:lnSpc>
              <a:buNone/>
              <a:defRPr sz="1400">
                <a:solidFill>
                  <a:schemeClr val="tx2"/>
                </a:solidFill>
              </a:defRPr>
            </a:lvl1pPr>
            <a:lvl2pPr marL="457200" indent="0">
              <a:lnSpc>
                <a:spcPct val="95000"/>
              </a:lnSpc>
              <a:buNone/>
              <a:defRPr sz="1200">
                <a:solidFill>
                  <a:schemeClr val="tx2"/>
                </a:solidFill>
              </a:defRPr>
            </a:lvl2pPr>
            <a:lvl3pPr marL="914400" indent="0">
              <a:lnSpc>
                <a:spcPct val="95000"/>
              </a:lnSpc>
              <a:buNone/>
              <a:defRPr sz="1100">
                <a:solidFill>
                  <a:schemeClr val="tx2"/>
                </a:solidFill>
              </a:defRPr>
            </a:lvl3pPr>
            <a:lvl4pPr marL="1371600" indent="0">
              <a:lnSpc>
                <a:spcPct val="95000"/>
              </a:lnSpc>
              <a:buNone/>
              <a:defRPr sz="1050">
                <a:solidFill>
                  <a:schemeClr val="tx2"/>
                </a:solidFill>
              </a:defRPr>
            </a:lvl4pPr>
            <a:lvl5pPr marL="1828800" indent="0">
              <a:lnSpc>
                <a:spcPct val="95000"/>
              </a:lnSpc>
              <a:buNone/>
              <a:defRPr sz="105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19" name="Tijdelijke aanduiding voor tekst 8">
            <a:extLst>
              <a:ext uri="{FF2B5EF4-FFF2-40B4-BE49-F238E27FC236}">
                <a16:creationId xmlns:a16="http://schemas.microsoft.com/office/drawing/2014/main" id="{74A7EE85-3357-ABAF-D191-9DB06D4E2A43}"/>
              </a:ext>
            </a:extLst>
          </p:cNvPr>
          <p:cNvSpPr>
            <a:spLocks noGrp="1"/>
          </p:cNvSpPr>
          <p:nvPr>
            <p:ph type="body" sz="quarter" idx="19" hasCustomPrompt="1"/>
          </p:nvPr>
        </p:nvSpPr>
        <p:spPr>
          <a:xfrm>
            <a:off x="4400309" y="3614923"/>
            <a:ext cx="3391381" cy="308785"/>
          </a:xfrm>
        </p:spPr>
        <p:txBody>
          <a:bodyPr lIns="0" rIns="0" anchor="ctr">
            <a:noAutofit/>
          </a:bodyPr>
          <a:lstStyle>
            <a:lvl1pPr marL="0" indent="0">
              <a:buNone/>
              <a:defRPr sz="1800" b="1">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nl-NL" dirty="0"/>
              <a:t>Titel</a:t>
            </a:r>
          </a:p>
        </p:txBody>
      </p:sp>
      <p:sp>
        <p:nvSpPr>
          <p:cNvPr id="20" name="Tijdelijke aanduiding voor tekst 15">
            <a:extLst>
              <a:ext uri="{FF2B5EF4-FFF2-40B4-BE49-F238E27FC236}">
                <a16:creationId xmlns:a16="http://schemas.microsoft.com/office/drawing/2014/main" id="{A834E811-F800-B2BB-BC3E-B2936BEBBAF8}"/>
              </a:ext>
            </a:extLst>
          </p:cNvPr>
          <p:cNvSpPr>
            <a:spLocks noGrp="1"/>
          </p:cNvSpPr>
          <p:nvPr>
            <p:ph type="body" sz="quarter" idx="20"/>
          </p:nvPr>
        </p:nvSpPr>
        <p:spPr>
          <a:xfrm>
            <a:off x="4400309" y="4112209"/>
            <a:ext cx="3442995" cy="2340979"/>
          </a:xfrm>
        </p:spPr>
        <p:txBody>
          <a:bodyPr lIns="0">
            <a:normAutofit/>
          </a:bodyPr>
          <a:lstStyle>
            <a:lvl1pPr marL="0" indent="0">
              <a:lnSpc>
                <a:spcPct val="95000"/>
              </a:lnSpc>
              <a:buNone/>
              <a:defRPr sz="1400">
                <a:solidFill>
                  <a:schemeClr val="tx2"/>
                </a:solidFill>
              </a:defRPr>
            </a:lvl1pPr>
            <a:lvl2pPr marL="457200" indent="0">
              <a:lnSpc>
                <a:spcPct val="95000"/>
              </a:lnSpc>
              <a:buNone/>
              <a:defRPr sz="1200">
                <a:solidFill>
                  <a:schemeClr val="tx2"/>
                </a:solidFill>
              </a:defRPr>
            </a:lvl2pPr>
            <a:lvl3pPr marL="914400" indent="0">
              <a:lnSpc>
                <a:spcPct val="95000"/>
              </a:lnSpc>
              <a:buNone/>
              <a:defRPr sz="1100">
                <a:solidFill>
                  <a:schemeClr val="tx2"/>
                </a:solidFill>
              </a:defRPr>
            </a:lvl3pPr>
            <a:lvl4pPr marL="1371600" indent="0">
              <a:lnSpc>
                <a:spcPct val="95000"/>
              </a:lnSpc>
              <a:buNone/>
              <a:defRPr sz="1050">
                <a:solidFill>
                  <a:schemeClr val="tx2"/>
                </a:solidFill>
              </a:defRPr>
            </a:lvl4pPr>
            <a:lvl5pPr marL="1828800" indent="0">
              <a:lnSpc>
                <a:spcPct val="95000"/>
              </a:lnSpc>
              <a:buNone/>
              <a:defRPr sz="105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22" name="Tijdelijke aanduiding voor afbeelding 21">
            <a:extLst>
              <a:ext uri="{FF2B5EF4-FFF2-40B4-BE49-F238E27FC236}">
                <a16:creationId xmlns:a16="http://schemas.microsoft.com/office/drawing/2014/main" id="{1AAB14BD-6D7A-1F8E-0A43-628CE143A5B8}"/>
              </a:ext>
            </a:extLst>
          </p:cNvPr>
          <p:cNvSpPr>
            <a:spLocks noGrp="1"/>
          </p:cNvSpPr>
          <p:nvPr>
            <p:ph type="pic" sz="quarter" idx="21"/>
          </p:nvPr>
        </p:nvSpPr>
        <p:spPr>
          <a:xfrm>
            <a:off x="299270" y="1510538"/>
            <a:ext cx="3412305" cy="1918462"/>
          </a:xfrm>
          <a:solidFill>
            <a:schemeClr val="bg1">
              <a:lumMod val="95000"/>
            </a:schemeClr>
          </a:solidFill>
        </p:spPr>
        <p:txBody>
          <a:bodyPr>
            <a:normAutofit/>
          </a:bodyPr>
          <a:lstStyle>
            <a:lvl1pPr marL="0" indent="0" algn="ctr">
              <a:buNone/>
              <a:defRPr sz="1800">
                <a:solidFill>
                  <a:schemeClr val="tx2"/>
                </a:solidFill>
              </a:defRPr>
            </a:lvl1pPr>
          </a:lstStyle>
          <a:p>
            <a:r>
              <a:rPr lang="en-US"/>
              <a:t>Click icon to add picture</a:t>
            </a:r>
            <a:endParaRPr lang="nl-NL" dirty="0"/>
          </a:p>
        </p:txBody>
      </p:sp>
      <p:sp>
        <p:nvSpPr>
          <p:cNvPr id="23" name="Tijdelijke aanduiding voor afbeelding 21">
            <a:extLst>
              <a:ext uri="{FF2B5EF4-FFF2-40B4-BE49-F238E27FC236}">
                <a16:creationId xmlns:a16="http://schemas.microsoft.com/office/drawing/2014/main" id="{43A54D3D-7CE2-6CA6-6477-72263150EABD}"/>
              </a:ext>
            </a:extLst>
          </p:cNvPr>
          <p:cNvSpPr>
            <a:spLocks noGrp="1"/>
          </p:cNvSpPr>
          <p:nvPr>
            <p:ph type="pic" sz="quarter" idx="22"/>
          </p:nvPr>
        </p:nvSpPr>
        <p:spPr>
          <a:xfrm>
            <a:off x="4400563" y="1520824"/>
            <a:ext cx="3390900" cy="1896083"/>
          </a:xfrm>
          <a:solidFill>
            <a:schemeClr val="bg1">
              <a:lumMod val="95000"/>
            </a:schemeClr>
          </a:solidFill>
        </p:spPr>
        <p:txBody>
          <a:bodyPr>
            <a:normAutofit/>
          </a:bodyPr>
          <a:lstStyle>
            <a:lvl1pPr marL="0" indent="0" algn="ctr">
              <a:buNone/>
              <a:defRPr sz="1800">
                <a:solidFill>
                  <a:schemeClr val="tx2"/>
                </a:solidFill>
              </a:defRPr>
            </a:lvl1pPr>
          </a:lstStyle>
          <a:p>
            <a:r>
              <a:rPr lang="en-US"/>
              <a:t>Click icon to add picture</a:t>
            </a:r>
            <a:endParaRPr lang="nl-NL" dirty="0"/>
          </a:p>
        </p:txBody>
      </p:sp>
      <p:sp>
        <p:nvSpPr>
          <p:cNvPr id="24" name="Tijdelijke aanduiding voor afbeelding 21">
            <a:extLst>
              <a:ext uri="{FF2B5EF4-FFF2-40B4-BE49-F238E27FC236}">
                <a16:creationId xmlns:a16="http://schemas.microsoft.com/office/drawing/2014/main" id="{6BAB077A-65C4-42E8-210F-E56864579A38}"/>
              </a:ext>
            </a:extLst>
          </p:cNvPr>
          <p:cNvSpPr>
            <a:spLocks noGrp="1"/>
          </p:cNvSpPr>
          <p:nvPr>
            <p:ph type="pic" sz="quarter" idx="23"/>
          </p:nvPr>
        </p:nvSpPr>
        <p:spPr>
          <a:xfrm>
            <a:off x="8501063" y="1520825"/>
            <a:ext cx="3390900" cy="1908176"/>
          </a:xfrm>
          <a:solidFill>
            <a:schemeClr val="bg1">
              <a:lumMod val="95000"/>
            </a:schemeClr>
          </a:solidFill>
        </p:spPr>
        <p:txBody>
          <a:bodyPr>
            <a:normAutofit/>
          </a:bodyPr>
          <a:lstStyle>
            <a:lvl1pPr marL="0" indent="0" algn="ctr">
              <a:buNone/>
              <a:defRPr sz="1800">
                <a:solidFill>
                  <a:schemeClr val="tx2"/>
                </a:solidFill>
              </a:defRPr>
            </a:lvl1pPr>
          </a:lstStyle>
          <a:p>
            <a:r>
              <a:rPr lang="en-US"/>
              <a:t>Click icon to add picture</a:t>
            </a:r>
            <a:endParaRPr lang="nl-NL" dirty="0"/>
          </a:p>
        </p:txBody>
      </p:sp>
    </p:spTree>
    <p:extLst>
      <p:ext uri="{BB962C8B-B14F-4D97-AF65-F5344CB8AC3E}">
        <p14:creationId xmlns:p14="http://schemas.microsoft.com/office/powerpoint/2010/main" val="25429860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am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F6A9BEB-31D7-5990-1454-20C0B1CCBFA0}"/>
              </a:ext>
            </a:extLst>
          </p:cNvPr>
          <p:cNvSpPr>
            <a:spLocks noGrp="1"/>
          </p:cNvSpPr>
          <p:nvPr>
            <p:ph type="title"/>
          </p:nvPr>
        </p:nvSpPr>
        <p:spPr/>
        <p:txBody>
          <a:bodyPr/>
          <a:lstStyle/>
          <a:p>
            <a:r>
              <a:rPr lang="en-US"/>
              <a:t>Click to edit Master title style</a:t>
            </a:r>
            <a:endParaRPr lang="nl-NL"/>
          </a:p>
        </p:txBody>
      </p:sp>
      <p:sp>
        <p:nvSpPr>
          <p:cNvPr id="4" name="Tijdelijke aanduiding voor datum 3">
            <a:extLst>
              <a:ext uri="{FF2B5EF4-FFF2-40B4-BE49-F238E27FC236}">
                <a16:creationId xmlns:a16="http://schemas.microsoft.com/office/drawing/2014/main" id="{801B9DCB-6767-0FAB-4EEB-51B8FE43A627}"/>
              </a:ext>
            </a:extLst>
          </p:cNvPr>
          <p:cNvSpPr>
            <a:spLocks noGrp="1"/>
          </p:cNvSpPr>
          <p:nvPr>
            <p:ph type="dt" sz="half" idx="10"/>
          </p:nvPr>
        </p:nvSpPr>
        <p:spPr/>
        <p:txBody>
          <a:bodyPr/>
          <a:lstStyle/>
          <a:p>
            <a:fld id="{472D8C46-45ED-4977-8DF5-FEAAF18B775F}" type="datetime1">
              <a:rPr lang="nl-NL" smtClean="0"/>
              <a:t>17-11-2025</a:t>
            </a:fld>
            <a:endParaRPr lang="nl-NL"/>
          </a:p>
        </p:txBody>
      </p:sp>
      <p:sp>
        <p:nvSpPr>
          <p:cNvPr id="5" name="Tijdelijke aanduiding voor voettekst 4">
            <a:extLst>
              <a:ext uri="{FF2B5EF4-FFF2-40B4-BE49-F238E27FC236}">
                <a16:creationId xmlns:a16="http://schemas.microsoft.com/office/drawing/2014/main" id="{3217A91C-110C-441A-26CF-15C3C7771038}"/>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1616AD90-C02F-C9FA-46E8-39CDB2530495}"/>
              </a:ext>
            </a:extLst>
          </p:cNvPr>
          <p:cNvSpPr>
            <a:spLocks noGrp="1"/>
          </p:cNvSpPr>
          <p:nvPr>
            <p:ph type="sldNum" sz="quarter" idx="12"/>
          </p:nvPr>
        </p:nvSpPr>
        <p:spPr/>
        <p:txBody>
          <a:bodyPr/>
          <a:lstStyle/>
          <a:p>
            <a:fld id="{A648B885-FF76-47CB-8BBD-27E7EBF07CA9}" type="slidenum">
              <a:rPr lang="nl-NL" smtClean="0"/>
              <a:t>‹#›</a:t>
            </a:fld>
            <a:endParaRPr lang="nl-NL"/>
          </a:p>
        </p:txBody>
      </p:sp>
      <p:sp>
        <p:nvSpPr>
          <p:cNvPr id="7" name="Picture Placeholder 10">
            <a:extLst>
              <a:ext uri="{FF2B5EF4-FFF2-40B4-BE49-F238E27FC236}">
                <a16:creationId xmlns:a16="http://schemas.microsoft.com/office/drawing/2014/main" id="{34C0A1A6-72F3-0B92-4C73-E68902C2BD58}"/>
              </a:ext>
            </a:extLst>
          </p:cNvPr>
          <p:cNvSpPr>
            <a:spLocks noGrp="1"/>
          </p:cNvSpPr>
          <p:nvPr>
            <p:ph type="pic" sz="quarter" idx="13" hasCustomPrompt="1"/>
          </p:nvPr>
        </p:nvSpPr>
        <p:spPr>
          <a:xfrm>
            <a:off x="300039" y="1520826"/>
            <a:ext cx="1800000" cy="1800000"/>
          </a:xfrm>
          <a:prstGeom prst="rect">
            <a:avLst/>
          </a:prstGeom>
          <a:solidFill>
            <a:schemeClr val="bg1">
              <a:lumMod val="85000"/>
            </a:schemeClr>
          </a:solidFill>
        </p:spPr>
        <p:txBody>
          <a:bodyPr/>
          <a:lstStyle>
            <a:lvl1pPr marL="0" indent="0" algn="ctr">
              <a:buNone/>
              <a:defRPr sz="1600">
                <a:solidFill>
                  <a:schemeClr val="bg1">
                    <a:lumMod val="65000"/>
                  </a:schemeClr>
                </a:solidFill>
              </a:defRPr>
            </a:lvl1pPr>
          </a:lstStyle>
          <a:p>
            <a:r>
              <a:rPr lang="fr-FR" dirty="0"/>
              <a:t>	</a:t>
            </a:r>
          </a:p>
          <a:p>
            <a:endParaRPr lang="fr-FR" dirty="0"/>
          </a:p>
          <a:p>
            <a:endParaRPr lang="fr-FR" dirty="0"/>
          </a:p>
          <a:p>
            <a:r>
              <a:rPr lang="fr-FR" dirty="0" err="1"/>
              <a:t>Afbeelding</a:t>
            </a:r>
            <a:endParaRPr lang="fr-FR" dirty="0"/>
          </a:p>
        </p:txBody>
      </p:sp>
      <p:sp>
        <p:nvSpPr>
          <p:cNvPr id="9" name="Tijdelijke aanduiding voor tekst 3">
            <a:extLst>
              <a:ext uri="{FF2B5EF4-FFF2-40B4-BE49-F238E27FC236}">
                <a16:creationId xmlns:a16="http://schemas.microsoft.com/office/drawing/2014/main" id="{C819F858-9DE3-548D-8A0E-0F7AEABA908C}"/>
              </a:ext>
            </a:extLst>
          </p:cNvPr>
          <p:cNvSpPr>
            <a:spLocks noGrp="1"/>
          </p:cNvSpPr>
          <p:nvPr>
            <p:ph type="body" sz="quarter" idx="15"/>
          </p:nvPr>
        </p:nvSpPr>
        <p:spPr>
          <a:xfrm>
            <a:off x="2562224" y="1520824"/>
            <a:ext cx="3389313" cy="4932364"/>
          </a:xfrm>
        </p:spPr>
        <p:txBody>
          <a:bodyPr>
            <a:normAutofit/>
          </a:bodyPr>
          <a:lstStyle>
            <a:lvl1pPr marL="0" indent="0">
              <a:buNone/>
              <a:defRPr sz="1800"/>
            </a:lvl1pPr>
            <a:lvl2pPr marL="457200" indent="0">
              <a:buNone/>
              <a:defRPr sz="1800"/>
            </a:lvl2pPr>
            <a:lvl3pPr marL="914400" indent="0">
              <a:buNone/>
              <a:defRPr sz="1600"/>
            </a:lvl3pPr>
            <a:lvl4pPr marL="1371600" indent="0">
              <a:buNone/>
              <a:defRPr sz="1400"/>
            </a:lvl4pPr>
            <a:lvl5pPr marL="182880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11" name="Tijdelijke aanduiding voor tekst 5">
            <a:extLst>
              <a:ext uri="{FF2B5EF4-FFF2-40B4-BE49-F238E27FC236}">
                <a16:creationId xmlns:a16="http://schemas.microsoft.com/office/drawing/2014/main" id="{DBED99CA-91B8-1548-5F03-07EF089CEDE5}"/>
              </a:ext>
            </a:extLst>
          </p:cNvPr>
          <p:cNvSpPr>
            <a:spLocks noGrp="1"/>
          </p:cNvSpPr>
          <p:nvPr>
            <p:ph type="body" sz="quarter" idx="17" hasCustomPrompt="1"/>
          </p:nvPr>
        </p:nvSpPr>
        <p:spPr>
          <a:xfrm>
            <a:off x="300460" y="3616323"/>
            <a:ext cx="2036762" cy="669925"/>
          </a:xfrm>
        </p:spPr>
        <p:txBody>
          <a:bodyPr>
            <a:noAutofit/>
          </a:bodyPr>
          <a:lstStyle>
            <a:lvl1pPr marL="0" indent="0">
              <a:buNone/>
              <a:defRPr sz="1600" b="1">
                <a:solidFill>
                  <a:schemeClr val="tx2"/>
                </a:solidFill>
              </a:defRPr>
            </a:lvl1pPr>
            <a:lvl2pPr marL="358775" indent="0">
              <a:buNone/>
              <a:defRPr/>
            </a:lvl2pPr>
          </a:lstStyle>
          <a:p>
            <a:pPr lvl="0"/>
            <a:r>
              <a:rPr lang="nl-NL" dirty="0"/>
              <a:t>Voornaam Achternaam</a:t>
            </a:r>
          </a:p>
        </p:txBody>
      </p:sp>
      <p:sp>
        <p:nvSpPr>
          <p:cNvPr id="13" name="Picture Placeholder 10">
            <a:extLst>
              <a:ext uri="{FF2B5EF4-FFF2-40B4-BE49-F238E27FC236}">
                <a16:creationId xmlns:a16="http://schemas.microsoft.com/office/drawing/2014/main" id="{5781FE0B-A698-85E7-8C44-C9D6FF2CF35E}"/>
              </a:ext>
            </a:extLst>
          </p:cNvPr>
          <p:cNvSpPr>
            <a:spLocks noGrp="1"/>
          </p:cNvSpPr>
          <p:nvPr>
            <p:ph type="pic" sz="quarter" idx="18" hasCustomPrompt="1"/>
          </p:nvPr>
        </p:nvSpPr>
        <p:spPr>
          <a:xfrm>
            <a:off x="6240465" y="1520827"/>
            <a:ext cx="1800000" cy="1800000"/>
          </a:xfrm>
          <a:prstGeom prst="rect">
            <a:avLst/>
          </a:prstGeom>
          <a:solidFill>
            <a:schemeClr val="bg1">
              <a:lumMod val="85000"/>
            </a:schemeClr>
          </a:solidFill>
        </p:spPr>
        <p:txBody>
          <a:bodyPr/>
          <a:lstStyle>
            <a:lvl1pPr marL="0" indent="0" algn="ctr">
              <a:buNone/>
              <a:defRPr sz="1600">
                <a:solidFill>
                  <a:schemeClr val="bg1">
                    <a:lumMod val="65000"/>
                  </a:schemeClr>
                </a:solidFill>
              </a:defRPr>
            </a:lvl1pPr>
          </a:lstStyle>
          <a:p>
            <a:r>
              <a:rPr lang="fr-FR" dirty="0"/>
              <a:t>	</a:t>
            </a:r>
          </a:p>
          <a:p>
            <a:endParaRPr lang="fr-FR" dirty="0"/>
          </a:p>
          <a:p>
            <a:endParaRPr lang="fr-FR" dirty="0"/>
          </a:p>
          <a:p>
            <a:r>
              <a:rPr lang="fr-FR" dirty="0" err="1"/>
              <a:t>Afbeelding</a:t>
            </a:r>
            <a:endParaRPr lang="fr-FR" dirty="0"/>
          </a:p>
        </p:txBody>
      </p:sp>
      <p:sp>
        <p:nvSpPr>
          <p:cNvPr id="14" name="Tijdelijke aanduiding voor tekst 3">
            <a:extLst>
              <a:ext uri="{FF2B5EF4-FFF2-40B4-BE49-F238E27FC236}">
                <a16:creationId xmlns:a16="http://schemas.microsoft.com/office/drawing/2014/main" id="{2DB970C1-4D66-6D68-5008-5F90B69486D7}"/>
              </a:ext>
            </a:extLst>
          </p:cNvPr>
          <p:cNvSpPr>
            <a:spLocks noGrp="1"/>
          </p:cNvSpPr>
          <p:nvPr>
            <p:ph type="body" sz="quarter" idx="19"/>
          </p:nvPr>
        </p:nvSpPr>
        <p:spPr>
          <a:xfrm>
            <a:off x="8502650" y="1520825"/>
            <a:ext cx="3389313" cy="4932363"/>
          </a:xfrm>
        </p:spPr>
        <p:txBody>
          <a:bodyPr>
            <a:normAutofit/>
          </a:bodyPr>
          <a:lstStyle>
            <a:lvl1pPr marL="0" indent="0">
              <a:buNone/>
              <a:defRPr sz="1800"/>
            </a:lvl1pPr>
            <a:lvl2pPr marL="457200" indent="0">
              <a:buNone/>
              <a:defRPr sz="1800"/>
            </a:lvl2pPr>
            <a:lvl3pPr marL="914400" indent="0">
              <a:buNone/>
              <a:defRPr sz="1600"/>
            </a:lvl3pPr>
            <a:lvl4pPr marL="1371600" indent="0">
              <a:buNone/>
              <a:defRPr sz="1400"/>
            </a:lvl4pPr>
            <a:lvl5pPr marL="182880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15" name="Tijdelijke aanduiding voor tekst 5">
            <a:extLst>
              <a:ext uri="{FF2B5EF4-FFF2-40B4-BE49-F238E27FC236}">
                <a16:creationId xmlns:a16="http://schemas.microsoft.com/office/drawing/2014/main" id="{365D69B6-C0B9-262E-5A90-5383B291BB75}"/>
              </a:ext>
            </a:extLst>
          </p:cNvPr>
          <p:cNvSpPr>
            <a:spLocks noGrp="1"/>
          </p:cNvSpPr>
          <p:nvPr>
            <p:ph type="body" sz="quarter" idx="20" hasCustomPrompt="1"/>
          </p:nvPr>
        </p:nvSpPr>
        <p:spPr>
          <a:xfrm>
            <a:off x="6240886" y="3616324"/>
            <a:ext cx="2036762" cy="669925"/>
          </a:xfrm>
        </p:spPr>
        <p:txBody>
          <a:bodyPr>
            <a:noAutofit/>
          </a:bodyPr>
          <a:lstStyle>
            <a:lvl1pPr marL="0" indent="0">
              <a:buNone/>
              <a:defRPr sz="1600" b="1">
                <a:solidFill>
                  <a:schemeClr val="tx2"/>
                </a:solidFill>
              </a:defRPr>
            </a:lvl1pPr>
            <a:lvl2pPr marL="358775" indent="0">
              <a:buNone/>
              <a:defRPr/>
            </a:lvl2pPr>
          </a:lstStyle>
          <a:p>
            <a:pPr lvl="0"/>
            <a:r>
              <a:rPr lang="nl-NL" dirty="0"/>
              <a:t>Voornaam Achternaam</a:t>
            </a:r>
          </a:p>
        </p:txBody>
      </p:sp>
    </p:spTree>
    <p:extLst>
      <p:ext uri="{BB962C8B-B14F-4D97-AF65-F5344CB8AC3E}">
        <p14:creationId xmlns:p14="http://schemas.microsoft.com/office/powerpoint/2010/main" val="19375652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am van vi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F6A9BEB-31D7-5990-1454-20C0B1CCBFA0}"/>
              </a:ext>
            </a:extLst>
          </p:cNvPr>
          <p:cNvSpPr>
            <a:spLocks noGrp="1"/>
          </p:cNvSpPr>
          <p:nvPr>
            <p:ph type="title"/>
          </p:nvPr>
        </p:nvSpPr>
        <p:spPr/>
        <p:txBody>
          <a:bodyPr/>
          <a:lstStyle/>
          <a:p>
            <a:r>
              <a:rPr lang="en-US"/>
              <a:t>Click to edit Master title style</a:t>
            </a:r>
            <a:endParaRPr lang="nl-NL"/>
          </a:p>
        </p:txBody>
      </p:sp>
      <p:sp>
        <p:nvSpPr>
          <p:cNvPr id="4" name="Tijdelijke aanduiding voor datum 3">
            <a:extLst>
              <a:ext uri="{FF2B5EF4-FFF2-40B4-BE49-F238E27FC236}">
                <a16:creationId xmlns:a16="http://schemas.microsoft.com/office/drawing/2014/main" id="{801B9DCB-6767-0FAB-4EEB-51B8FE43A627}"/>
              </a:ext>
            </a:extLst>
          </p:cNvPr>
          <p:cNvSpPr>
            <a:spLocks noGrp="1"/>
          </p:cNvSpPr>
          <p:nvPr>
            <p:ph type="dt" sz="half" idx="10"/>
          </p:nvPr>
        </p:nvSpPr>
        <p:spPr/>
        <p:txBody>
          <a:bodyPr/>
          <a:lstStyle/>
          <a:p>
            <a:fld id="{472D8C46-45ED-4977-8DF5-FEAAF18B775F}" type="datetime1">
              <a:rPr lang="nl-NL" smtClean="0"/>
              <a:t>17-11-2025</a:t>
            </a:fld>
            <a:endParaRPr lang="nl-NL"/>
          </a:p>
        </p:txBody>
      </p:sp>
      <p:sp>
        <p:nvSpPr>
          <p:cNvPr id="5" name="Tijdelijke aanduiding voor voettekst 4">
            <a:extLst>
              <a:ext uri="{FF2B5EF4-FFF2-40B4-BE49-F238E27FC236}">
                <a16:creationId xmlns:a16="http://schemas.microsoft.com/office/drawing/2014/main" id="{3217A91C-110C-441A-26CF-15C3C7771038}"/>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1616AD90-C02F-C9FA-46E8-39CDB2530495}"/>
              </a:ext>
            </a:extLst>
          </p:cNvPr>
          <p:cNvSpPr>
            <a:spLocks noGrp="1"/>
          </p:cNvSpPr>
          <p:nvPr>
            <p:ph type="sldNum" sz="quarter" idx="12"/>
          </p:nvPr>
        </p:nvSpPr>
        <p:spPr/>
        <p:txBody>
          <a:bodyPr/>
          <a:lstStyle/>
          <a:p>
            <a:fld id="{A648B885-FF76-47CB-8BBD-27E7EBF07CA9}" type="slidenum">
              <a:rPr lang="nl-NL" smtClean="0"/>
              <a:t>‹#›</a:t>
            </a:fld>
            <a:endParaRPr lang="nl-NL"/>
          </a:p>
        </p:txBody>
      </p:sp>
      <p:sp>
        <p:nvSpPr>
          <p:cNvPr id="7" name="Picture Placeholder 10">
            <a:extLst>
              <a:ext uri="{FF2B5EF4-FFF2-40B4-BE49-F238E27FC236}">
                <a16:creationId xmlns:a16="http://schemas.microsoft.com/office/drawing/2014/main" id="{34C0A1A6-72F3-0B92-4C73-E68902C2BD58}"/>
              </a:ext>
            </a:extLst>
          </p:cNvPr>
          <p:cNvSpPr>
            <a:spLocks noGrp="1"/>
          </p:cNvSpPr>
          <p:nvPr>
            <p:ph type="pic" sz="quarter" idx="13" hasCustomPrompt="1"/>
          </p:nvPr>
        </p:nvSpPr>
        <p:spPr>
          <a:xfrm>
            <a:off x="300039" y="1520826"/>
            <a:ext cx="1800000" cy="1800000"/>
          </a:xfrm>
          <a:prstGeom prst="rect">
            <a:avLst/>
          </a:prstGeom>
          <a:solidFill>
            <a:schemeClr val="bg1">
              <a:lumMod val="85000"/>
            </a:schemeClr>
          </a:solidFill>
        </p:spPr>
        <p:txBody>
          <a:bodyPr/>
          <a:lstStyle>
            <a:lvl1pPr marL="0" indent="0" algn="ctr">
              <a:buNone/>
              <a:defRPr sz="1600">
                <a:solidFill>
                  <a:schemeClr val="bg1">
                    <a:lumMod val="65000"/>
                  </a:schemeClr>
                </a:solidFill>
              </a:defRPr>
            </a:lvl1pPr>
          </a:lstStyle>
          <a:p>
            <a:r>
              <a:rPr lang="fr-FR" dirty="0"/>
              <a:t>	</a:t>
            </a:r>
          </a:p>
          <a:p>
            <a:endParaRPr lang="fr-FR" dirty="0"/>
          </a:p>
          <a:p>
            <a:endParaRPr lang="fr-FR" dirty="0"/>
          </a:p>
          <a:p>
            <a:r>
              <a:rPr lang="fr-FR" dirty="0" err="1"/>
              <a:t>Afbeelding</a:t>
            </a:r>
            <a:endParaRPr lang="fr-FR" dirty="0"/>
          </a:p>
        </p:txBody>
      </p:sp>
      <p:sp>
        <p:nvSpPr>
          <p:cNvPr id="11" name="Tijdelijke aanduiding voor tekst 5">
            <a:extLst>
              <a:ext uri="{FF2B5EF4-FFF2-40B4-BE49-F238E27FC236}">
                <a16:creationId xmlns:a16="http://schemas.microsoft.com/office/drawing/2014/main" id="{DBED99CA-91B8-1548-5F03-07EF089CEDE5}"/>
              </a:ext>
            </a:extLst>
          </p:cNvPr>
          <p:cNvSpPr>
            <a:spLocks noGrp="1"/>
          </p:cNvSpPr>
          <p:nvPr>
            <p:ph type="body" sz="quarter" idx="17" hasCustomPrompt="1"/>
          </p:nvPr>
        </p:nvSpPr>
        <p:spPr>
          <a:xfrm>
            <a:off x="300459" y="3537176"/>
            <a:ext cx="2649569" cy="493036"/>
          </a:xfrm>
        </p:spPr>
        <p:txBody>
          <a:bodyPr>
            <a:noAutofit/>
          </a:bodyPr>
          <a:lstStyle>
            <a:lvl1pPr marL="0" indent="0">
              <a:buNone/>
              <a:defRPr sz="1600" b="1">
                <a:solidFill>
                  <a:schemeClr val="tx2"/>
                </a:solidFill>
              </a:defRPr>
            </a:lvl1pPr>
            <a:lvl2pPr marL="358775" indent="0">
              <a:buNone/>
              <a:defRPr/>
            </a:lvl2pPr>
          </a:lstStyle>
          <a:p>
            <a:pPr lvl="0"/>
            <a:r>
              <a:rPr lang="nl-NL" dirty="0"/>
              <a:t>Voornaam Achternaam</a:t>
            </a:r>
          </a:p>
        </p:txBody>
      </p:sp>
      <p:sp>
        <p:nvSpPr>
          <p:cNvPr id="13" name="Picture Placeholder 10">
            <a:extLst>
              <a:ext uri="{FF2B5EF4-FFF2-40B4-BE49-F238E27FC236}">
                <a16:creationId xmlns:a16="http://schemas.microsoft.com/office/drawing/2014/main" id="{5781FE0B-A698-85E7-8C44-C9D6FF2CF35E}"/>
              </a:ext>
            </a:extLst>
          </p:cNvPr>
          <p:cNvSpPr>
            <a:spLocks noGrp="1"/>
          </p:cNvSpPr>
          <p:nvPr>
            <p:ph type="pic" sz="quarter" idx="18" hasCustomPrompt="1"/>
          </p:nvPr>
        </p:nvSpPr>
        <p:spPr>
          <a:xfrm>
            <a:off x="6240465" y="1520827"/>
            <a:ext cx="1800000" cy="1800000"/>
          </a:xfrm>
          <a:prstGeom prst="rect">
            <a:avLst/>
          </a:prstGeom>
          <a:solidFill>
            <a:schemeClr val="bg1">
              <a:lumMod val="85000"/>
            </a:schemeClr>
          </a:solidFill>
        </p:spPr>
        <p:txBody>
          <a:bodyPr/>
          <a:lstStyle>
            <a:lvl1pPr marL="0" indent="0" algn="ctr">
              <a:buNone/>
              <a:defRPr sz="1600">
                <a:solidFill>
                  <a:schemeClr val="bg1">
                    <a:lumMod val="65000"/>
                  </a:schemeClr>
                </a:solidFill>
              </a:defRPr>
            </a:lvl1pPr>
          </a:lstStyle>
          <a:p>
            <a:r>
              <a:rPr lang="fr-FR" dirty="0"/>
              <a:t>	</a:t>
            </a:r>
          </a:p>
          <a:p>
            <a:endParaRPr lang="fr-FR" dirty="0"/>
          </a:p>
          <a:p>
            <a:endParaRPr lang="fr-FR" dirty="0"/>
          </a:p>
          <a:p>
            <a:r>
              <a:rPr lang="fr-FR" dirty="0" err="1"/>
              <a:t>Afbeelding</a:t>
            </a:r>
            <a:endParaRPr lang="fr-FR" dirty="0"/>
          </a:p>
        </p:txBody>
      </p:sp>
      <p:sp>
        <p:nvSpPr>
          <p:cNvPr id="15" name="Tijdelijke aanduiding voor tekst 5">
            <a:extLst>
              <a:ext uri="{FF2B5EF4-FFF2-40B4-BE49-F238E27FC236}">
                <a16:creationId xmlns:a16="http://schemas.microsoft.com/office/drawing/2014/main" id="{365D69B6-C0B9-262E-5A90-5383B291BB75}"/>
              </a:ext>
            </a:extLst>
          </p:cNvPr>
          <p:cNvSpPr>
            <a:spLocks noGrp="1"/>
          </p:cNvSpPr>
          <p:nvPr>
            <p:ph type="body" sz="quarter" idx="20" hasCustomPrompt="1"/>
          </p:nvPr>
        </p:nvSpPr>
        <p:spPr>
          <a:xfrm>
            <a:off x="6240885" y="3537177"/>
            <a:ext cx="2649569" cy="493036"/>
          </a:xfrm>
        </p:spPr>
        <p:txBody>
          <a:bodyPr>
            <a:noAutofit/>
          </a:bodyPr>
          <a:lstStyle>
            <a:lvl1pPr marL="0" indent="0">
              <a:buNone/>
              <a:defRPr sz="1600" b="1">
                <a:solidFill>
                  <a:schemeClr val="tx2"/>
                </a:solidFill>
              </a:defRPr>
            </a:lvl1pPr>
            <a:lvl2pPr marL="358775" indent="0">
              <a:buNone/>
              <a:defRPr/>
            </a:lvl2pPr>
          </a:lstStyle>
          <a:p>
            <a:pPr lvl="0"/>
            <a:r>
              <a:rPr lang="nl-NL" dirty="0"/>
              <a:t>Voornaam Achternaam</a:t>
            </a:r>
          </a:p>
        </p:txBody>
      </p:sp>
      <p:sp>
        <p:nvSpPr>
          <p:cNvPr id="12" name="Picture Placeholder 10">
            <a:extLst>
              <a:ext uri="{FF2B5EF4-FFF2-40B4-BE49-F238E27FC236}">
                <a16:creationId xmlns:a16="http://schemas.microsoft.com/office/drawing/2014/main" id="{555C4428-AE70-7C76-7E32-AF3B30C54399}"/>
              </a:ext>
            </a:extLst>
          </p:cNvPr>
          <p:cNvSpPr>
            <a:spLocks noGrp="1"/>
          </p:cNvSpPr>
          <p:nvPr>
            <p:ph type="pic" sz="quarter" idx="21" hasCustomPrompt="1"/>
          </p:nvPr>
        </p:nvSpPr>
        <p:spPr>
          <a:xfrm>
            <a:off x="3300338" y="1520824"/>
            <a:ext cx="1800000" cy="1800000"/>
          </a:xfrm>
          <a:prstGeom prst="rect">
            <a:avLst/>
          </a:prstGeom>
          <a:solidFill>
            <a:schemeClr val="bg1">
              <a:lumMod val="85000"/>
            </a:schemeClr>
          </a:solidFill>
        </p:spPr>
        <p:txBody>
          <a:bodyPr/>
          <a:lstStyle>
            <a:lvl1pPr marL="0" indent="0" algn="ctr">
              <a:buNone/>
              <a:defRPr sz="1600">
                <a:solidFill>
                  <a:schemeClr val="bg1">
                    <a:lumMod val="65000"/>
                  </a:schemeClr>
                </a:solidFill>
              </a:defRPr>
            </a:lvl1pPr>
          </a:lstStyle>
          <a:p>
            <a:r>
              <a:rPr lang="fr-FR" dirty="0"/>
              <a:t>	</a:t>
            </a:r>
          </a:p>
          <a:p>
            <a:endParaRPr lang="fr-FR" dirty="0"/>
          </a:p>
          <a:p>
            <a:endParaRPr lang="fr-FR" dirty="0"/>
          </a:p>
          <a:p>
            <a:r>
              <a:rPr lang="fr-FR" dirty="0" err="1"/>
              <a:t>Afbeelding</a:t>
            </a:r>
            <a:endParaRPr lang="fr-FR" dirty="0"/>
          </a:p>
        </p:txBody>
      </p:sp>
      <p:sp>
        <p:nvSpPr>
          <p:cNvPr id="16" name="Tijdelijke aanduiding voor tekst 5">
            <a:extLst>
              <a:ext uri="{FF2B5EF4-FFF2-40B4-BE49-F238E27FC236}">
                <a16:creationId xmlns:a16="http://schemas.microsoft.com/office/drawing/2014/main" id="{D42064C9-8132-541A-D245-134159C6D8D1}"/>
              </a:ext>
            </a:extLst>
          </p:cNvPr>
          <p:cNvSpPr>
            <a:spLocks noGrp="1"/>
          </p:cNvSpPr>
          <p:nvPr>
            <p:ph type="body" sz="quarter" idx="22" hasCustomPrompt="1"/>
          </p:nvPr>
        </p:nvSpPr>
        <p:spPr>
          <a:xfrm>
            <a:off x="3300758" y="3537174"/>
            <a:ext cx="2649569" cy="493036"/>
          </a:xfrm>
        </p:spPr>
        <p:txBody>
          <a:bodyPr>
            <a:noAutofit/>
          </a:bodyPr>
          <a:lstStyle>
            <a:lvl1pPr marL="0" indent="0">
              <a:buNone/>
              <a:defRPr sz="1600" b="1">
                <a:solidFill>
                  <a:schemeClr val="tx2"/>
                </a:solidFill>
              </a:defRPr>
            </a:lvl1pPr>
            <a:lvl2pPr marL="358775" indent="0">
              <a:buNone/>
              <a:defRPr/>
            </a:lvl2pPr>
          </a:lstStyle>
          <a:p>
            <a:pPr lvl="0"/>
            <a:r>
              <a:rPr lang="nl-NL" dirty="0"/>
              <a:t>Voornaam Achternaam</a:t>
            </a:r>
          </a:p>
        </p:txBody>
      </p:sp>
      <p:sp>
        <p:nvSpPr>
          <p:cNvPr id="17" name="Picture Placeholder 10">
            <a:extLst>
              <a:ext uri="{FF2B5EF4-FFF2-40B4-BE49-F238E27FC236}">
                <a16:creationId xmlns:a16="http://schemas.microsoft.com/office/drawing/2014/main" id="{D67C95A5-34B5-3F5B-8772-65F674F390F9}"/>
              </a:ext>
            </a:extLst>
          </p:cNvPr>
          <p:cNvSpPr>
            <a:spLocks noGrp="1"/>
          </p:cNvSpPr>
          <p:nvPr>
            <p:ph type="pic" sz="quarter" idx="23" hasCustomPrompt="1"/>
          </p:nvPr>
        </p:nvSpPr>
        <p:spPr>
          <a:xfrm>
            <a:off x="9180171" y="1520824"/>
            <a:ext cx="1800000" cy="1800000"/>
          </a:xfrm>
          <a:prstGeom prst="rect">
            <a:avLst/>
          </a:prstGeom>
          <a:solidFill>
            <a:schemeClr val="bg1">
              <a:lumMod val="85000"/>
            </a:schemeClr>
          </a:solidFill>
        </p:spPr>
        <p:txBody>
          <a:bodyPr/>
          <a:lstStyle>
            <a:lvl1pPr marL="0" indent="0" algn="ctr">
              <a:buNone/>
              <a:defRPr sz="1600">
                <a:solidFill>
                  <a:schemeClr val="bg1">
                    <a:lumMod val="65000"/>
                  </a:schemeClr>
                </a:solidFill>
              </a:defRPr>
            </a:lvl1pPr>
          </a:lstStyle>
          <a:p>
            <a:r>
              <a:rPr lang="fr-FR" dirty="0"/>
              <a:t>	</a:t>
            </a:r>
          </a:p>
          <a:p>
            <a:endParaRPr lang="fr-FR" dirty="0"/>
          </a:p>
          <a:p>
            <a:endParaRPr lang="fr-FR" dirty="0"/>
          </a:p>
          <a:p>
            <a:r>
              <a:rPr lang="fr-FR" dirty="0" err="1"/>
              <a:t>Afbeelding</a:t>
            </a:r>
            <a:endParaRPr lang="fr-FR" dirty="0"/>
          </a:p>
        </p:txBody>
      </p:sp>
      <p:sp>
        <p:nvSpPr>
          <p:cNvPr id="18" name="Tijdelijke aanduiding voor tekst 5">
            <a:extLst>
              <a:ext uri="{FF2B5EF4-FFF2-40B4-BE49-F238E27FC236}">
                <a16:creationId xmlns:a16="http://schemas.microsoft.com/office/drawing/2014/main" id="{9FA1F461-DD7A-654C-F840-2CF3817ACC93}"/>
              </a:ext>
            </a:extLst>
          </p:cNvPr>
          <p:cNvSpPr>
            <a:spLocks noGrp="1"/>
          </p:cNvSpPr>
          <p:nvPr>
            <p:ph type="body" sz="quarter" idx="24" hasCustomPrompt="1"/>
          </p:nvPr>
        </p:nvSpPr>
        <p:spPr>
          <a:xfrm>
            <a:off x="9180591" y="3537174"/>
            <a:ext cx="2649569" cy="493036"/>
          </a:xfrm>
        </p:spPr>
        <p:txBody>
          <a:bodyPr>
            <a:noAutofit/>
          </a:bodyPr>
          <a:lstStyle>
            <a:lvl1pPr marL="0" indent="0">
              <a:buNone/>
              <a:defRPr sz="1600" b="1">
                <a:solidFill>
                  <a:schemeClr val="tx2"/>
                </a:solidFill>
              </a:defRPr>
            </a:lvl1pPr>
            <a:lvl2pPr marL="358775" indent="0">
              <a:buNone/>
              <a:defRPr/>
            </a:lvl2pPr>
          </a:lstStyle>
          <a:p>
            <a:pPr lvl="0"/>
            <a:r>
              <a:rPr lang="nl-NL" dirty="0"/>
              <a:t>Voornaam Achternaam</a:t>
            </a:r>
          </a:p>
        </p:txBody>
      </p:sp>
      <p:sp>
        <p:nvSpPr>
          <p:cNvPr id="27" name="Tijdelijke aanduiding voor tekst 3">
            <a:extLst>
              <a:ext uri="{FF2B5EF4-FFF2-40B4-BE49-F238E27FC236}">
                <a16:creationId xmlns:a16="http://schemas.microsoft.com/office/drawing/2014/main" id="{7FD9F287-8C74-CCD2-B6D9-30A0651985CF}"/>
              </a:ext>
            </a:extLst>
          </p:cNvPr>
          <p:cNvSpPr>
            <a:spLocks noGrp="1"/>
          </p:cNvSpPr>
          <p:nvPr>
            <p:ph type="body" sz="quarter" idx="15"/>
          </p:nvPr>
        </p:nvSpPr>
        <p:spPr>
          <a:xfrm>
            <a:off x="300038" y="4109356"/>
            <a:ext cx="2649569" cy="2343832"/>
          </a:xfrm>
        </p:spPr>
        <p:txBody>
          <a:bodyPr>
            <a:normAutofit/>
          </a:bodyPr>
          <a:lstStyle>
            <a:lvl1pPr marL="0" indent="0">
              <a:buNone/>
              <a:defRPr sz="1600"/>
            </a:lvl1pPr>
            <a:lvl2pPr marL="457200" indent="0">
              <a:buNone/>
              <a:defRPr sz="1600"/>
            </a:lvl2pPr>
            <a:lvl3pPr marL="914400" indent="0">
              <a:buNone/>
              <a:defRPr sz="1400"/>
            </a:lvl3pPr>
            <a:lvl4pPr marL="1371600" indent="0">
              <a:buNone/>
              <a:defRPr sz="1200"/>
            </a:lvl4pPr>
            <a:lvl5pPr marL="1828800" inden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28" name="Tijdelijke aanduiding voor tekst 3">
            <a:extLst>
              <a:ext uri="{FF2B5EF4-FFF2-40B4-BE49-F238E27FC236}">
                <a16:creationId xmlns:a16="http://schemas.microsoft.com/office/drawing/2014/main" id="{668A4254-8DED-4F6B-ACDC-4442FC9D542C}"/>
              </a:ext>
            </a:extLst>
          </p:cNvPr>
          <p:cNvSpPr>
            <a:spLocks noGrp="1"/>
          </p:cNvSpPr>
          <p:nvPr>
            <p:ph type="body" sz="quarter" idx="25"/>
          </p:nvPr>
        </p:nvSpPr>
        <p:spPr>
          <a:xfrm>
            <a:off x="3301969" y="4112481"/>
            <a:ext cx="2649569" cy="2343832"/>
          </a:xfrm>
        </p:spPr>
        <p:txBody>
          <a:bodyPr>
            <a:normAutofit/>
          </a:bodyPr>
          <a:lstStyle>
            <a:lvl1pPr marL="0" indent="0">
              <a:buNone/>
              <a:defRPr sz="1600"/>
            </a:lvl1pPr>
            <a:lvl2pPr marL="457200" indent="0">
              <a:buNone/>
              <a:defRPr sz="1600"/>
            </a:lvl2pPr>
            <a:lvl3pPr marL="914400" indent="0">
              <a:buNone/>
              <a:defRPr sz="1400"/>
            </a:lvl3pPr>
            <a:lvl4pPr marL="1371600" indent="0">
              <a:buNone/>
              <a:defRPr sz="1200"/>
            </a:lvl4pPr>
            <a:lvl5pPr marL="1828800" inden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29" name="Tijdelijke aanduiding voor tekst 3">
            <a:extLst>
              <a:ext uri="{FF2B5EF4-FFF2-40B4-BE49-F238E27FC236}">
                <a16:creationId xmlns:a16="http://schemas.microsoft.com/office/drawing/2014/main" id="{6D5F1858-9EAA-1813-FA9A-8CEAD3E74378}"/>
              </a:ext>
            </a:extLst>
          </p:cNvPr>
          <p:cNvSpPr>
            <a:spLocks noGrp="1"/>
          </p:cNvSpPr>
          <p:nvPr>
            <p:ph type="body" sz="quarter" idx="26"/>
          </p:nvPr>
        </p:nvSpPr>
        <p:spPr>
          <a:xfrm>
            <a:off x="6240463" y="4109356"/>
            <a:ext cx="2649569" cy="2343832"/>
          </a:xfrm>
        </p:spPr>
        <p:txBody>
          <a:bodyPr>
            <a:normAutofit/>
          </a:bodyPr>
          <a:lstStyle>
            <a:lvl1pPr marL="0" indent="0">
              <a:buNone/>
              <a:defRPr sz="1600"/>
            </a:lvl1pPr>
            <a:lvl2pPr marL="457200" indent="0">
              <a:buNone/>
              <a:defRPr sz="1600"/>
            </a:lvl2pPr>
            <a:lvl3pPr marL="914400" indent="0">
              <a:buNone/>
              <a:defRPr sz="1400"/>
            </a:lvl3pPr>
            <a:lvl4pPr marL="1371600" indent="0">
              <a:buNone/>
              <a:defRPr sz="1200"/>
            </a:lvl4pPr>
            <a:lvl5pPr marL="1828800" inden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30" name="Tijdelijke aanduiding voor tekst 3">
            <a:extLst>
              <a:ext uri="{FF2B5EF4-FFF2-40B4-BE49-F238E27FC236}">
                <a16:creationId xmlns:a16="http://schemas.microsoft.com/office/drawing/2014/main" id="{51E7A658-3083-3474-E913-CDF1BC152F78}"/>
              </a:ext>
            </a:extLst>
          </p:cNvPr>
          <p:cNvSpPr>
            <a:spLocks noGrp="1"/>
          </p:cNvSpPr>
          <p:nvPr>
            <p:ph type="body" sz="quarter" idx="27"/>
          </p:nvPr>
        </p:nvSpPr>
        <p:spPr>
          <a:xfrm>
            <a:off x="9180591" y="4109356"/>
            <a:ext cx="2649569" cy="2343832"/>
          </a:xfrm>
        </p:spPr>
        <p:txBody>
          <a:bodyPr>
            <a:normAutofit/>
          </a:bodyPr>
          <a:lstStyle>
            <a:lvl1pPr marL="0" indent="0">
              <a:buNone/>
              <a:defRPr sz="1600"/>
            </a:lvl1pPr>
            <a:lvl2pPr marL="457200" indent="0">
              <a:buNone/>
              <a:defRPr sz="1600"/>
            </a:lvl2pPr>
            <a:lvl3pPr marL="914400" indent="0">
              <a:buNone/>
              <a:defRPr sz="1400"/>
            </a:lvl3pPr>
            <a:lvl4pPr marL="1371600" indent="0">
              <a:buNone/>
              <a:defRPr sz="1200"/>
            </a:lvl4pPr>
            <a:lvl5pPr marL="1828800" inden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Tree>
    <p:extLst>
      <p:ext uri="{BB962C8B-B14F-4D97-AF65-F5344CB8AC3E}">
        <p14:creationId xmlns:p14="http://schemas.microsoft.com/office/powerpoint/2010/main" val="29248669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am van ach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F6A9BEB-31D7-5990-1454-20C0B1CCBFA0}"/>
              </a:ext>
            </a:extLst>
          </p:cNvPr>
          <p:cNvSpPr>
            <a:spLocks noGrp="1"/>
          </p:cNvSpPr>
          <p:nvPr>
            <p:ph type="title"/>
          </p:nvPr>
        </p:nvSpPr>
        <p:spPr/>
        <p:txBody>
          <a:bodyPr/>
          <a:lstStyle/>
          <a:p>
            <a:r>
              <a:rPr lang="en-US"/>
              <a:t>Click to edit Master title style</a:t>
            </a:r>
            <a:endParaRPr lang="nl-NL"/>
          </a:p>
        </p:txBody>
      </p:sp>
      <p:sp>
        <p:nvSpPr>
          <p:cNvPr id="4" name="Tijdelijke aanduiding voor datum 3">
            <a:extLst>
              <a:ext uri="{FF2B5EF4-FFF2-40B4-BE49-F238E27FC236}">
                <a16:creationId xmlns:a16="http://schemas.microsoft.com/office/drawing/2014/main" id="{801B9DCB-6767-0FAB-4EEB-51B8FE43A627}"/>
              </a:ext>
            </a:extLst>
          </p:cNvPr>
          <p:cNvSpPr>
            <a:spLocks noGrp="1"/>
          </p:cNvSpPr>
          <p:nvPr>
            <p:ph type="dt" sz="half" idx="10"/>
          </p:nvPr>
        </p:nvSpPr>
        <p:spPr/>
        <p:txBody>
          <a:bodyPr/>
          <a:lstStyle/>
          <a:p>
            <a:fld id="{472D8C46-45ED-4977-8DF5-FEAAF18B775F}" type="datetime1">
              <a:rPr lang="nl-NL" smtClean="0"/>
              <a:t>17-11-2025</a:t>
            </a:fld>
            <a:endParaRPr lang="nl-NL"/>
          </a:p>
        </p:txBody>
      </p:sp>
      <p:sp>
        <p:nvSpPr>
          <p:cNvPr id="5" name="Tijdelijke aanduiding voor voettekst 4">
            <a:extLst>
              <a:ext uri="{FF2B5EF4-FFF2-40B4-BE49-F238E27FC236}">
                <a16:creationId xmlns:a16="http://schemas.microsoft.com/office/drawing/2014/main" id="{3217A91C-110C-441A-26CF-15C3C7771038}"/>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1616AD90-C02F-C9FA-46E8-39CDB2530495}"/>
              </a:ext>
            </a:extLst>
          </p:cNvPr>
          <p:cNvSpPr>
            <a:spLocks noGrp="1"/>
          </p:cNvSpPr>
          <p:nvPr>
            <p:ph type="sldNum" sz="quarter" idx="12"/>
          </p:nvPr>
        </p:nvSpPr>
        <p:spPr/>
        <p:txBody>
          <a:bodyPr/>
          <a:lstStyle/>
          <a:p>
            <a:fld id="{A648B885-FF76-47CB-8BBD-27E7EBF07CA9}" type="slidenum">
              <a:rPr lang="nl-NL" smtClean="0"/>
              <a:t>‹#›</a:t>
            </a:fld>
            <a:endParaRPr lang="nl-NL"/>
          </a:p>
        </p:txBody>
      </p:sp>
      <p:sp>
        <p:nvSpPr>
          <p:cNvPr id="7" name="Picture Placeholder 10">
            <a:extLst>
              <a:ext uri="{FF2B5EF4-FFF2-40B4-BE49-F238E27FC236}">
                <a16:creationId xmlns:a16="http://schemas.microsoft.com/office/drawing/2014/main" id="{34C0A1A6-72F3-0B92-4C73-E68902C2BD58}"/>
              </a:ext>
            </a:extLst>
          </p:cNvPr>
          <p:cNvSpPr>
            <a:spLocks noGrp="1"/>
          </p:cNvSpPr>
          <p:nvPr>
            <p:ph type="pic" sz="quarter" idx="13" hasCustomPrompt="1"/>
          </p:nvPr>
        </p:nvSpPr>
        <p:spPr>
          <a:xfrm>
            <a:off x="300039" y="1520826"/>
            <a:ext cx="1800000" cy="1800000"/>
          </a:xfrm>
          <a:prstGeom prst="rect">
            <a:avLst/>
          </a:prstGeom>
          <a:solidFill>
            <a:schemeClr val="bg1">
              <a:lumMod val="85000"/>
            </a:schemeClr>
          </a:solidFill>
        </p:spPr>
        <p:txBody>
          <a:bodyPr/>
          <a:lstStyle>
            <a:lvl1pPr marL="0" indent="0" algn="ctr">
              <a:buNone/>
              <a:defRPr sz="1600">
                <a:solidFill>
                  <a:schemeClr val="bg1">
                    <a:lumMod val="65000"/>
                  </a:schemeClr>
                </a:solidFill>
              </a:defRPr>
            </a:lvl1pPr>
          </a:lstStyle>
          <a:p>
            <a:r>
              <a:rPr lang="fr-FR" dirty="0"/>
              <a:t>	</a:t>
            </a:r>
          </a:p>
          <a:p>
            <a:endParaRPr lang="fr-FR" dirty="0"/>
          </a:p>
          <a:p>
            <a:endParaRPr lang="fr-FR" dirty="0"/>
          </a:p>
          <a:p>
            <a:r>
              <a:rPr lang="fr-FR" dirty="0" err="1"/>
              <a:t>Afbeelding</a:t>
            </a:r>
            <a:endParaRPr lang="fr-FR" dirty="0"/>
          </a:p>
        </p:txBody>
      </p:sp>
      <p:sp>
        <p:nvSpPr>
          <p:cNvPr id="11" name="Tijdelijke aanduiding voor tekst 5">
            <a:extLst>
              <a:ext uri="{FF2B5EF4-FFF2-40B4-BE49-F238E27FC236}">
                <a16:creationId xmlns:a16="http://schemas.microsoft.com/office/drawing/2014/main" id="{DBED99CA-91B8-1548-5F03-07EF089CEDE5}"/>
              </a:ext>
            </a:extLst>
          </p:cNvPr>
          <p:cNvSpPr>
            <a:spLocks noGrp="1"/>
          </p:cNvSpPr>
          <p:nvPr>
            <p:ph type="body" sz="quarter" idx="17" hasCustomPrompt="1"/>
          </p:nvPr>
        </p:nvSpPr>
        <p:spPr>
          <a:xfrm>
            <a:off x="300459" y="3448675"/>
            <a:ext cx="2225027" cy="493036"/>
          </a:xfrm>
        </p:spPr>
        <p:txBody>
          <a:bodyPr>
            <a:noAutofit/>
          </a:bodyPr>
          <a:lstStyle>
            <a:lvl1pPr marL="0" indent="0">
              <a:buNone/>
              <a:defRPr sz="1400" b="1">
                <a:solidFill>
                  <a:schemeClr val="tx2"/>
                </a:solidFill>
              </a:defRPr>
            </a:lvl1pPr>
            <a:lvl2pPr marL="358775" indent="0">
              <a:buNone/>
              <a:defRPr/>
            </a:lvl2pPr>
          </a:lstStyle>
          <a:p>
            <a:pPr lvl="0"/>
            <a:r>
              <a:rPr lang="nl-NL" dirty="0"/>
              <a:t>Voornaam Achternaam</a:t>
            </a:r>
          </a:p>
        </p:txBody>
      </p:sp>
      <p:sp>
        <p:nvSpPr>
          <p:cNvPr id="33" name="Picture Placeholder 10">
            <a:extLst>
              <a:ext uri="{FF2B5EF4-FFF2-40B4-BE49-F238E27FC236}">
                <a16:creationId xmlns:a16="http://schemas.microsoft.com/office/drawing/2014/main" id="{83EAE987-BC6E-98C9-FEF9-B8DA8676FABF}"/>
              </a:ext>
            </a:extLst>
          </p:cNvPr>
          <p:cNvSpPr>
            <a:spLocks noGrp="1"/>
          </p:cNvSpPr>
          <p:nvPr>
            <p:ph type="pic" sz="quarter" idx="25" hasCustomPrompt="1"/>
          </p:nvPr>
        </p:nvSpPr>
        <p:spPr>
          <a:xfrm>
            <a:off x="3300338" y="1520826"/>
            <a:ext cx="1800000" cy="1800000"/>
          </a:xfrm>
          <a:prstGeom prst="rect">
            <a:avLst/>
          </a:prstGeom>
          <a:solidFill>
            <a:schemeClr val="bg1">
              <a:lumMod val="85000"/>
            </a:schemeClr>
          </a:solidFill>
        </p:spPr>
        <p:txBody>
          <a:bodyPr/>
          <a:lstStyle>
            <a:lvl1pPr marL="0" indent="0" algn="ctr">
              <a:buNone/>
              <a:defRPr sz="1600">
                <a:solidFill>
                  <a:schemeClr val="bg1">
                    <a:lumMod val="65000"/>
                  </a:schemeClr>
                </a:solidFill>
              </a:defRPr>
            </a:lvl1pPr>
          </a:lstStyle>
          <a:p>
            <a:r>
              <a:rPr lang="fr-FR" dirty="0"/>
              <a:t>	</a:t>
            </a:r>
          </a:p>
          <a:p>
            <a:endParaRPr lang="fr-FR" dirty="0"/>
          </a:p>
          <a:p>
            <a:endParaRPr lang="fr-FR" dirty="0"/>
          </a:p>
          <a:p>
            <a:r>
              <a:rPr lang="fr-FR" dirty="0" err="1"/>
              <a:t>Afbeelding</a:t>
            </a:r>
            <a:endParaRPr lang="fr-FR" dirty="0"/>
          </a:p>
        </p:txBody>
      </p:sp>
      <p:sp>
        <p:nvSpPr>
          <p:cNvPr id="34" name="Tijdelijke aanduiding voor tekst 5">
            <a:extLst>
              <a:ext uri="{FF2B5EF4-FFF2-40B4-BE49-F238E27FC236}">
                <a16:creationId xmlns:a16="http://schemas.microsoft.com/office/drawing/2014/main" id="{8551C47D-E760-81DA-BB12-1478E64BABB3}"/>
              </a:ext>
            </a:extLst>
          </p:cNvPr>
          <p:cNvSpPr>
            <a:spLocks noGrp="1"/>
          </p:cNvSpPr>
          <p:nvPr>
            <p:ph type="body" sz="quarter" idx="26" hasCustomPrompt="1"/>
          </p:nvPr>
        </p:nvSpPr>
        <p:spPr>
          <a:xfrm>
            <a:off x="3300758" y="3448675"/>
            <a:ext cx="2225027" cy="493036"/>
          </a:xfrm>
        </p:spPr>
        <p:txBody>
          <a:bodyPr>
            <a:noAutofit/>
          </a:bodyPr>
          <a:lstStyle>
            <a:lvl1pPr marL="0" indent="0">
              <a:buNone/>
              <a:defRPr sz="1400" b="1">
                <a:solidFill>
                  <a:schemeClr val="tx2"/>
                </a:solidFill>
              </a:defRPr>
            </a:lvl1pPr>
            <a:lvl2pPr marL="358775" indent="0">
              <a:buNone/>
              <a:defRPr/>
            </a:lvl2pPr>
          </a:lstStyle>
          <a:p>
            <a:pPr lvl="0"/>
            <a:r>
              <a:rPr lang="nl-NL" dirty="0"/>
              <a:t>Voornaam Achternaam</a:t>
            </a:r>
          </a:p>
        </p:txBody>
      </p:sp>
      <p:sp>
        <p:nvSpPr>
          <p:cNvPr id="35" name="Picture Placeholder 10">
            <a:extLst>
              <a:ext uri="{FF2B5EF4-FFF2-40B4-BE49-F238E27FC236}">
                <a16:creationId xmlns:a16="http://schemas.microsoft.com/office/drawing/2014/main" id="{149D2ED7-BAF0-8CC7-E9A1-3715AF497467}"/>
              </a:ext>
            </a:extLst>
          </p:cNvPr>
          <p:cNvSpPr>
            <a:spLocks noGrp="1"/>
          </p:cNvSpPr>
          <p:nvPr>
            <p:ph type="pic" sz="quarter" idx="27" hasCustomPrompt="1"/>
          </p:nvPr>
        </p:nvSpPr>
        <p:spPr>
          <a:xfrm>
            <a:off x="299618" y="4190338"/>
            <a:ext cx="1800000" cy="1800000"/>
          </a:xfrm>
          <a:prstGeom prst="rect">
            <a:avLst/>
          </a:prstGeom>
          <a:solidFill>
            <a:schemeClr val="bg1">
              <a:lumMod val="85000"/>
            </a:schemeClr>
          </a:solidFill>
        </p:spPr>
        <p:txBody>
          <a:bodyPr/>
          <a:lstStyle>
            <a:lvl1pPr marL="0" indent="0" algn="ctr">
              <a:buNone/>
              <a:defRPr sz="1600">
                <a:solidFill>
                  <a:schemeClr val="bg1">
                    <a:lumMod val="65000"/>
                  </a:schemeClr>
                </a:solidFill>
              </a:defRPr>
            </a:lvl1pPr>
          </a:lstStyle>
          <a:p>
            <a:r>
              <a:rPr lang="fr-FR" dirty="0"/>
              <a:t>	</a:t>
            </a:r>
          </a:p>
          <a:p>
            <a:endParaRPr lang="fr-FR" dirty="0"/>
          </a:p>
          <a:p>
            <a:endParaRPr lang="fr-FR" dirty="0"/>
          </a:p>
          <a:p>
            <a:r>
              <a:rPr lang="fr-FR" dirty="0" err="1"/>
              <a:t>Afbeelding</a:t>
            </a:r>
            <a:endParaRPr lang="fr-FR" dirty="0"/>
          </a:p>
        </p:txBody>
      </p:sp>
      <p:sp>
        <p:nvSpPr>
          <p:cNvPr id="36" name="Tijdelijke aanduiding voor tekst 5">
            <a:extLst>
              <a:ext uri="{FF2B5EF4-FFF2-40B4-BE49-F238E27FC236}">
                <a16:creationId xmlns:a16="http://schemas.microsoft.com/office/drawing/2014/main" id="{2558DFFA-3F27-43D5-8CA0-4F3A0C5E7105}"/>
              </a:ext>
            </a:extLst>
          </p:cNvPr>
          <p:cNvSpPr>
            <a:spLocks noGrp="1"/>
          </p:cNvSpPr>
          <p:nvPr>
            <p:ph type="body" sz="quarter" idx="28" hasCustomPrompt="1"/>
          </p:nvPr>
        </p:nvSpPr>
        <p:spPr>
          <a:xfrm>
            <a:off x="300038" y="6126976"/>
            <a:ext cx="2225027" cy="335128"/>
          </a:xfrm>
        </p:spPr>
        <p:txBody>
          <a:bodyPr>
            <a:noAutofit/>
          </a:bodyPr>
          <a:lstStyle>
            <a:lvl1pPr marL="0" indent="0">
              <a:buNone/>
              <a:defRPr sz="1400" b="1">
                <a:solidFill>
                  <a:schemeClr val="tx2"/>
                </a:solidFill>
              </a:defRPr>
            </a:lvl1pPr>
            <a:lvl2pPr marL="358775" indent="0">
              <a:buNone/>
              <a:defRPr/>
            </a:lvl2pPr>
          </a:lstStyle>
          <a:p>
            <a:pPr lvl="0"/>
            <a:r>
              <a:rPr lang="nl-NL" dirty="0"/>
              <a:t>Voornaam Achternaam</a:t>
            </a:r>
          </a:p>
        </p:txBody>
      </p:sp>
      <p:sp>
        <p:nvSpPr>
          <p:cNvPr id="37" name="Picture Placeholder 10">
            <a:extLst>
              <a:ext uri="{FF2B5EF4-FFF2-40B4-BE49-F238E27FC236}">
                <a16:creationId xmlns:a16="http://schemas.microsoft.com/office/drawing/2014/main" id="{B293267C-B5A4-21D9-7809-72A130D12F57}"/>
              </a:ext>
            </a:extLst>
          </p:cNvPr>
          <p:cNvSpPr>
            <a:spLocks noGrp="1"/>
          </p:cNvSpPr>
          <p:nvPr>
            <p:ph type="pic" sz="quarter" idx="29" hasCustomPrompt="1"/>
          </p:nvPr>
        </p:nvSpPr>
        <p:spPr>
          <a:xfrm>
            <a:off x="3303378" y="4190338"/>
            <a:ext cx="1800000" cy="1800000"/>
          </a:xfrm>
          <a:prstGeom prst="rect">
            <a:avLst/>
          </a:prstGeom>
          <a:solidFill>
            <a:schemeClr val="bg1">
              <a:lumMod val="85000"/>
            </a:schemeClr>
          </a:solidFill>
        </p:spPr>
        <p:txBody>
          <a:bodyPr/>
          <a:lstStyle>
            <a:lvl1pPr marL="0" indent="0" algn="ctr">
              <a:buNone/>
              <a:defRPr sz="1600">
                <a:solidFill>
                  <a:schemeClr val="bg1">
                    <a:lumMod val="65000"/>
                  </a:schemeClr>
                </a:solidFill>
              </a:defRPr>
            </a:lvl1pPr>
          </a:lstStyle>
          <a:p>
            <a:r>
              <a:rPr lang="fr-FR" dirty="0"/>
              <a:t>	</a:t>
            </a:r>
          </a:p>
          <a:p>
            <a:endParaRPr lang="fr-FR" dirty="0"/>
          </a:p>
          <a:p>
            <a:endParaRPr lang="fr-FR" dirty="0"/>
          </a:p>
          <a:p>
            <a:r>
              <a:rPr lang="fr-FR" dirty="0" err="1"/>
              <a:t>Afbeelding</a:t>
            </a:r>
            <a:endParaRPr lang="fr-FR" dirty="0"/>
          </a:p>
        </p:txBody>
      </p:sp>
      <p:sp>
        <p:nvSpPr>
          <p:cNvPr id="38" name="Tijdelijke aanduiding voor tekst 5">
            <a:extLst>
              <a:ext uri="{FF2B5EF4-FFF2-40B4-BE49-F238E27FC236}">
                <a16:creationId xmlns:a16="http://schemas.microsoft.com/office/drawing/2014/main" id="{B403A794-923A-D330-5799-AF8BAA362413}"/>
              </a:ext>
            </a:extLst>
          </p:cNvPr>
          <p:cNvSpPr>
            <a:spLocks noGrp="1"/>
          </p:cNvSpPr>
          <p:nvPr>
            <p:ph type="body" sz="quarter" idx="30" hasCustomPrompt="1"/>
          </p:nvPr>
        </p:nvSpPr>
        <p:spPr>
          <a:xfrm>
            <a:off x="3303798" y="6126976"/>
            <a:ext cx="2225027" cy="335128"/>
          </a:xfrm>
        </p:spPr>
        <p:txBody>
          <a:bodyPr>
            <a:noAutofit/>
          </a:bodyPr>
          <a:lstStyle>
            <a:lvl1pPr marL="0" indent="0">
              <a:buNone/>
              <a:defRPr sz="1400" b="1">
                <a:solidFill>
                  <a:schemeClr val="tx2"/>
                </a:solidFill>
              </a:defRPr>
            </a:lvl1pPr>
            <a:lvl2pPr marL="358775" indent="0">
              <a:buNone/>
              <a:defRPr/>
            </a:lvl2pPr>
          </a:lstStyle>
          <a:p>
            <a:pPr lvl="0"/>
            <a:r>
              <a:rPr lang="nl-NL" dirty="0"/>
              <a:t>Voornaam Achternaam</a:t>
            </a:r>
          </a:p>
        </p:txBody>
      </p:sp>
      <p:sp>
        <p:nvSpPr>
          <p:cNvPr id="39" name="Picture Placeholder 10">
            <a:extLst>
              <a:ext uri="{FF2B5EF4-FFF2-40B4-BE49-F238E27FC236}">
                <a16:creationId xmlns:a16="http://schemas.microsoft.com/office/drawing/2014/main" id="{56874475-56F7-FB5A-C0AF-25C722E7893A}"/>
              </a:ext>
            </a:extLst>
          </p:cNvPr>
          <p:cNvSpPr>
            <a:spLocks noGrp="1"/>
          </p:cNvSpPr>
          <p:nvPr>
            <p:ph type="pic" sz="quarter" idx="31" hasCustomPrompt="1"/>
          </p:nvPr>
        </p:nvSpPr>
        <p:spPr>
          <a:xfrm>
            <a:off x="6240463" y="1520826"/>
            <a:ext cx="1800000" cy="1800000"/>
          </a:xfrm>
          <a:prstGeom prst="rect">
            <a:avLst/>
          </a:prstGeom>
          <a:solidFill>
            <a:schemeClr val="bg1">
              <a:lumMod val="85000"/>
            </a:schemeClr>
          </a:solidFill>
        </p:spPr>
        <p:txBody>
          <a:bodyPr/>
          <a:lstStyle>
            <a:lvl1pPr marL="0" indent="0" algn="ctr">
              <a:buNone/>
              <a:defRPr sz="1600">
                <a:solidFill>
                  <a:schemeClr val="bg1">
                    <a:lumMod val="65000"/>
                  </a:schemeClr>
                </a:solidFill>
              </a:defRPr>
            </a:lvl1pPr>
          </a:lstStyle>
          <a:p>
            <a:r>
              <a:rPr lang="fr-FR" dirty="0"/>
              <a:t>	</a:t>
            </a:r>
          </a:p>
          <a:p>
            <a:endParaRPr lang="fr-FR" dirty="0"/>
          </a:p>
          <a:p>
            <a:endParaRPr lang="fr-FR" dirty="0"/>
          </a:p>
          <a:p>
            <a:r>
              <a:rPr lang="fr-FR" dirty="0" err="1"/>
              <a:t>Afbeelding</a:t>
            </a:r>
            <a:endParaRPr lang="fr-FR" dirty="0"/>
          </a:p>
        </p:txBody>
      </p:sp>
      <p:sp>
        <p:nvSpPr>
          <p:cNvPr id="40" name="Tijdelijke aanduiding voor tekst 5">
            <a:extLst>
              <a:ext uri="{FF2B5EF4-FFF2-40B4-BE49-F238E27FC236}">
                <a16:creationId xmlns:a16="http://schemas.microsoft.com/office/drawing/2014/main" id="{37117F0A-E566-A297-35D1-C3C1C5D05454}"/>
              </a:ext>
            </a:extLst>
          </p:cNvPr>
          <p:cNvSpPr>
            <a:spLocks noGrp="1"/>
          </p:cNvSpPr>
          <p:nvPr>
            <p:ph type="body" sz="quarter" idx="32" hasCustomPrompt="1"/>
          </p:nvPr>
        </p:nvSpPr>
        <p:spPr>
          <a:xfrm>
            <a:off x="6240883" y="3448675"/>
            <a:ext cx="2225027" cy="493036"/>
          </a:xfrm>
        </p:spPr>
        <p:txBody>
          <a:bodyPr>
            <a:noAutofit/>
          </a:bodyPr>
          <a:lstStyle>
            <a:lvl1pPr marL="0" indent="0">
              <a:buNone/>
              <a:defRPr sz="1400" b="1">
                <a:solidFill>
                  <a:schemeClr val="tx2"/>
                </a:solidFill>
              </a:defRPr>
            </a:lvl1pPr>
            <a:lvl2pPr marL="358775" indent="0">
              <a:buNone/>
              <a:defRPr/>
            </a:lvl2pPr>
          </a:lstStyle>
          <a:p>
            <a:pPr lvl="0"/>
            <a:r>
              <a:rPr lang="nl-NL" dirty="0"/>
              <a:t>Voornaam Achternaam</a:t>
            </a:r>
          </a:p>
        </p:txBody>
      </p:sp>
      <p:sp>
        <p:nvSpPr>
          <p:cNvPr id="41" name="Picture Placeholder 10">
            <a:extLst>
              <a:ext uri="{FF2B5EF4-FFF2-40B4-BE49-F238E27FC236}">
                <a16:creationId xmlns:a16="http://schemas.microsoft.com/office/drawing/2014/main" id="{07AE13BF-43FA-681D-01F7-768C02D9C028}"/>
              </a:ext>
            </a:extLst>
          </p:cNvPr>
          <p:cNvSpPr>
            <a:spLocks noGrp="1"/>
          </p:cNvSpPr>
          <p:nvPr>
            <p:ph type="pic" sz="quarter" idx="33" hasCustomPrompt="1"/>
          </p:nvPr>
        </p:nvSpPr>
        <p:spPr>
          <a:xfrm>
            <a:off x="9240762" y="1520826"/>
            <a:ext cx="1800000" cy="1800000"/>
          </a:xfrm>
          <a:prstGeom prst="rect">
            <a:avLst/>
          </a:prstGeom>
          <a:solidFill>
            <a:schemeClr val="bg1">
              <a:lumMod val="85000"/>
            </a:schemeClr>
          </a:solidFill>
        </p:spPr>
        <p:txBody>
          <a:bodyPr/>
          <a:lstStyle>
            <a:lvl1pPr marL="0" indent="0" algn="ctr">
              <a:buNone/>
              <a:defRPr sz="1600">
                <a:solidFill>
                  <a:schemeClr val="bg1">
                    <a:lumMod val="65000"/>
                  </a:schemeClr>
                </a:solidFill>
              </a:defRPr>
            </a:lvl1pPr>
          </a:lstStyle>
          <a:p>
            <a:r>
              <a:rPr lang="fr-FR" dirty="0"/>
              <a:t>	</a:t>
            </a:r>
          </a:p>
          <a:p>
            <a:endParaRPr lang="fr-FR" dirty="0"/>
          </a:p>
          <a:p>
            <a:endParaRPr lang="fr-FR" dirty="0"/>
          </a:p>
          <a:p>
            <a:r>
              <a:rPr lang="fr-FR" dirty="0" err="1"/>
              <a:t>Afbeelding</a:t>
            </a:r>
            <a:endParaRPr lang="fr-FR" dirty="0"/>
          </a:p>
        </p:txBody>
      </p:sp>
      <p:sp>
        <p:nvSpPr>
          <p:cNvPr id="42" name="Tijdelijke aanduiding voor tekst 5">
            <a:extLst>
              <a:ext uri="{FF2B5EF4-FFF2-40B4-BE49-F238E27FC236}">
                <a16:creationId xmlns:a16="http://schemas.microsoft.com/office/drawing/2014/main" id="{815B6F31-CD4F-09CE-C149-B50518F65EF6}"/>
              </a:ext>
            </a:extLst>
          </p:cNvPr>
          <p:cNvSpPr>
            <a:spLocks noGrp="1"/>
          </p:cNvSpPr>
          <p:nvPr>
            <p:ph type="body" sz="quarter" idx="34" hasCustomPrompt="1"/>
          </p:nvPr>
        </p:nvSpPr>
        <p:spPr>
          <a:xfrm>
            <a:off x="9241182" y="3448675"/>
            <a:ext cx="2225027" cy="493036"/>
          </a:xfrm>
        </p:spPr>
        <p:txBody>
          <a:bodyPr>
            <a:noAutofit/>
          </a:bodyPr>
          <a:lstStyle>
            <a:lvl1pPr marL="0" indent="0">
              <a:buNone/>
              <a:defRPr sz="1400" b="1">
                <a:solidFill>
                  <a:schemeClr val="tx2"/>
                </a:solidFill>
              </a:defRPr>
            </a:lvl1pPr>
            <a:lvl2pPr marL="358775" indent="0">
              <a:buNone/>
              <a:defRPr/>
            </a:lvl2pPr>
          </a:lstStyle>
          <a:p>
            <a:pPr lvl="0"/>
            <a:r>
              <a:rPr lang="nl-NL" dirty="0"/>
              <a:t>Voornaam Achternaam</a:t>
            </a:r>
          </a:p>
        </p:txBody>
      </p:sp>
      <p:sp>
        <p:nvSpPr>
          <p:cNvPr id="43" name="Picture Placeholder 10">
            <a:extLst>
              <a:ext uri="{FF2B5EF4-FFF2-40B4-BE49-F238E27FC236}">
                <a16:creationId xmlns:a16="http://schemas.microsoft.com/office/drawing/2014/main" id="{F8BABAFA-4FBF-17BC-8BB3-D50B6AA20B4F}"/>
              </a:ext>
            </a:extLst>
          </p:cNvPr>
          <p:cNvSpPr>
            <a:spLocks noGrp="1"/>
          </p:cNvSpPr>
          <p:nvPr>
            <p:ph type="pic" sz="quarter" idx="35" hasCustomPrompt="1"/>
          </p:nvPr>
        </p:nvSpPr>
        <p:spPr>
          <a:xfrm>
            <a:off x="6240042" y="4190338"/>
            <a:ext cx="1800000" cy="1800000"/>
          </a:xfrm>
          <a:prstGeom prst="rect">
            <a:avLst/>
          </a:prstGeom>
          <a:solidFill>
            <a:schemeClr val="bg1">
              <a:lumMod val="85000"/>
            </a:schemeClr>
          </a:solidFill>
        </p:spPr>
        <p:txBody>
          <a:bodyPr/>
          <a:lstStyle>
            <a:lvl1pPr marL="0" indent="0" algn="ctr">
              <a:buNone/>
              <a:defRPr sz="1600">
                <a:solidFill>
                  <a:schemeClr val="bg1">
                    <a:lumMod val="65000"/>
                  </a:schemeClr>
                </a:solidFill>
              </a:defRPr>
            </a:lvl1pPr>
          </a:lstStyle>
          <a:p>
            <a:r>
              <a:rPr lang="fr-FR" dirty="0"/>
              <a:t>	</a:t>
            </a:r>
          </a:p>
          <a:p>
            <a:endParaRPr lang="fr-FR" dirty="0"/>
          </a:p>
          <a:p>
            <a:endParaRPr lang="fr-FR" dirty="0"/>
          </a:p>
          <a:p>
            <a:r>
              <a:rPr lang="fr-FR" dirty="0" err="1"/>
              <a:t>Afbeelding</a:t>
            </a:r>
            <a:endParaRPr lang="fr-FR" dirty="0"/>
          </a:p>
        </p:txBody>
      </p:sp>
      <p:sp>
        <p:nvSpPr>
          <p:cNvPr id="44" name="Tijdelijke aanduiding voor tekst 5">
            <a:extLst>
              <a:ext uri="{FF2B5EF4-FFF2-40B4-BE49-F238E27FC236}">
                <a16:creationId xmlns:a16="http://schemas.microsoft.com/office/drawing/2014/main" id="{870F16BA-AC18-241C-91ED-DEF1CB576767}"/>
              </a:ext>
            </a:extLst>
          </p:cNvPr>
          <p:cNvSpPr>
            <a:spLocks noGrp="1"/>
          </p:cNvSpPr>
          <p:nvPr>
            <p:ph type="body" sz="quarter" idx="36" hasCustomPrompt="1"/>
          </p:nvPr>
        </p:nvSpPr>
        <p:spPr>
          <a:xfrm>
            <a:off x="6240462" y="6126976"/>
            <a:ext cx="2225027" cy="335128"/>
          </a:xfrm>
        </p:spPr>
        <p:txBody>
          <a:bodyPr>
            <a:noAutofit/>
          </a:bodyPr>
          <a:lstStyle>
            <a:lvl1pPr marL="0" indent="0">
              <a:buNone/>
              <a:defRPr sz="1400" b="1">
                <a:solidFill>
                  <a:schemeClr val="tx2"/>
                </a:solidFill>
              </a:defRPr>
            </a:lvl1pPr>
            <a:lvl2pPr marL="358775" indent="0">
              <a:buNone/>
              <a:defRPr/>
            </a:lvl2pPr>
          </a:lstStyle>
          <a:p>
            <a:pPr lvl="0"/>
            <a:r>
              <a:rPr lang="nl-NL" dirty="0"/>
              <a:t>Voornaam Achternaam</a:t>
            </a:r>
          </a:p>
        </p:txBody>
      </p:sp>
      <p:sp>
        <p:nvSpPr>
          <p:cNvPr id="45" name="Picture Placeholder 10">
            <a:extLst>
              <a:ext uri="{FF2B5EF4-FFF2-40B4-BE49-F238E27FC236}">
                <a16:creationId xmlns:a16="http://schemas.microsoft.com/office/drawing/2014/main" id="{6550A89B-C5E7-B3C5-170E-5A0E0A422A74}"/>
              </a:ext>
            </a:extLst>
          </p:cNvPr>
          <p:cNvSpPr>
            <a:spLocks noGrp="1"/>
          </p:cNvSpPr>
          <p:nvPr>
            <p:ph type="pic" sz="quarter" idx="37" hasCustomPrompt="1"/>
          </p:nvPr>
        </p:nvSpPr>
        <p:spPr>
          <a:xfrm>
            <a:off x="9243802" y="4190338"/>
            <a:ext cx="1800000" cy="1800000"/>
          </a:xfrm>
          <a:prstGeom prst="rect">
            <a:avLst/>
          </a:prstGeom>
          <a:solidFill>
            <a:schemeClr val="bg1">
              <a:lumMod val="85000"/>
            </a:schemeClr>
          </a:solidFill>
        </p:spPr>
        <p:txBody>
          <a:bodyPr/>
          <a:lstStyle>
            <a:lvl1pPr marL="0" indent="0" algn="ctr">
              <a:buNone/>
              <a:defRPr sz="1600">
                <a:solidFill>
                  <a:schemeClr val="bg1">
                    <a:lumMod val="65000"/>
                  </a:schemeClr>
                </a:solidFill>
              </a:defRPr>
            </a:lvl1pPr>
          </a:lstStyle>
          <a:p>
            <a:r>
              <a:rPr lang="fr-FR" dirty="0"/>
              <a:t>	</a:t>
            </a:r>
          </a:p>
          <a:p>
            <a:endParaRPr lang="fr-FR" dirty="0"/>
          </a:p>
          <a:p>
            <a:endParaRPr lang="fr-FR" dirty="0"/>
          </a:p>
          <a:p>
            <a:r>
              <a:rPr lang="fr-FR" dirty="0" err="1"/>
              <a:t>Afbeelding</a:t>
            </a:r>
            <a:endParaRPr lang="fr-FR" dirty="0"/>
          </a:p>
        </p:txBody>
      </p:sp>
      <p:sp>
        <p:nvSpPr>
          <p:cNvPr id="46" name="Tijdelijke aanduiding voor tekst 5">
            <a:extLst>
              <a:ext uri="{FF2B5EF4-FFF2-40B4-BE49-F238E27FC236}">
                <a16:creationId xmlns:a16="http://schemas.microsoft.com/office/drawing/2014/main" id="{49252DAA-7954-9B97-9302-448203C9CFCD}"/>
              </a:ext>
            </a:extLst>
          </p:cNvPr>
          <p:cNvSpPr>
            <a:spLocks noGrp="1"/>
          </p:cNvSpPr>
          <p:nvPr>
            <p:ph type="body" sz="quarter" idx="38" hasCustomPrompt="1"/>
          </p:nvPr>
        </p:nvSpPr>
        <p:spPr>
          <a:xfrm>
            <a:off x="9244222" y="6126976"/>
            <a:ext cx="2225027" cy="335128"/>
          </a:xfrm>
        </p:spPr>
        <p:txBody>
          <a:bodyPr>
            <a:noAutofit/>
          </a:bodyPr>
          <a:lstStyle>
            <a:lvl1pPr marL="0" indent="0">
              <a:buNone/>
              <a:defRPr sz="1400" b="1">
                <a:solidFill>
                  <a:schemeClr val="tx2"/>
                </a:solidFill>
              </a:defRPr>
            </a:lvl1pPr>
            <a:lvl2pPr marL="358775" indent="0">
              <a:buNone/>
              <a:defRPr/>
            </a:lvl2pPr>
          </a:lstStyle>
          <a:p>
            <a:pPr lvl="0"/>
            <a:r>
              <a:rPr lang="nl-NL" dirty="0"/>
              <a:t>Voornaam Achternaam</a:t>
            </a:r>
          </a:p>
        </p:txBody>
      </p:sp>
    </p:spTree>
    <p:extLst>
      <p:ext uri="{BB962C8B-B14F-4D97-AF65-F5344CB8AC3E}">
        <p14:creationId xmlns:p14="http://schemas.microsoft.com/office/powerpoint/2010/main" val="42875823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ntainer 13">
    <p:spTree>
      <p:nvGrpSpPr>
        <p:cNvPr id="1" name=""/>
        <p:cNvGrpSpPr/>
        <p:nvPr/>
      </p:nvGrpSpPr>
      <p:grpSpPr>
        <a:xfrm>
          <a:off x="0" y="0"/>
          <a:ext cx="0" cy="0"/>
          <a:chOff x="0" y="0"/>
          <a:chExt cx="0" cy="0"/>
        </a:xfrm>
      </p:grpSpPr>
      <p:sp>
        <p:nvSpPr>
          <p:cNvPr id="4" name="Picture Placeholder 10">
            <a:extLst>
              <a:ext uri="{FF2B5EF4-FFF2-40B4-BE49-F238E27FC236}">
                <a16:creationId xmlns:a16="http://schemas.microsoft.com/office/drawing/2014/main" id="{FEDBDA94-24D5-41E5-9379-523B7141822B}"/>
              </a:ext>
            </a:extLst>
          </p:cNvPr>
          <p:cNvSpPr>
            <a:spLocks noGrp="1"/>
          </p:cNvSpPr>
          <p:nvPr>
            <p:ph type="pic" sz="quarter" idx="10" hasCustomPrompt="1"/>
          </p:nvPr>
        </p:nvSpPr>
        <p:spPr>
          <a:xfrm>
            <a:off x="-1" y="0"/>
            <a:ext cx="12192001" cy="6857999"/>
          </a:xfrm>
          <a:prstGeom prst="rect">
            <a:avLst/>
          </a:prstGeom>
          <a:solidFill>
            <a:schemeClr val="bg1">
              <a:lumMod val="95000"/>
            </a:schemeClr>
          </a:solidFill>
        </p:spPr>
        <p:txBody>
          <a:bodyPr tIns="180000"/>
          <a:lstStyle>
            <a:lvl1pPr>
              <a:defRPr lang="fr-FR" sz="1800" dirty="0">
                <a:solidFill>
                  <a:schemeClr val="bg1">
                    <a:lumMod val="75000"/>
                  </a:schemeClr>
                </a:solidFill>
                <a:latin typeface="+mj-lt"/>
              </a:defRPr>
            </a:lvl1pPr>
          </a:lstStyle>
          <a:p>
            <a:pPr marL="0" lvl="0" indent="0" algn="ctr">
              <a:buNone/>
            </a:pPr>
            <a:r>
              <a:rPr lang="fr-FR" dirty="0"/>
              <a:t>	</a:t>
            </a:r>
          </a:p>
          <a:p>
            <a:pPr marL="0" lvl="0" indent="0" algn="ctr">
              <a:buNone/>
            </a:pPr>
            <a:endParaRPr lang="fr-FR" dirty="0"/>
          </a:p>
          <a:p>
            <a:pPr marL="0" lvl="0" indent="0" algn="ctr">
              <a:buNone/>
            </a:pPr>
            <a:r>
              <a:rPr lang="fr-FR" dirty="0" err="1"/>
              <a:t>Afbeelding</a:t>
            </a:r>
            <a:endParaRPr lang="fr-FR" dirty="0"/>
          </a:p>
        </p:txBody>
      </p:sp>
    </p:spTree>
    <p:extLst>
      <p:ext uri="{BB962C8B-B14F-4D97-AF65-F5344CB8AC3E}">
        <p14:creationId xmlns:p14="http://schemas.microsoft.com/office/powerpoint/2010/main" val="15639860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Pictures - 6 Collage">
    <p:bg>
      <p:bgPr>
        <a:solidFill>
          <a:srgbClr val="F7F7F7"/>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0" y="0"/>
            <a:ext cx="4064400" cy="3429000"/>
          </a:xfrm>
          <a:prstGeom prst="rect">
            <a:avLst/>
          </a:prstGeom>
          <a:solidFill>
            <a:schemeClr val="bg1">
              <a:lumMod val="95000"/>
            </a:schemeClr>
          </a:solidFill>
        </p:spPr>
        <p:txBody>
          <a:bodyPr tIns="468000"/>
          <a:lstStyle>
            <a:lvl1pPr>
              <a:defRPr lang="fr-FR" sz="1800" dirty="0">
                <a:solidFill>
                  <a:schemeClr val="bg1">
                    <a:lumMod val="75000"/>
                  </a:schemeClr>
                </a:solidFill>
                <a:latin typeface="+mj-lt"/>
              </a:defRPr>
            </a:lvl1pPr>
          </a:lstStyle>
          <a:p>
            <a:pPr marL="0" lvl="0" indent="0" algn="ctr">
              <a:buNone/>
            </a:pPr>
            <a:r>
              <a:rPr lang="fr-FR" dirty="0" err="1"/>
              <a:t>Afbeelding</a:t>
            </a:r>
            <a:endParaRPr lang="fr-FR" dirty="0"/>
          </a:p>
        </p:txBody>
      </p:sp>
      <p:sp>
        <p:nvSpPr>
          <p:cNvPr id="16" name="Picture Placeholder 3"/>
          <p:cNvSpPr>
            <a:spLocks noGrp="1"/>
          </p:cNvSpPr>
          <p:nvPr>
            <p:ph type="pic" sz="quarter" idx="11" hasCustomPrompt="1"/>
          </p:nvPr>
        </p:nvSpPr>
        <p:spPr>
          <a:xfrm>
            <a:off x="4064000" y="0"/>
            <a:ext cx="4064400" cy="3429000"/>
          </a:xfrm>
          <a:prstGeom prst="rect">
            <a:avLst/>
          </a:prstGeom>
          <a:solidFill>
            <a:schemeClr val="bg1">
              <a:lumMod val="95000"/>
            </a:schemeClr>
          </a:solidFill>
        </p:spPr>
        <p:txBody>
          <a:bodyPr tIns="468000"/>
          <a:lstStyle>
            <a:lvl1pPr>
              <a:defRPr lang="fr-FR" sz="1800" dirty="0">
                <a:solidFill>
                  <a:schemeClr val="bg1">
                    <a:lumMod val="75000"/>
                  </a:schemeClr>
                </a:solidFill>
                <a:latin typeface="+mj-lt"/>
              </a:defRPr>
            </a:lvl1pPr>
          </a:lstStyle>
          <a:p>
            <a:pPr marL="0" lvl="0" indent="0" algn="ctr">
              <a:buNone/>
            </a:pPr>
            <a:r>
              <a:rPr lang="fr-FR" dirty="0" err="1"/>
              <a:t>Afbeelding</a:t>
            </a:r>
            <a:endParaRPr lang="fr-FR" dirty="0"/>
          </a:p>
        </p:txBody>
      </p:sp>
      <p:sp>
        <p:nvSpPr>
          <p:cNvPr id="17" name="Picture Placeholder 3"/>
          <p:cNvSpPr>
            <a:spLocks noGrp="1"/>
          </p:cNvSpPr>
          <p:nvPr>
            <p:ph type="pic" sz="quarter" idx="12" hasCustomPrompt="1"/>
          </p:nvPr>
        </p:nvSpPr>
        <p:spPr>
          <a:xfrm>
            <a:off x="8128000" y="0"/>
            <a:ext cx="4064400" cy="3429000"/>
          </a:xfrm>
          <a:prstGeom prst="rect">
            <a:avLst/>
          </a:prstGeom>
          <a:solidFill>
            <a:schemeClr val="bg1">
              <a:lumMod val="95000"/>
            </a:schemeClr>
          </a:solidFill>
        </p:spPr>
        <p:txBody>
          <a:bodyPr tIns="468000"/>
          <a:lstStyle>
            <a:lvl1pPr>
              <a:defRPr lang="fr-FR" sz="1800" dirty="0">
                <a:solidFill>
                  <a:schemeClr val="bg1">
                    <a:lumMod val="75000"/>
                  </a:schemeClr>
                </a:solidFill>
                <a:latin typeface="+mj-lt"/>
              </a:defRPr>
            </a:lvl1pPr>
          </a:lstStyle>
          <a:p>
            <a:pPr marL="0" lvl="0" indent="0" algn="ctr">
              <a:buNone/>
            </a:pPr>
            <a:r>
              <a:rPr lang="fr-FR" dirty="0" err="1"/>
              <a:t>Afbeelding</a:t>
            </a:r>
            <a:endParaRPr lang="fr-FR" dirty="0"/>
          </a:p>
        </p:txBody>
      </p:sp>
      <p:sp>
        <p:nvSpPr>
          <p:cNvPr id="18" name="Picture Placeholder 3"/>
          <p:cNvSpPr>
            <a:spLocks noGrp="1"/>
          </p:cNvSpPr>
          <p:nvPr>
            <p:ph type="pic" sz="quarter" idx="13" hasCustomPrompt="1"/>
          </p:nvPr>
        </p:nvSpPr>
        <p:spPr>
          <a:xfrm>
            <a:off x="8128000" y="3429000"/>
            <a:ext cx="4064400" cy="3429000"/>
          </a:xfrm>
          <a:prstGeom prst="rect">
            <a:avLst/>
          </a:prstGeom>
          <a:solidFill>
            <a:schemeClr val="bg1">
              <a:lumMod val="95000"/>
            </a:schemeClr>
          </a:solidFill>
        </p:spPr>
        <p:txBody>
          <a:bodyPr tIns="468000"/>
          <a:lstStyle>
            <a:lvl1pPr>
              <a:defRPr lang="fr-FR" sz="1800" dirty="0">
                <a:solidFill>
                  <a:schemeClr val="bg1">
                    <a:lumMod val="75000"/>
                  </a:schemeClr>
                </a:solidFill>
                <a:latin typeface="+mj-lt"/>
              </a:defRPr>
            </a:lvl1pPr>
          </a:lstStyle>
          <a:p>
            <a:pPr marL="0" lvl="0" indent="0" algn="ctr">
              <a:buNone/>
            </a:pPr>
            <a:r>
              <a:rPr lang="fr-FR" dirty="0" err="1"/>
              <a:t>Afbeelding</a:t>
            </a:r>
            <a:endParaRPr lang="fr-FR" dirty="0"/>
          </a:p>
        </p:txBody>
      </p:sp>
      <p:sp>
        <p:nvSpPr>
          <p:cNvPr id="19" name="Picture Placeholder 3"/>
          <p:cNvSpPr>
            <a:spLocks noGrp="1"/>
          </p:cNvSpPr>
          <p:nvPr>
            <p:ph type="pic" sz="quarter" idx="14" hasCustomPrompt="1"/>
          </p:nvPr>
        </p:nvSpPr>
        <p:spPr>
          <a:xfrm>
            <a:off x="4064000" y="3429000"/>
            <a:ext cx="4064400" cy="3429000"/>
          </a:xfrm>
          <a:prstGeom prst="rect">
            <a:avLst/>
          </a:prstGeom>
          <a:solidFill>
            <a:schemeClr val="bg1">
              <a:lumMod val="95000"/>
            </a:schemeClr>
          </a:solidFill>
        </p:spPr>
        <p:txBody>
          <a:bodyPr tIns="468000"/>
          <a:lstStyle>
            <a:lvl1pPr>
              <a:defRPr lang="fr-FR" sz="1800" dirty="0">
                <a:solidFill>
                  <a:schemeClr val="bg1">
                    <a:lumMod val="75000"/>
                  </a:schemeClr>
                </a:solidFill>
                <a:latin typeface="+mj-lt"/>
              </a:defRPr>
            </a:lvl1pPr>
          </a:lstStyle>
          <a:p>
            <a:pPr marL="0" lvl="0" indent="0" algn="ctr">
              <a:buNone/>
            </a:pPr>
            <a:r>
              <a:rPr lang="fr-FR" dirty="0" err="1"/>
              <a:t>Afbeelding</a:t>
            </a:r>
            <a:endParaRPr lang="fr-FR" dirty="0"/>
          </a:p>
        </p:txBody>
      </p:sp>
      <p:sp>
        <p:nvSpPr>
          <p:cNvPr id="20" name="Picture Placeholder 3"/>
          <p:cNvSpPr>
            <a:spLocks noGrp="1"/>
          </p:cNvSpPr>
          <p:nvPr>
            <p:ph type="pic" sz="quarter" idx="15" hasCustomPrompt="1"/>
          </p:nvPr>
        </p:nvSpPr>
        <p:spPr>
          <a:xfrm>
            <a:off x="0" y="3429000"/>
            <a:ext cx="4064400" cy="3429000"/>
          </a:xfrm>
          <a:prstGeom prst="rect">
            <a:avLst/>
          </a:prstGeom>
          <a:solidFill>
            <a:schemeClr val="bg1">
              <a:lumMod val="95000"/>
            </a:schemeClr>
          </a:solidFill>
        </p:spPr>
        <p:txBody>
          <a:bodyPr tIns="468000"/>
          <a:lstStyle>
            <a:lvl1pPr>
              <a:defRPr lang="fr-FR" sz="1800" dirty="0">
                <a:solidFill>
                  <a:schemeClr val="bg1">
                    <a:lumMod val="75000"/>
                  </a:schemeClr>
                </a:solidFill>
                <a:latin typeface="+mj-lt"/>
              </a:defRPr>
            </a:lvl1pPr>
          </a:lstStyle>
          <a:p>
            <a:pPr marL="0" lvl="0" indent="0" algn="ctr">
              <a:buNone/>
            </a:pPr>
            <a:r>
              <a:rPr lang="fr-FR" dirty="0" err="1"/>
              <a:t>Afbeelding</a:t>
            </a:r>
            <a:endParaRPr lang="fr-FR" dirty="0"/>
          </a:p>
        </p:txBody>
      </p:sp>
    </p:spTree>
    <p:extLst>
      <p:ext uri="{BB962C8B-B14F-4D97-AF65-F5344CB8AC3E}">
        <p14:creationId xmlns:p14="http://schemas.microsoft.com/office/powerpoint/2010/main" val="31587679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8 klantlogos">
    <p:spTree>
      <p:nvGrpSpPr>
        <p:cNvPr id="1" name=""/>
        <p:cNvGrpSpPr/>
        <p:nvPr/>
      </p:nvGrpSpPr>
      <p:grpSpPr>
        <a:xfrm>
          <a:off x="0" y="0"/>
          <a:ext cx="0" cy="0"/>
          <a:chOff x="0" y="0"/>
          <a:chExt cx="0" cy="0"/>
        </a:xfrm>
      </p:grpSpPr>
      <p:sp>
        <p:nvSpPr>
          <p:cNvPr id="13" name="Espace réservé du contenu 12">
            <a:extLst>
              <a:ext uri="{FF2B5EF4-FFF2-40B4-BE49-F238E27FC236}">
                <a16:creationId xmlns:a16="http://schemas.microsoft.com/office/drawing/2014/main" id="{0FA82258-8070-4B7B-B7C6-919C1BFAD958}"/>
              </a:ext>
            </a:extLst>
          </p:cNvPr>
          <p:cNvSpPr>
            <a:spLocks noGrp="1"/>
          </p:cNvSpPr>
          <p:nvPr>
            <p:ph sz="quarter" idx="10" hasCustomPrompt="1"/>
          </p:nvPr>
        </p:nvSpPr>
        <p:spPr>
          <a:xfrm>
            <a:off x="300038" y="1520825"/>
            <a:ext cx="1042521" cy="1008570"/>
          </a:xfrm>
          <a:prstGeom prst="rect">
            <a:avLst/>
          </a:prstGeom>
        </p:spPr>
        <p:txBody>
          <a:bodyPr anchor="t"/>
          <a:lstStyle>
            <a:lvl1pPr marL="0" indent="0" algn="ctr">
              <a:buNone/>
              <a:defRPr sz="813"/>
            </a:lvl1pPr>
          </a:lstStyle>
          <a:p>
            <a:pPr lvl="0"/>
            <a:r>
              <a:rPr lang="fr-FR"/>
              <a:t>Drag &amp; Drop</a:t>
            </a:r>
            <a:endParaRPr lang="en-US"/>
          </a:p>
        </p:txBody>
      </p:sp>
      <p:sp>
        <p:nvSpPr>
          <p:cNvPr id="14" name="Espace réservé du contenu 12">
            <a:extLst>
              <a:ext uri="{FF2B5EF4-FFF2-40B4-BE49-F238E27FC236}">
                <a16:creationId xmlns:a16="http://schemas.microsoft.com/office/drawing/2014/main" id="{24B192B9-1979-47FD-B40B-D105E04FD493}"/>
              </a:ext>
            </a:extLst>
          </p:cNvPr>
          <p:cNvSpPr>
            <a:spLocks noGrp="1"/>
          </p:cNvSpPr>
          <p:nvPr>
            <p:ph sz="quarter" idx="11" hasCustomPrompt="1"/>
          </p:nvPr>
        </p:nvSpPr>
        <p:spPr>
          <a:xfrm>
            <a:off x="2252606" y="1520825"/>
            <a:ext cx="1042521" cy="1008570"/>
          </a:xfrm>
          <a:prstGeom prst="rect">
            <a:avLst/>
          </a:prstGeom>
        </p:spPr>
        <p:txBody>
          <a:bodyPr anchor="t"/>
          <a:lstStyle>
            <a:lvl1pPr marL="0" indent="0" algn="ctr">
              <a:buNone/>
              <a:defRPr sz="813"/>
            </a:lvl1pPr>
          </a:lstStyle>
          <a:p>
            <a:pPr lvl="0"/>
            <a:r>
              <a:rPr lang="fr-FR"/>
              <a:t>Drag &amp; Drop</a:t>
            </a:r>
          </a:p>
        </p:txBody>
      </p:sp>
      <p:sp>
        <p:nvSpPr>
          <p:cNvPr id="17" name="Espace réservé du contenu 12">
            <a:extLst>
              <a:ext uri="{FF2B5EF4-FFF2-40B4-BE49-F238E27FC236}">
                <a16:creationId xmlns:a16="http://schemas.microsoft.com/office/drawing/2014/main" id="{201296E0-114D-4FAE-9474-548B5DC841EA}"/>
              </a:ext>
            </a:extLst>
          </p:cNvPr>
          <p:cNvSpPr>
            <a:spLocks noGrp="1"/>
          </p:cNvSpPr>
          <p:nvPr>
            <p:ph sz="quarter" idx="12" hasCustomPrompt="1"/>
          </p:nvPr>
        </p:nvSpPr>
        <p:spPr>
          <a:xfrm>
            <a:off x="4205175" y="1520825"/>
            <a:ext cx="1042521" cy="1008570"/>
          </a:xfrm>
          <a:prstGeom prst="rect">
            <a:avLst/>
          </a:prstGeom>
        </p:spPr>
        <p:txBody>
          <a:bodyPr anchor="t"/>
          <a:lstStyle>
            <a:lvl1pPr marL="0" indent="0" algn="ctr">
              <a:buNone/>
              <a:defRPr sz="813"/>
            </a:lvl1pPr>
          </a:lstStyle>
          <a:p>
            <a:pPr lvl="0"/>
            <a:r>
              <a:rPr lang="fr-FR"/>
              <a:t>Drag &amp; Drop</a:t>
            </a:r>
          </a:p>
        </p:txBody>
      </p:sp>
      <p:sp>
        <p:nvSpPr>
          <p:cNvPr id="18" name="Espace réservé du contenu 12">
            <a:extLst>
              <a:ext uri="{FF2B5EF4-FFF2-40B4-BE49-F238E27FC236}">
                <a16:creationId xmlns:a16="http://schemas.microsoft.com/office/drawing/2014/main" id="{154D76DD-DF79-45CC-89FC-1544939578E9}"/>
              </a:ext>
            </a:extLst>
          </p:cNvPr>
          <p:cNvSpPr>
            <a:spLocks noGrp="1"/>
          </p:cNvSpPr>
          <p:nvPr>
            <p:ph sz="quarter" idx="13" hasCustomPrompt="1"/>
          </p:nvPr>
        </p:nvSpPr>
        <p:spPr>
          <a:xfrm>
            <a:off x="6157745" y="1520825"/>
            <a:ext cx="1042521" cy="1008570"/>
          </a:xfrm>
          <a:prstGeom prst="rect">
            <a:avLst/>
          </a:prstGeom>
        </p:spPr>
        <p:txBody>
          <a:bodyPr anchor="t"/>
          <a:lstStyle>
            <a:lvl1pPr marL="0" indent="0" algn="ctr">
              <a:buNone/>
              <a:defRPr sz="813"/>
            </a:lvl1pPr>
          </a:lstStyle>
          <a:p>
            <a:pPr lvl="0"/>
            <a:r>
              <a:rPr lang="fr-FR"/>
              <a:t>Drag &amp; Drop</a:t>
            </a:r>
          </a:p>
        </p:txBody>
      </p:sp>
      <p:sp>
        <p:nvSpPr>
          <p:cNvPr id="21" name="Espace réservé du contenu 12">
            <a:extLst>
              <a:ext uri="{FF2B5EF4-FFF2-40B4-BE49-F238E27FC236}">
                <a16:creationId xmlns:a16="http://schemas.microsoft.com/office/drawing/2014/main" id="{E3E44833-1827-41DC-AEC3-0C01F1BAD462}"/>
              </a:ext>
            </a:extLst>
          </p:cNvPr>
          <p:cNvSpPr>
            <a:spLocks noGrp="1"/>
          </p:cNvSpPr>
          <p:nvPr>
            <p:ph sz="quarter" idx="14" hasCustomPrompt="1"/>
          </p:nvPr>
        </p:nvSpPr>
        <p:spPr>
          <a:xfrm>
            <a:off x="8110313" y="1520825"/>
            <a:ext cx="1042521" cy="1008570"/>
          </a:xfrm>
          <a:prstGeom prst="rect">
            <a:avLst/>
          </a:prstGeom>
        </p:spPr>
        <p:txBody>
          <a:bodyPr anchor="t"/>
          <a:lstStyle>
            <a:lvl1pPr marL="0" indent="0" algn="ctr">
              <a:buNone/>
              <a:defRPr sz="813"/>
            </a:lvl1pPr>
          </a:lstStyle>
          <a:p>
            <a:pPr lvl="0"/>
            <a:r>
              <a:rPr lang="fr-FR"/>
              <a:t>Drag &amp; Drop</a:t>
            </a:r>
          </a:p>
        </p:txBody>
      </p:sp>
      <p:sp>
        <p:nvSpPr>
          <p:cNvPr id="22" name="Espace réservé du contenu 12">
            <a:extLst>
              <a:ext uri="{FF2B5EF4-FFF2-40B4-BE49-F238E27FC236}">
                <a16:creationId xmlns:a16="http://schemas.microsoft.com/office/drawing/2014/main" id="{36394FDD-DDC6-46CD-87AF-F343169F6B6C}"/>
              </a:ext>
            </a:extLst>
          </p:cNvPr>
          <p:cNvSpPr>
            <a:spLocks noGrp="1"/>
          </p:cNvSpPr>
          <p:nvPr>
            <p:ph sz="quarter" idx="15" hasCustomPrompt="1"/>
          </p:nvPr>
        </p:nvSpPr>
        <p:spPr>
          <a:xfrm>
            <a:off x="300038" y="3114835"/>
            <a:ext cx="1042521" cy="1008570"/>
          </a:xfrm>
          <a:prstGeom prst="rect">
            <a:avLst/>
          </a:prstGeom>
        </p:spPr>
        <p:txBody>
          <a:bodyPr anchor="t"/>
          <a:lstStyle>
            <a:lvl1pPr marL="0" indent="0" algn="ctr">
              <a:buNone/>
              <a:defRPr sz="813"/>
            </a:lvl1pPr>
          </a:lstStyle>
          <a:p>
            <a:pPr lvl="0"/>
            <a:r>
              <a:rPr lang="fr-FR"/>
              <a:t>Drag &amp; Drop</a:t>
            </a:r>
          </a:p>
        </p:txBody>
      </p:sp>
      <p:sp>
        <p:nvSpPr>
          <p:cNvPr id="23" name="Espace réservé du contenu 12">
            <a:extLst>
              <a:ext uri="{FF2B5EF4-FFF2-40B4-BE49-F238E27FC236}">
                <a16:creationId xmlns:a16="http://schemas.microsoft.com/office/drawing/2014/main" id="{F4892D69-01ED-4ACE-9A93-97CAA2FCC8E8}"/>
              </a:ext>
            </a:extLst>
          </p:cNvPr>
          <p:cNvSpPr>
            <a:spLocks noGrp="1"/>
          </p:cNvSpPr>
          <p:nvPr>
            <p:ph sz="quarter" idx="16" hasCustomPrompt="1"/>
          </p:nvPr>
        </p:nvSpPr>
        <p:spPr>
          <a:xfrm>
            <a:off x="2252606" y="3114835"/>
            <a:ext cx="1042521" cy="1008570"/>
          </a:xfrm>
          <a:prstGeom prst="rect">
            <a:avLst/>
          </a:prstGeom>
        </p:spPr>
        <p:txBody>
          <a:bodyPr anchor="t"/>
          <a:lstStyle>
            <a:lvl1pPr marL="0" indent="0" algn="ctr">
              <a:buNone/>
              <a:defRPr sz="813"/>
            </a:lvl1pPr>
          </a:lstStyle>
          <a:p>
            <a:pPr lvl="0"/>
            <a:r>
              <a:rPr lang="fr-FR"/>
              <a:t>Drag &amp; Drop</a:t>
            </a:r>
          </a:p>
        </p:txBody>
      </p:sp>
      <p:sp>
        <p:nvSpPr>
          <p:cNvPr id="24" name="Espace réservé du contenu 12">
            <a:extLst>
              <a:ext uri="{FF2B5EF4-FFF2-40B4-BE49-F238E27FC236}">
                <a16:creationId xmlns:a16="http://schemas.microsoft.com/office/drawing/2014/main" id="{B911AC6F-ED1A-472B-82C9-F9B03EBADF44}"/>
              </a:ext>
            </a:extLst>
          </p:cNvPr>
          <p:cNvSpPr>
            <a:spLocks noGrp="1"/>
          </p:cNvSpPr>
          <p:nvPr>
            <p:ph sz="quarter" idx="17" hasCustomPrompt="1"/>
          </p:nvPr>
        </p:nvSpPr>
        <p:spPr>
          <a:xfrm>
            <a:off x="4200450" y="3114835"/>
            <a:ext cx="1042521" cy="1008570"/>
          </a:xfrm>
          <a:prstGeom prst="rect">
            <a:avLst/>
          </a:prstGeom>
        </p:spPr>
        <p:txBody>
          <a:bodyPr anchor="t"/>
          <a:lstStyle>
            <a:lvl1pPr marL="0" indent="0" algn="ctr">
              <a:buNone/>
              <a:defRPr sz="813"/>
            </a:lvl1pPr>
          </a:lstStyle>
          <a:p>
            <a:pPr lvl="0"/>
            <a:r>
              <a:rPr lang="fr-FR"/>
              <a:t>Drag &amp; Drop</a:t>
            </a:r>
          </a:p>
        </p:txBody>
      </p:sp>
      <p:sp>
        <p:nvSpPr>
          <p:cNvPr id="25" name="Espace réservé du contenu 12">
            <a:extLst>
              <a:ext uri="{FF2B5EF4-FFF2-40B4-BE49-F238E27FC236}">
                <a16:creationId xmlns:a16="http://schemas.microsoft.com/office/drawing/2014/main" id="{2A92BF88-4F19-41E1-9684-DFAC07366387}"/>
              </a:ext>
            </a:extLst>
          </p:cNvPr>
          <p:cNvSpPr>
            <a:spLocks noGrp="1"/>
          </p:cNvSpPr>
          <p:nvPr>
            <p:ph sz="quarter" idx="18" hasCustomPrompt="1"/>
          </p:nvPr>
        </p:nvSpPr>
        <p:spPr>
          <a:xfrm>
            <a:off x="6157745" y="3114835"/>
            <a:ext cx="1042521" cy="1008570"/>
          </a:xfrm>
          <a:prstGeom prst="rect">
            <a:avLst/>
          </a:prstGeom>
        </p:spPr>
        <p:txBody>
          <a:bodyPr anchor="t"/>
          <a:lstStyle>
            <a:lvl1pPr marL="0" indent="0" algn="ctr">
              <a:buNone/>
              <a:defRPr sz="813"/>
            </a:lvl1pPr>
          </a:lstStyle>
          <a:p>
            <a:pPr lvl="0"/>
            <a:r>
              <a:rPr lang="fr-FR"/>
              <a:t>Drag &amp; Drop</a:t>
            </a:r>
          </a:p>
        </p:txBody>
      </p:sp>
      <p:sp>
        <p:nvSpPr>
          <p:cNvPr id="26" name="Espace réservé du contenu 12">
            <a:extLst>
              <a:ext uri="{FF2B5EF4-FFF2-40B4-BE49-F238E27FC236}">
                <a16:creationId xmlns:a16="http://schemas.microsoft.com/office/drawing/2014/main" id="{6C4A12E5-2DFE-40D7-BD07-4F8CB3981E76}"/>
              </a:ext>
            </a:extLst>
          </p:cNvPr>
          <p:cNvSpPr>
            <a:spLocks noGrp="1"/>
          </p:cNvSpPr>
          <p:nvPr>
            <p:ph sz="quarter" idx="19" hasCustomPrompt="1"/>
          </p:nvPr>
        </p:nvSpPr>
        <p:spPr>
          <a:xfrm>
            <a:off x="8105590" y="3114835"/>
            <a:ext cx="1042521" cy="1008570"/>
          </a:xfrm>
          <a:prstGeom prst="rect">
            <a:avLst/>
          </a:prstGeom>
        </p:spPr>
        <p:txBody>
          <a:bodyPr anchor="t"/>
          <a:lstStyle>
            <a:lvl1pPr marL="0" indent="0" algn="ctr">
              <a:buNone/>
              <a:defRPr sz="813"/>
            </a:lvl1pPr>
          </a:lstStyle>
          <a:p>
            <a:pPr lvl="0"/>
            <a:r>
              <a:rPr lang="fr-FR"/>
              <a:t>Drag &amp; Drop</a:t>
            </a:r>
          </a:p>
        </p:txBody>
      </p:sp>
      <p:sp>
        <p:nvSpPr>
          <p:cNvPr id="2" name="Titel 1">
            <a:extLst>
              <a:ext uri="{FF2B5EF4-FFF2-40B4-BE49-F238E27FC236}">
                <a16:creationId xmlns:a16="http://schemas.microsoft.com/office/drawing/2014/main" id="{0DA0D81A-0A4D-402E-8E9E-990523BD0332}"/>
              </a:ext>
            </a:extLst>
          </p:cNvPr>
          <p:cNvSpPr>
            <a:spLocks noGrp="1"/>
          </p:cNvSpPr>
          <p:nvPr>
            <p:ph type="title"/>
          </p:nvPr>
        </p:nvSpPr>
        <p:spPr/>
        <p:txBody>
          <a:bodyPr/>
          <a:lstStyle/>
          <a:p>
            <a:r>
              <a:rPr lang="en-US"/>
              <a:t>Click to edit Master title style</a:t>
            </a:r>
            <a:endParaRPr lang="en-GB" dirty="0"/>
          </a:p>
        </p:txBody>
      </p:sp>
      <p:sp>
        <p:nvSpPr>
          <p:cNvPr id="15" name="Espace réservé du contenu 12">
            <a:extLst>
              <a:ext uri="{FF2B5EF4-FFF2-40B4-BE49-F238E27FC236}">
                <a16:creationId xmlns:a16="http://schemas.microsoft.com/office/drawing/2014/main" id="{6EACFA82-13D3-4835-BC31-EA4D32DA2EEB}"/>
              </a:ext>
            </a:extLst>
          </p:cNvPr>
          <p:cNvSpPr>
            <a:spLocks noGrp="1"/>
          </p:cNvSpPr>
          <p:nvPr>
            <p:ph sz="quarter" idx="20" hasCustomPrompt="1"/>
          </p:nvPr>
        </p:nvSpPr>
        <p:spPr>
          <a:xfrm>
            <a:off x="300038" y="4708845"/>
            <a:ext cx="1042521" cy="1008570"/>
          </a:xfrm>
          <a:prstGeom prst="rect">
            <a:avLst/>
          </a:prstGeom>
        </p:spPr>
        <p:txBody>
          <a:bodyPr anchor="t"/>
          <a:lstStyle>
            <a:lvl1pPr marL="0" indent="0" algn="ctr">
              <a:buNone/>
              <a:defRPr sz="813"/>
            </a:lvl1pPr>
          </a:lstStyle>
          <a:p>
            <a:pPr lvl="0"/>
            <a:r>
              <a:rPr lang="fr-FR"/>
              <a:t>Drag &amp; Drop</a:t>
            </a:r>
          </a:p>
        </p:txBody>
      </p:sp>
      <p:sp>
        <p:nvSpPr>
          <p:cNvPr id="16" name="Espace réservé du contenu 12">
            <a:extLst>
              <a:ext uri="{FF2B5EF4-FFF2-40B4-BE49-F238E27FC236}">
                <a16:creationId xmlns:a16="http://schemas.microsoft.com/office/drawing/2014/main" id="{8116A56C-8FBE-4F10-86C4-7EBBDA731D33}"/>
              </a:ext>
            </a:extLst>
          </p:cNvPr>
          <p:cNvSpPr>
            <a:spLocks noGrp="1"/>
          </p:cNvSpPr>
          <p:nvPr>
            <p:ph sz="quarter" idx="21" hasCustomPrompt="1"/>
          </p:nvPr>
        </p:nvSpPr>
        <p:spPr>
          <a:xfrm>
            <a:off x="2252606" y="4708845"/>
            <a:ext cx="1042521" cy="1008570"/>
          </a:xfrm>
          <a:prstGeom prst="rect">
            <a:avLst/>
          </a:prstGeom>
        </p:spPr>
        <p:txBody>
          <a:bodyPr anchor="t"/>
          <a:lstStyle>
            <a:lvl1pPr marL="0" indent="0" algn="ctr">
              <a:buNone/>
              <a:defRPr sz="813"/>
            </a:lvl1pPr>
          </a:lstStyle>
          <a:p>
            <a:pPr lvl="0"/>
            <a:r>
              <a:rPr lang="fr-FR"/>
              <a:t>Drag &amp; Drop</a:t>
            </a:r>
          </a:p>
        </p:txBody>
      </p:sp>
      <p:sp>
        <p:nvSpPr>
          <p:cNvPr id="19" name="Espace réservé du contenu 12">
            <a:extLst>
              <a:ext uri="{FF2B5EF4-FFF2-40B4-BE49-F238E27FC236}">
                <a16:creationId xmlns:a16="http://schemas.microsoft.com/office/drawing/2014/main" id="{557315BC-A319-41BD-94B1-9E47282316B6}"/>
              </a:ext>
            </a:extLst>
          </p:cNvPr>
          <p:cNvSpPr>
            <a:spLocks noGrp="1"/>
          </p:cNvSpPr>
          <p:nvPr>
            <p:ph sz="quarter" idx="22" hasCustomPrompt="1"/>
          </p:nvPr>
        </p:nvSpPr>
        <p:spPr>
          <a:xfrm>
            <a:off x="4200450" y="4708845"/>
            <a:ext cx="1042521" cy="1008570"/>
          </a:xfrm>
          <a:prstGeom prst="rect">
            <a:avLst/>
          </a:prstGeom>
        </p:spPr>
        <p:txBody>
          <a:bodyPr anchor="t"/>
          <a:lstStyle>
            <a:lvl1pPr marL="0" indent="0" algn="ctr">
              <a:buNone/>
              <a:defRPr sz="813"/>
            </a:lvl1pPr>
          </a:lstStyle>
          <a:p>
            <a:pPr lvl="0"/>
            <a:r>
              <a:rPr lang="fr-FR"/>
              <a:t>Drag &amp; Drop</a:t>
            </a:r>
          </a:p>
        </p:txBody>
      </p:sp>
      <p:sp>
        <p:nvSpPr>
          <p:cNvPr id="20" name="Espace réservé du contenu 12">
            <a:extLst>
              <a:ext uri="{FF2B5EF4-FFF2-40B4-BE49-F238E27FC236}">
                <a16:creationId xmlns:a16="http://schemas.microsoft.com/office/drawing/2014/main" id="{491474BD-C9D3-4108-844A-3A94E7D924B1}"/>
              </a:ext>
            </a:extLst>
          </p:cNvPr>
          <p:cNvSpPr>
            <a:spLocks noGrp="1"/>
          </p:cNvSpPr>
          <p:nvPr>
            <p:ph sz="quarter" idx="23" hasCustomPrompt="1"/>
          </p:nvPr>
        </p:nvSpPr>
        <p:spPr>
          <a:xfrm>
            <a:off x="6157745" y="4708845"/>
            <a:ext cx="1042521" cy="1008570"/>
          </a:xfrm>
          <a:prstGeom prst="rect">
            <a:avLst/>
          </a:prstGeom>
        </p:spPr>
        <p:txBody>
          <a:bodyPr anchor="t"/>
          <a:lstStyle>
            <a:lvl1pPr marL="0" indent="0" algn="ctr">
              <a:buNone/>
              <a:defRPr sz="813"/>
            </a:lvl1pPr>
          </a:lstStyle>
          <a:p>
            <a:pPr lvl="0"/>
            <a:r>
              <a:rPr lang="fr-FR"/>
              <a:t>Drag &amp; Drop</a:t>
            </a:r>
          </a:p>
        </p:txBody>
      </p:sp>
      <p:sp>
        <p:nvSpPr>
          <p:cNvPr id="27" name="Espace réservé du contenu 12">
            <a:extLst>
              <a:ext uri="{FF2B5EF4-FFF2-40B4-BE49-F238E27FC236}">
                <a16:creationId xmlns:a16="http://schemas.microsoft.com/office/drawing/2014/main" id="{2608B710-E00E-44B4-94F8-5E4F05A89D1D}"/>
              </a:ext>
            </a:extLst>
          </p:cNvPr>
          <p:cNvSpPr>
            <a:spLocks noGrp="1"/>
          </p:cNvSpPr>
          <p:nvPr>
            <p:ph sz="quarter" idx="24" hasCustomPrompt="1"/>
          </p:nvPr>
        </p:nvSpPr>
        <p:spPr>
          <a:xfrm>
            <a:off x="8105590" y="4708845"/>
            <a:ext cx="1042521" cy="1008570"/>
          </a:xfrm>
          <a:prstGeom prst="rect">
            <a:avLst/>
          </a:prstGeom>
        </p:spPr>
        <p:txBody>
          <a:bodyPr anchor="t"/>
          <a:lstStyle>
            <a:lvl1pPr marL="0" indent="0" algn="ctr">
              <a:buNone/>
              <a:defRPr sz="813"/>
            </a:lvl1pPr>
          </a:lstStyle>
          <a:p>
            <a:pPr lvl="0"/>
            <a:r>
              <a:rPr lang="fr-FR"/>
              <a:t>Drag &amp; Drop</a:t>
            </a:r>
          </a:p>
        </p:txBody>
      </p:sp>
      <p:sp>
        <p:nvSpPr>
          <p:cNvPr id="28" name="Espace réservé du contenu 12">
            <a:extLst>
              <a:ext uri="{FF2B5EF4-FFF2-40B4-BE49-F238E27FC236}">
                <a16:creationId xmlns:a16="http://schemas.microsoft.com/office/drawing/2014/main" id="{58ECC7BC-2F7A-4EEB-B327-782398844088}"/>
              </a:ext>
            </a:extLst>
          </p:cNvPr>
          <p:cNvSpPr>
            <a:spLocks noGrp="1"/>
          </p:cNvSpPr>
          <p:nvPr>
            <p:ph sz="quarter" idx="25" hasCustomPrompt="1"/>
          </p:nvPr>
        </p:nvSpPr>
        <p:spPr>
          <a:xfrm>
            <a:off x="10062883" y="1520825"/>
            <a:ext cx="1042521" cy="1008570"/>
          </a:xfrm>
          <a:prstGeom prst="rect">
            <a:avLst/>
          </a:prstGeom>
        </p:spPr>
        <p:txBody>
          <a:bodyPr anchor="t"/>
          <a:lstStyle>
            <a:lvl1pPr marL="0" indent="0" algn="ctr">
              <a:buNone/>
              <a:defRPr sz="813"/>
            </a:lvl1pPr>
          </a:lstStyle>
          <a:p>
            <a:pPr lvl="0"/>
            <a:r>
              <a:rPr lang="fr-FR"/>
              <a:t>Drag &amp; Drop</a:t>
            </a:r>
          </a:p>
        </p:txBody>
      </p:sp>
      <p:sp>
        <p:nvSpPr>
          <p:cNvPr id="29" name="Espace réservé du contenu 12">
            <a:extLst>
              <a:ext uri="{FF2B5EF4-FFF2-40B4-BE49-F238E27FC236}">
                <a16:creationId xmlns:a16="http://schemas.microsoft.com/office/drawing/2014/main" id="{08BD1D96-984C-4668-B5C1-1C6B87690E99}"/>
              </a:ext>
            </a:extLst>
          </p:cNvPr>
          <p:cNvSpPr>
            <a:spLocks noGrp="1"/>
          </p:cNvSpPr>
          <p:nvPr>
            <p:ph sz="quarter" idx="26" hasCustomPrompt="1"/>
          </p:nvPr>
        </p:nvSpPr>
        <p:spPr>
          <a:xfrm>
            <a:off x="10062883" y="3114835"/>
            <a:ext cx="1042521" cy="1008570"/>
          </a:xfrm>
          <a:prstGeom prst="rect">
            <a:avLst/>
          </a:prstGeom>
        </p:spPr>
        <p:txBody>
          <a:bodyPr anchor="t"/>
          <a:lstStyle>
            <a:lvl1pPr marL="0" indent="0" algn="ctr">
              <a:buNone/>
              <a:defRPr sz="813"/>
            </a:lvl1pPr>
          </a:lstStyle>
          <a:p>
            <a:pPr lvl="0"/>
            <a:r>
              <a:rPr lang="fr-FR"/>
              <a:t>Drag &amp; Drop</a:t>
            </a:r>
          </a:p>
        </p:txBody>
      </p:sp>
      <p:sp>
        <p:nvSpPr>
          <p:cNvPr id="30" name="Espace réservé du contenu 12">
            <a:extLst>
              <a:ext uri="{FF2B5EF4-FFF2-40B4-BE49-F238E27FC236}">
                <a16:creationId xmlns:a16="http://schemas.microsoft.com/office/drawing/2014/main" id="{619F8650-8ADC-4773-96F6-9A03F2569445}"/>
              </a:ext>
            </a:extLst>
          </p:cNvPr>
          <p:cNvSpPr>
            <a:spLocks noGrp="1"/>
          </p:cNvSpPr>
          <p:nvPr>
            <p:ph sz="quarter" idx="27" hasCustomPrompt="1"/>
          </p:nvPr>
        </p:nvSpPr>
        <p:spPr>
          <a:xfrm>
            <a:off x="10062883" y="4708845"/>
            <a:ext cx="1042521" cy="1008570"/>
          </a:xfrm>
          <a:prstGeom prst="rect">
            <a:avLst/>
          </a:prstGeom>
        </p:spPr>
        <p:txBody>
          <a:bodyPr anchor="t"/>
          <a:lstStyle>
            <a:lvl1pPr marL="0" indent="0" algn="ctr">
              <a:buNone/>
              <a:defRPr sz="813"/>
            </a:lvl1pPr>
          </a:lstStyle>
          <a:p>
            <a:pPr lvl="0"/>
            <a:r>
              <a:rPr lang="fr-FR"/>
              <a:t>Drag &amp; Drop</a:t>
            </a:r>
          </a:p>
        </p:txBody>
      </p:sp>
    </p:spTree>
    <p:extLst>
      <p:ext uri="{BB962C8B-B14F-4D97-AF65-F5344CB8AC3E}">
        <p14:creationId xmlns:p14="http://schemas.microsoft.com/office/powerpoint/2010/main" val="42409696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1 klantlogos">
    <p:spTree>
      <p:nvGrpSpPr>
        <p:cNvPr id="1" name=""/>
        <p:cNvGrpSpPr/>
        <p:nvPr/>
      </p:nvGrpSpPr>
      <p:grpSpPr>
        <a:xfrm>
          <a:off x="0" y="0"/>
          <a:ext cx="0" cy="0"/>
          <a:chOff x="0" y="0"/>
          <a:chExt cx="0" cy="0"/>
        </a:xfrm>
      </p:grpSpPr>
      <p:sp>
        <p:nvSpPr>
          <p:cNvPr id="13" name="Espace réservé du contenu 12">
            <a:extLst>
              <a:ext uri="{FF2B5EF4-FFF2-40B4-BE49-F238E27FC236}">
                <a16:creationId xmlns:a16="http://schemas.microsoft.com/office/drawing/2014/main" id="{0FA82258-8070-4B7B-B7C6-919C1BFAD958}"/>
              </a:ext>
            </a:extLst>
          </p:cNvPr>
          <p:cNvSpPr>
            <a:spLocks noGrp="1"/>
          </p:cNvSpPr>
          <p:nvPr>
            <p:ph sz="quarter" idx="10" hasCustomPrompt="1"/>
          </p:nvPr>
        </p:nvSpPr>
        <p:spPr>
          <a:xfrm>
            <a:off x="302048" y="1520825"/>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40" name="Espace réservé du contenu 12">
            <a:extLst>
              <a:ext uri="{FF2B5EF4-FFF2-40B4-BE49-F238E27FC236}">
                <a16:creationId xmlns:a16="http://schemas.microsoft.com/office/drawing/2014/main" id="{B070F49F-DF60-4723-A91C-5C1E12D58613}"/>
              </a:ext>
            </a:extLst>
          </p:cNvPr>
          <p:cNvSpPr>
            <a:spLocks noGrp="1"/>
          </p:cNvSpPr>
          <p:nvPr>
            <p:ph sz="quarter" idx="11" hasCustomPrompt="1"/>
          </p:nvPr>
        </p:nvSpPr>
        <p:spPr>
          <a:xfrm>
            <a:off x="1972955" y="1520825"/>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41" name="Espace réservé du contenu 12">
            <a:extLst>
              <a:ext uri="{FF2B5EF4-FFF2-40B4-BE49-F238E27FC236}">
                <a16:creationId xmlns:a16="http://schemas.microsoft.com/office/drawing/2014/main" id="{1A46C95E-26CD-45AD-BB72-B430933BACC5}"/>
              </a:ext>
            </a:extLst>
          </p:cNvPr>
          <p:cNvSpPr>
            <a:spLocks noGrp="1"/>
          </p:cNvSpPr>
          <p:nvPr>
            <p:ph sz="quarter" idx="12" hasCustomPrompt="1"/>
          </p:nvPr>
        </p:nvSpPr>
        <p:spPr>
          <a:xfrm>
            <a:off x="3643862" y="1520825"/>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42" name="Espace réservé du contenu 12">
            <a:extLst>
              <a:ext uri="{FF2B5EF4-FFF2-40B4-BE49-F238E27FC236}">
                <a16:creationId xmlns:a16="http://schemas.microsoft.com/office/drawing/2014/main" id="{7C59A534-42C3-4A87-94C8-B2FBBAFC4BF6}"/>
              </a:ext>
            </a:extLst>
          </p:cNvPr>
          <p:cNvSpPr>
            <a:spLocks noGrp="1"/>
          </p:cNvSpPr>
          <p:nvPr>
            <p:ph sz="quarter" idx="13" hasCustomPrompt="1"/>
          </p:nvPr>
        </p:nvSpPr>
        <p:spPr>
          <a:xfrm>
            <a:off x="5314769" y="1520825"/>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43" name="Espace réservé du contenu 12">
            <a:extLst>
              <a:ext uri="{FF2B5EF4-FFF2-40B4-BE49-F238E27FC236}">
                <a16:creationId xmlns:a16="http://schemas.microsoft.com/office/drawing/2014/main" id="{4BB3DF69-45D4-47B3-BA99-BA35B5100C33}"/>
              </a:ext>
            </a:extLst>
          </p:cNvPr>
          <p:cNvSpPr>
            <a:spLocks noGrp="1"/>
          </p:cNvSpPr>
          <p:nvPr>
            <p:ph sz="quarter" idx="14" hasCustomPrompt="1"/>
          </p:nvPr>
        </p:nvSpPr>
        <p:spPr>
          <a:xfrm>
            <a:off x="6985675" y="1520825"/>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44" name="Espace réservé du contenu 12">
            <a:extLst>
              <a:ext uri="{FF2B5EF4-FFF2-40B4-BE49-F238E27FC236}">
                <a16:creationId xmlns:a16="http://schemas.microsoft.com/office/drawing/2014/main" id="{F2BAFCF9-6ACE-4E11-8AC5-705BA7DCE73A}"/>
              </a:ext>
            </a:extLst>
          </p:cNvPr>
          <p:cNvSpPr>
            <a:spLocks noGrp="1"/>
          </p:cNvSpPr>
          <p:nvPr>
            <p:ph sz="quarter" idx="15" hasCustomPrompt="1"/>
          </p:nvPr>
        </p:nvSpPr>
        <p:spPr>
          <a:xfrm>
            <a:off x="8656582" y="1520825"/>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3" name="Titel 2">
            <a:extLst>
              <a:ext uri="{FF2B5EF4-FFF2-40B4-BE49-F238E27FC236}">
                <a16:creationId xmlns:a16="http://schemas.microsoft.com/office/drawing/2014/main" id="{114B89B0-0422-4EDE-810F-DD425AACD603}"/>
              </a:ext>
            </a:extLst>
          </p:cNvPr>
          <p:cNvSpPr>
            <a:spLocks noGrp="1"/>
          </p:cNvSpPr>
          <p:nvPr>
            <p:ph type="title"/>
          </p:nvPr>
        </p:nvSpPr>
        <p:spPr/>
        <p:txBody>
          <a:bodyPr/>
          <a:lstStyle/>
          <a:p>
            <a:r>
              <a:rPr lang="en-US"/>
              <a:t>Click to edit Master title style</a:t>
            </a:r>
            <a:endParaRPr lang="en-GB"/>
          </a:p>
        </p:txBody>
      </p:sp>
      <p:sp>
        <p:nvSpPr>
          <p:cNvPr id="22" name="Espace réservé du contenu 12">
            <a:extLst>
              <a:ext uri="{FF2B5EF4-FFF2-40B4-BE49-F238E27FC236}">
                <a16:creationId xmlns:a16="http://schemas.microsoft.com/office/drawing/2014/main" id="{7179003E-4816-41C0-9AF2-1961BE47218A}"/>
              </a:ext>
            </a:extLst>
          </p:cNvPr>
          <p:cNvSpPr>
            <a:spLocks noGrp="1"/>
          </p:cNvSpPr>
          <p:nvPr>
            <p:ph sz="quarter" idx="16" hasCustomPrompt="1"/>
          </p:nvPr>
        </p:nvSpPr>
        <p:spPr>
          <a:xfrm>
            <a:off x="10327489" y="1520825"/>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23" name="Espace réservé du contenu 12">
            <a:extLst>
              <a:ext uri="{FF2B5EF4-FFF2-40B4-BE49-F238E27FC236}">
                <a16:creationId xmlns:a16="http://schemas.microsoft.com/office/drawing/2014/main" id="{16BF5880-831D-419E-8A89-CAA85767225E}"/>
              </a:ext>
            </a:extLst>
          </p:cNvPr>
          <p:cNvSpPr>
            <a:spLocks noGrp="1"/>
          </p:cNvSpPr>
          <p:nvPr>
            <p:ph sz="quarter" idx="17" hasCustomPrompt="1"/>
          </p:nvPr>
        </p:nvSpPr>
        <p:spPr>
          <a:xfrm>
            <a:off x="302048" y="2660590"/>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24" name="Espace réservé du contenu 12">
            <a:extLst>
              <a:ext uri="{FF2B5EF4-FFF2-40B4-BE49-F238E27FC236}">
                <a16:creationId xmlns:a16="http://schemas.microsoft.com/office/drawing/2014/main" id="{81EFFE30-BF7F-4D56-9052-FC7B0EA47F4C}"/>
              </a:ext>
            </a:extLst>
          </p:cNvPr>
          <p:cNvSpPr>
            <a:spLocks noGrp="1"/>
          </p:cNvSpPr>
          <p:nvPr>
            <p:ph sz="quarter" idx="18" hasCustomPrompt="1"/>
          </p:nvPr>
        </p:nvSpPr>
        <p:spPr>
          <a:xfrm>
            <a:off x="1972955" y="2660590"/>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25" name="Espace réservé du contenu 12">
            <a:extLst>
              <a:ext uri="{FF2B5EF4-FFF2-40B4-BE49-F238E27FC236}">
                <a16:creationId xmlns:a16="http://schemas.microsoft.com/office/drawing/2014/main" id="{9726FF2E-0D1B-446C-AED7-6C18FA081A2B}"/>
              </a:ext>
            </a:extLst>
          </p:cNvPr>
          <p:cNvSpPr>
            <a:spLocks noGrp="1"/>
          </p:cNvSpPr>
          <p:nvPr>
            <p:ph sz="quarter" idx="19" hasCustomPrompt="1"/>
          </p:nvPr>
        </p:nvSpPr>
        <p:spPr>
          <a:xfrm>
            <a:off x="3643862" y="2660590"/>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26" name="Espace réservé du contenu 12">
            <a:extLst>
              <a:ext uri="{FF2B5EF4-FFF2-40B4-BE49-F238E27FC236}">
                <a16:creationId xmlns:a16="http://schemas.microsoft.com/office/drawing/2014/main" id="{0452C3E5-292A-4D12-8FDE-385DEDE4DA35}"/>
              </a:ext>
            </a:extLst>
          </p:cNvPr>
          <p:cNvSpPr>
            <a:spLocks noGrp="1"/>
          </p:cNvSpPr>
          <p:nvPr>
            <p:ph sz="quarter" idx="20" hasCustomPrompt="1"/>
          </p:nvPr>
        </p:nvSpPr>
        <p:spPr>
          <a:xfrm>
            <a:off x="5314769" y="2660590"/>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27" name="Espace réservé du contenu 12">
            <a:extLst>
              <a:ext uri="{FF2B5EF4-FFF2-40B4-BE49-F238E27FC236}">
                <a16:creationId xmlns:a16="http://schemas.microsoft.com/office/drawing/2014/main" id="{AE4E27E8-C18D-419A-A1FE-016385306042}"/>
              </a:ext>
            </a:extLst>
          </p:cNvPr>
          <p:cNvSpPr>
            <a:spLocks noGrp="1"/>
          </p:cNvSpPr>
          <p:nvPr>
            <p:ph sz="quarter" idx="21" hasCustomPrompt="1"/>
          </p:nvPr>
        </p:nvSpPr>
        <p:spPr>
          <a:xfrm>
            <a:off x="6985675" y="2660590"/>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28" name="Espace réservé du contenu 12">
            <a:extLst>
              <a:ext uri="{FF2B5EF4-FFF2-40B4-BE49-F238E27FC236}">
                <a16:creationId xmlns:a16="http://schemas.microsoft.com/office/drawing/2014/main" id="{2202F7BB-DA07-47E6-9776-44DE2CE5B1A8}"/>
              </a:ext>
            </a:extLst>
          </p:cNvPr>
          <p:cNvSpPr>
            <a:spLocks noGrp="1"/>
          </p:cNvSpPr>
          <p:nvPr>
            <p:ph sz="quarter" idx="22" hasCustomPrompt="1"/>
          </p:nvPr>
        </p:nvSpPr>
        <p:spPr>
          <a:xfrm>
            <a:off x="8656582" y="2660590"/>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29" name="Espace réservé du contenu 12">
            <a:extLst>
              <a:ext uri="{FF2B5EF4-FFF2-40B4-BE49-F238E27FC236}">
                <a16:creationId xmlns:a16="http://schemas.microsoft.com/office/drawing/2014/main" id="{13AD8282-9283-4BCD-93B4-A60DE19B96BD}"/>
              </a:ext>
            </a:extLst>
          </p:cNvPr>
          <p:cNvSpPr>
            <a:spLocks noGrp="1"/>
          </p:cNvSpPr>
          <p:nvPr>
            <p:ph sz="quarter" idx="23" hasCustomPrompt="1"/>
          </p:nvPr>
        </p:nvSpPr>
        <p:spPr>
          <a:xfrm>
            <a:off x="10327489" y="2660590"/>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30" name="Espace réservé du contenu 12">
            <a:extLst>
              <a:ext uri="{FF2B5EF4-FFF2-40B4-BE49-F238E27FC236}">
                <a16:creationId xmlns:a16="http://schemas.microsoft.com/office/drawing/2014/main" id="{EDB560BE-84F4-41ED-A25E-92DD880EFBEB}"/>
              </a:ext>
            </a:extLst>
          </p:cNvPr>
          <p:cNvSpPr>
            <a:spLocks noGrp="1"/>
          </p:cNvSpPr>
          <p:nvPr>
            <p:ph sz="quarter" idx="24" hasCustomPrompt="1"/>
          </p:nvPr>
        </p:nvSpPr>
        <p:spPr>
          <a:xfrm>
            <a:off x="300039" y="3909215"/>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31" name="Espace réservé du contenu 12">
            <a:extLst>
              <a:ext uri="{FF2B5EF4-FFF2-40B4-BE49-F238E27FC236}">
                <a16:creationId xmlns:a16="http://schemas.microsoft.com/office/drawing/2014/main" id="{CD1F4ABC-FE91-41A9-BAF4-C6FD38763B6D}"/>
              </a:ext>
            </a:extLst>
          </p:cNvPr>
          <p:cNvSpPr>
            <a:spLocks noGrp="1"/>
          </p:cNvSpPr>
          <p:nvPr>
            <p:ph sz="quarter" idx="25" hasCustomPrompt="1"/>
          </p:nvPr>
        </p:nvSpPr>
        <p:spPr>
          <a:xfrm>
            <a:off x="1970946" y="3875923"/>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32" name="Espace réservé du contenu 12">
            <a:extLst>
              <a:ext uri="{FF2B5EF4-FFF2-40B4-BE49-F238E27FC236}">
                <a16:creationId xmlns:a16="http://schemas.microsoft.com/office/drawing/2014/main" id="{E89F3236-63C3-4361-A946-CCFDF997A088}"/>
              </a:ext>
            </a:extLst>
          </p:cNvPr>
          <p:cNvSpPr>
            <a:spLocks noGrp="1"/>
          </p:cNvSpPr>
          <p:nvPr>
            <p:ph sz="quarter" idx="26" hasCustomPrompt="1"/>
          </p:nvPr>
        </p:nvSpPr>
        <p:spPr>
          <a:xfrm>
            <a:off x="3641854" y="3875923"/>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33" name="Espace réservé du contenu 12">
            <a:extLst>
              <a:ext uri="{FF2B5EF4-FFF2-40B4-BE49-F238E27FC236}">
                <a16:creationId xmlns:a16="http://schemas.microsoft.com/office/drawing/2014/main" id="{C774BBFA-2EDC-46C0-99B6-BB94741E43A6}"/>
              </a:ext>
            </a:extLst>
          </p:cNvPr>
          <p:cNvSpPr>
            <a:spLocks noGrp="1"/>
          </p:cNvSpPr>
          <p:nvPr>
            <p:ph sz="quarter" idx="27" hasCustomPrompt="1"/>
          </p:nvPr>
        </p:nvSpPr>
        <p:spPr>
          <a:xfrm>
            <a:off x="5312761" y="3875923"/>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34" name="Espace réservé du contenu 12">
            <a:extLst>
              <a:ext uri="{FF2B5EF4-FFF2-40B4-BE49-F238E27FC236}">
                <a16:creationId xmlns:a16="http://schemas.microsoft.com/office/drawing/2014/main" id="{F950F4F3-C660-4899-ADA1-15E1485646D4}"/>
              </a:ext>
            </a:extLst>
          </p:cNvPr>
          <p:cNvSpPr>
            <a:spLocks noGrp="1"/>
          </p:cNvSpPr>
          <p:nvPr>
            <p:ph sz="quarter" idx="28" hasCustomPrompt="1"/>
          </p:nvPr>
        </p:nvSpPr>
        <p:spPr>
          <a:xfrm>
            <a:off x="6983668" y="3875923"/>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35" name="Espace réservé du contenu 12">
            <a:extLst>
              <a:ext uri="{FF2B5EF4-FFF2-40B4-BE49-F238E27FC236}">
                <a16:creationId xmlns:a16="http://schemas.microsoft.com/office/drawing/2014/main" id="{3F9278D3-004D-432F-A4AB-EFC0C9107FE5}"/>
              </a:ext>
            </a:extLst>
          </p:cNvPr>
          <p:cNvSpPr>
            <a:spLocks noGrp="1"/>
          </p:cNvSpPr>
          <p:nvPr>
            <p:ph sz="quarter" idx="29" hasCustomPrompt="1"/>
          </p:nvPr>
        </p:nvSpPr>
        <p:spPr>
          <a:xfrm>
            <a:off x="8654575" y="3875923"/>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36" name="Espace réservé du contenu 12">
            <a:extLst>
              <a:ext uri="{FF2B5EF4-FFF2-40B4-BE49-F238E27FC236}">
                <a16:creationId xmlns:a16="http://schemas.microsoft.com/office/drawing/2014/main" id="{8D91ED01-78AD-4C9E-8EAC-02799D1F1AC5}"/>
              </a:ext>
            </a:extLst>
          </p:cNvPr>
          <p:cNvSpPr>
            <a:spLocks noGrp="1"/>
          </p:cNvSpPr>
          <p:nvPr>
            <p:ph sz="quarter" idx="30" hasCustomPrompt="1"/>
          </p:nvPr>
        </p:nvSpPr>
        <p:spPr>
          <a:xfrm>
            <a:off x="10325482" y="3875923"/>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37" name="Espace réservé du contenu 12">
            <a:extLst>
              <a:ext uri="{FF2B5EF4-FFF2-40B4-BE49-F238E27FC236}">
                <a16:creationId xmlns:a16="http://schemas.microsoft.com/office/drawing/2014/main" id="{9AB1A9A0-9D07-4585-8F4A-E7E37DD658DD}"/>
              </a:ext>
            </a:extLst>
          </p:cNvPr>
          <p:cNvSpPr>
            <a:spLocks noGrp="1"/>
          </p:cNvSpPr>
          <p:nvPr>
            <p:ph sz="quarter" idx="31" hasCustomPrompt="1"/>
          </p:nvPr>
        </p:nvSpPr>
        <p:spPr>
          <a:xfrm>
            <a:off x="302048" y="5157841"/>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38" name="Espace réservé du contenu 12">
            <a:extLst>
              <a:ext uri="{FF2B5EF4-FFF2-40B4-BE49-F238E27FC236}">
                <a16:creationId xmlns:a16="http://schemas.microsoft.com/office/drawing/2014/main" id="{AF9FFA38-2CAB-43BF-85AF-6A02A583BA55}"/>
              </a:ext>
            </a:extLst>
          </p:cNvPr>
          <p:cNvSpPr>
            <a:spLocks noGrp="1"/>
          </p:cNvSpPr>
          <p:nvPr>
            <p:ph sz="quarter" idx="32" hasCustomPrompt="1"/>
          </p:nvPr>
        </p:nvSpPr>
        <p:spPr>
          <a:xfrm>
            <a:off x="1972955" y="5157841"/>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39" name="Espace réservé du contenu 12">
            <a:extLst>
              <a:ext uri="{FF2B5EF4-FFF2-40B4-BE49-F238E27FC236}">
                <a16:creationId xmlns:a16="http://schemas.microsoft.com/office/drawing/2014/main" id="{0C1E97B8-E5C7-46D5-8C5C-6D0E2F88F9BD}"/>
              </a:ext>
            </a:extLst>
          </p:cNvPr>
          <p:cNvSpPr>
            <a:spLocks noGrp="1"/>
          </p:cNvSpPr>
          <p:nvPr>
            <p:ph sz="quarter" idx="33" hasCustomPrompt="1"/>
          </p:nvPr>
        </p:nvSpPr>
        <p:spPr>
          <a:xfrm>
            <a:off x="3643862" y="5157841"/>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57" name="Espace réservé du contenu 12">
            <a:extLst>
              <a:ext uri="{FF2B5EF4-FFF2-40B4-BE49-F238E27FC236}">
                <a16:creationId xmlns:a16="http://schemas.microsoft.com/office/drawing/2014/main" id="{57910F56-96F7-4196-8A69-459515E99B1D}"/>
              </a:ext>
            </a:extLst>
          </p:cNvPr>
          <p:cNvSpPr>
            <a:spLocks noGrp="1"/>
          </p:cNvSpPr>
          <p:nvPr>
            <p:ph sz="quarter" idx="34" hasCustomPrompt="1"/>
          </p:nvPr>
        </p:nvSpPr>
        <p:spPr>
          <a:xfrm>
            <a:off x="5314769" y="5157841"/>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58" name="Espace réservé du contenu 12">
            <a:extLst>
              <a:ext uri="{FF2B5EF4-FFF2-40B4-BE49-F238E27FC236}">
                <a16:creationId xmlns:a16="http://schemas.microsoft.com/office/drawing/2014/main" id="{E3A46883-1CA1-41B5-829C-AE02DB324B35}"/>
              </a:ext>
            </a:extLst>
          </p:cNvPr>
          <p:cNvSpPr>
            <a:spLocks noGrp="1"/>
          </p:cNvSpPr>
          <p:nvPr>
            <p:ph sz="quarter" idx="35" hasCustomPrompt="1"/>
          </p:nvPr>
        </p:nvSpPr>
        <p:spPr>
          <a:xfrm>
            <a:off x="6985675" y="5157841"/>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59" name="Espace réservé du contenu 12">
            <a:extLst>
              <a:ext uri="{FF2B5EF4-FFF2-40B4-BE49-F238E27FC236}">
                <a16:creationId xmlns:a16="http://schemas.microsoft.com/office/drawing/2014/main" id="{35048BB4-8422-4CEF-97A5-D807984C0702}"/>
              </a:ext>
            </a:extLst>
          </p:cNvPr>
          <p:cNvSpPr>
            <a:spLocks noGrp="1"/>
          </p:cNvSpPr>
          <p:nvPr>
            <p:ph sz="quarter" idx="36" hasCustomPrompt="1"/>
          </p:nvPr>
        </p:nvSpPr>
        <p:spPr>
          <a:xfrm>
            <a:off x="8656582" y="5157841"/>
            <a:ext cx="775908" cy="754686"/>
          </a:xfrm>
          <a:prstGeom prst="rect">
            <a:avLst/>
          </a:prstGeom>
        </p:spPr>
        <p:txBody>
          <a:bodyPr anchor="t"/>
          <a:lstStyle>
            <a:lvl1pPr marL="0" indent="0" algn="ctr">
              <a:buNone/>
              <a:defRPr sz="650"/>
            </a:lvl1pPr>
          </a:lstStyle>
          <a:p>
            <a:pPr lvl="0"/>
            <a:r>
              <a:rPr lang="fr-FR"/>
              <a:t>Drag &amp; Drop</a:t>
            </a:r>
            <a:endParaRPr lang="en-US"/>
          </a:p>
        </p:txBody>
      </p:sp>
      <p:sp>
        <p:nvSpPr>
          <p:cNvPr id="60" name="Espace réservé du contenu 12">
            <a:extLst>
              <a:ext uri="{FF2B5EF4-FFF2-40B4-BE49-F238E27FC236}">
                <a16:creationId xmlns:a16="http://schemas.microsoft.com/office/drawing/2014/main" id="{324E096C-1CAA-4C8A-A720-E31C1A01767E}"/>
              </a:ext>
            </a:extLst>
          </p:cNvPr>
          <p:cNvSpPr>
            <a:spLocks noGrp="1"/>
          </p:cNvSpPr>
          <p:nvPr>
            <p:ph sz="quarter" idx="37" hasCustomPrompt="1"/>
          </p:nvPr>
        </p:nvSpPr>
        <p:spPr>
          <a:xfrm>
            <a:off x="10327489" y="5157841"/>
            <a:ext cx="775908" cy="754686"/>
          </a:xfrm>
          <a:prstGeom prst="rect">
            <a:avLst/>
          </a:prstGeom>
        </p:spPr>
        <p:txBody>
          <a:bodyPr anchor="t"/>
          <a:lstStyle>
            <a:lvl1pPr marL="0" indent="0" algn="ctr">
              <a:buNone/>
              <a:defRPr sz="650"/>
            </a:lvl1pPr>
          </a:lstStyle>
          <a:p>
            <a:pPr lvl="0"/>
            <a:r>
              <a:rPr lang="fr-FR"/>
              <a:t>Drag &amp; Drop</a:t>
            </a:r>
            <a:endParaRPr lang="en-US"/>
          </a:p>
        </p:txBody>
      </p:sp>
    </p:spTree>
    <p:extLst>
      <p:ext uri="{BB962C8B-B14F-4D97-AF65-F5344CB8AC3E}">
        <p14:creationId xmlns:p14="http://schemas.microsoft.com/office/powerpoint/2010/main" val="586390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3_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3EEA85-DFB4-BD68-8BB4-1B5801BB3508}"/>
              </a:ext>
            </a:extLst>
          </p:cNvPr>
          <p:cNvSpPr>
            <a:spLocks noGrp="1"/>
          </p:cNvSpPr>
          <p:nvPr>
            <p:ph type="title"/>
          </p:nvPr>
        </p:nvSpPr>
        <p:spPr/>
        <p:txBody>
          <a:bodyPr/>
          <a:lstStyle/>
          <a:p>
            <a:r>
              <a:rPr lang="en-US"/>
              <a:t>Click to edit Master title style</a:t>
            </a:r>
            <a:endParaRPr lang="nl-NL"/>
          </a:p>
        </p:txBody>
      </p:sp>
      <p:sp>
        <p:nvSpPr>
          <p:cNvPr id="3" name="Tijdelijke aanduiding voor datum 2">
            <a:extLst>
              <a:ext uri="{FF2B5EF4-FFF2-40B4-BE49-F238E27FC236}">
                <a16:creationId xmlns:a16="http://schemas.microsoft.com/office/drawing/2014/main" id="{98190C34-2CC5-B3ED-1F8E-112351328C83}"/>
              </a:ext>
            </a:extLst>
          </p:cNvPr>
          <p:cNvSpPr>
            <a:spLocks noGrp="1"/>
          </p:cNvSpPr>
          <p:nvPr>
            <p:ph type="dt" sz="half" idx="10"/>
          </p:nvPr>
        </p:nvSpPr>
        <p:spPr/>
        <p:txBody>
          <a:bodyPr/>
          <a:lstStyle/>
          <a:p>
            <a:fld id="{97D724BB-B06D-456B-989F-E4E6B54E3121}" type="datetime1">
              <a:rPr lang="nl-NL" smtClean="0"/>
              <a:t>17-11-2025</a:t>
            </a:fld>
            <a:endParaRPr lang="nl-NL"/>
          </a:p>
        </p:txBody>
      </p:sp>
      <p:sp>
        <p:nvSpPr>
          <p:cNvPr id="4" name="Tijdelijke aanduiding voor voettekst 3">
            <a:extLst>
              <a:ext uri="{FF2B5EF4-FFF2-40B4-BE49-F238E27FC236}">
                <a16:creationId xmlns:a16="http://schemas.microsoft.com/office/drawing/2014/main" id="{787019D9-E226-E995-5BB4-EAC600F5173E}"/>
              </a:ext>
            </a:extLst>
          </p:cNvPr>
          <p:cNvSpPr>
            <a:spLocks noGrp="1"/>
          </p:cNvSpPr>
          <p:nvPr>
            <p:ph type="ftr" sz="quarter" idx="11"/>
          </p:nvPr>
        </p:nvSpPr>
        <p:spPr/>
        <p:txBody>
          <a:bodyPr/>
          <a:lstStyle/>
          <a:p>
            <a:endParaRPr lang="nl-NL"/>
          </a:p>
        </p:txBody>
      </p:sp>
      <p:sp>
        <p:nvSpPr>
          <p:cNvPr id="5" name="Tijdelijke aanduiding voor dianummer 4">
            <a:extLst>
              <a:ext uri="{FF2B5EF4-FFF2-40B4-BE49-F238E27FC236}">
                <a16:creationId xmlns:a16="http://schemas.microsoft.com/office/drawing/2014/main" id="{11E47A91-B916-8AB9-41A3-CED18AFA8F05}"/>
              </a:ext>
            </a:extLst>
          </p:cNvPr>
          <p:cNvSpPr>
            <a:spLocks noGrp="1"/>
          </p:cNvSpPr>
          <p:nvPr>
            <p:ph type="sldNum" sz="quarter" idx="12"/>
          </p:nvPr>
        </p:nvSpPr>
        <p:spPr/>
        <p:txBody>
          <a:bodyPr/>
          <a:lstStyle/>
          <a:p>
            <a:fld id="{A648B885-FF76-47CB-8BBD-27E7EBF07CA9}" type="slidenum">
              <a:rPr lang="nl-NL" smtClean="0"/>
              <a:t>‹#›</a:t>
            </a:fld>
            <a:endParaRPr lang="nl-NL"/>
          </a:p>
        </p:txBody>
      </p:sp>
    </p:spTree>
    <p:extLst>
      <p:ext uri="{BB962C8B-B14F-4D97-AF65-F5344CB8AC3E}">
        <p14:creationId xmlns:p14="http://schemas.microsoft.com/office/powerpoint/2010/main" val="427191724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23C17B78-A4BA-827D-07E7-CF57F7A4932A}"/>
              </a:ext>
            </a:extLst>
          </p:cNvPr>
          <p:cNvSpPr>
            <a:spLocks noGrp="1"/>
          </p:cNvSpPr>
          <p:nvPr>
            <p:ph type="dt" sz="half" idx="10"/>
          </p:nvPr>
        </p:nvSpPr>
        <p:spPr/>
        <p:txBody>
          <a:bodyPr/>
          <a:lstStyle/>
          <a:p>
            <a:fld id="{406088AE-63DC-4099-90B6-C0DEFB5E6602}" type="datetime1">
              <a:rPr lang="nl-NL" smtClean="0"/>
              <a:t>17-11-2025</a:t>
            </a:fld>
            <a:endParaRPr lang="nl-NL"/>
          </a:p>
        </p:txBody>
      </p:sp>
      <p:sp>
        <p:nvSpPr>
          <p:cNvPr id="3" name="Tijdelijke aanduiding voor voettekst 2">
            <a:extLst>
              <a:ext uri="{FF2B5EF4-FFF2-40B4-BE49-F238E27FC236}">
                <a16:creationId xmlns:a16="http://schemas.microsoft.com/office/drawing/2014/main" id="{BB6AE795-CF6B-B62A-54F3-581343067A7C}"/>
              </a:ext>
            </a:extLst>
          </p:cNvPr>
          <p:cNvSpPr>
            <a:spLocks noGrp="1"/>
          </p:cNvSpPr>
          <p:nvPr>
            <p:ph type="ftr" sz="quarter" idx="11"/>
          </p:nvPr>
        </p:nvSpPr>
        <p:spPr/>
        <p:txBody>
          <a:bodyPr/>
          <a:lstStyle/>
          <a:p>
            <a:endParaRPr lang="nl-NL"/>
          </a:p>
        </p:txBody>
      </p:sp>
      <p:sp>
        <p:nvSpPr>
          <p:cNvPr id="4" name="Tijdelijke aanduiding voor dianummer 3">
            <a:extLst>
              <a:ext uri="{FF2B5EF4-FFF2-40B4-BE49-F238E27FC236}">
                <a16:creationId xmlns:a16="http://schemas.microsoft.com/office/drawing/2014/main" id="{B6DEACBB-EA0E-2C61-9483-4FEA12873515}"/>
              </a:ext>
            </a:extLst>
          </p:cNvPr>
          <p:cNvSpPr>
            <a:spLocks noGrp="1"/>
          </p:cNvSpPr>
          <p:nvPr>
            <p:ph type="sldNum" sz="quarter" idx="12"/>
          </p:nvPr>
        </p:nvSpPr>
        <p:spPr/>
        <p:txBody>
          <a:bodyPr/>
          <a:lstStyle/>
          <a:p>
            <a:fld id="{A648B885-FF76-47CB-8BBD-27E7EBF07CA9}" type="slidenum">
              <a:rPr lang="nl-NL" smtClean="0"/>
              <a:t>‹#›</a:t>
            </a:fld>
            <a:endParaRPr lang="nl-NL"/>
          </a:p>
        </p:txBody>
      </p:sp>
    </p:spTree>
    <p:extLst>
      <p:ext uri="{BB962C8B-B14F-4D97-AF65-F5344CB8AC3E}">
        <p14:creationId xmlns:p14="http://schemas.microsoft.com/office/powerpoint/2010/main" val="36724480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Only" preserve="1">
  <p:cSld name="Titel zonder balk">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3EEA85-DFB4-BD68-8BB4-1B5801BB3508}"/>
              </a:ext>
            </a:extLst>
          </p:cNvPr>
          <p:cNvSpPr>
            <a:spLocks noGrp="1"/>
          </p:cNvSpPr>
          <p:nvPr>
            <p:ph type="title"/>
          </p:nvPr>
        </p:nvSpPr>
        <p:spPr/>
        <p:txBody>
          <a:bodyPr/>
          <a:lstStyle/>
          <a:p>
            <a:r>
              <a:rPr lang="en-US"/>
              <a:t>Click to edit Master title style</a:t>
            </a:r>
            <a:endParaRPr lang="nl-NL"/>
          </a:p>
        </p:txBody>
      </p:sp>
      <p:sp>
        <p:nvSpPr>
          <p:cNvPr id="3" name="Tijdelijke aanduiding voor datum 2">
            <a:extLst>
              <a:ext uri="{FF2B5EF4-FFF2-40B4-BE49-F238E27FC236}">
                <a16:creationId xmlns:a16="http://schemas.microsoft.com/office/drawing/2014/main" id="{98190C34-2CC5-B3ED-1F8E-112351328C83}"/>
              </a:ext>
            </a:extLst>
          </p:cNvPr>
          <p:cNvSpPr>
            <a:spLocks noGrp="1"/>
          </p:cNvSpPr>
          <p:nvPr>
            <p:ph type="dt" sz="half" idx="10"/>
          </p:nvPr>
        </p:nvSpPr>
        <p:spPr>
          <a:xfrm>
            <a:off x="320734" y="6858000"/>
            <a:ext cx="1981596" cy="365125"/>
          </a:xfrm>
        </p:spPr>
        <p:txBody>
          <a:bodyPr/>
          <a:lstStyle/>
          <a:p>
            <a:fld id="{97D724BB-B06D-456B-989F-E4E6B54E3121}" type="datetime1">
              <a:rPr lang="nl-NL" smtClean="0"/>
              <a:t>17-11-2025</a:t>
            </a:fld>
            <a:endParaRPr lang="nl-NL"/>
          </a:p>
        </p:txBody>
      </p:sp>
      <p:sp>
        <p:nvSpPr>
          <p:cNvPr id="4" name="Tijdelijke aanduiding voor voettekst 3">
            <a:extLst>
              <a:ext uri="{FF2B5EF4-FFF2-40B4-BE49-F238E27FC236}">
                <a16:creationId xmlns:a16="http://schemas.microsoft.com/office/drawing/2014/main" id="{787019D9-E226-E995-5BB4-EAC600F5173E}"/>
              </a:ext>
            </a:extLst>
          </p:cNvPr>
          <p:cNvSpPr>
            <a:spLocks noGrp="1"/>
          </p:cNvSpPr>
          <p:nvPr>
            <p:ph type="ftr" sz="quarter" idx="11"/>
          </p:nvPr>
        </p:nvSpPr>
        <p:spPr>
          <a:xfrm>
            <a:off x="2411186" y="6858000"/>
            <a:ext cx="8588828" cy="365125"/>
          </a:xfrm>
        </p:spPr>
        <p:txBody>
          <a:bodyPr/>
          <a:lstStyle/>
          <a:p>
            <a:endParaRPr lang="nl-NL"/>
          </a:p>
        </p:txBody>
      </p:sp>
      <p:sp>
        <p:nvSpPr>
          <p:cNvPr id="5" name="Tijdelijke aanduiding voor dianummer 4">
            <a:extLst>
              <a:ext uri="{FF2B5EF4-FFF2-40B4-BE49-F238E27FC236}">
                <a16:creationId xmlns:a16="http://schemas.microsoft.com/office/drawing/2014/main" id="{11E47A91-B916-8AB9-41A3-CED18AFA8F05}"/>
              </a:ext>
            </a:extLst>
          </p:cNvPr>
          <p:cNvSpPr>
            <a:spLocks noGrp="1"/>
          </p:cNvSpPr>
          <p:nvPr>
            <p:ph type="sldNum" sz="quarter" idx="12"/>
          </p:nvPr>
        </p:nvSpPr>
        <p:spPr>
          <a:xfrm>
            <a:off x="11119757" y="6858000"/>
            <a:ext cx="768135" cy="365125"/>
          </a:xfrm>
        </p:spPr>
        <p:txBody>
          <a:bodyPr/>
          <a:lstStyle/>
          <a:p>
            <a:fld id="{A648B885-FF76-47CB-8BBD-27E7EBF07CA9}" type="slidenum">
              <a:rPr lang="nl-NL" smtClean="0"/>
              <a:t>‹#›</a:t>
            </a:fld>
            <a:endParaRPr lang="nl-NL"/>
          </a:p>
        </p:txBody>
      </p:sp>
      <p:pic>
        <p:nvPicPr>
          <p:cNvPr id="6" name="ArtworkLogo">
            <a:extLst>
              <a:ext uri="{FF2B5EF4-FFF2-40B4-BE49-F238E27FC236}">
                <a16:creationId xmlns:a16="http://schemas.microsoft.com/office/drawing/2014/main" id="{CE968CEF-3847-9879-E923-ED64E3E348B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283929" y="303802"/>
            <a:ext cx="1629294" cy="830672"/>
          </a:xfrm>
          <a:prstGeom prst="rect">
            <a:avLst/>
          </a:prstGeom>
        </p:spPr>
      </p:pic>
    </p:spTree>
    <p:extLst>
      <p:ext uri="{BB962C8B-B14F-4D97-AF65-F5344CB8AC3E}">
        <p14:creationId xmlns:p14="http://schemas.microsoft.com/office/powerpoint/2010/main" val="190609021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134182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Eindedia algemeen">
    <p:spTree>
      <p:nvGrpSpPr>
        <p:cNvPr id="1" name=""/>
        <p:cNvGrpSpPr/>
        <p:nvPr/>
      </p:nvGrpSpPr>
      <p:grpSpPr>
        <a:xfrm>
          <a:off x="0" y="0"/>
          <a:ext cx="0" cy="0"/>
          <a:chOff x="0" y="0"/>
          <a:chExt cx="0" cy="0"/>
        </a:xfrm>
      </p:grpSpPr>
      <p:pic>
        <p:nvPicPr>
          <p:cNvPr id="6" name="Graphic 18">
            <a:extLst>
              <a:ext uri="{FF2B5EF4-FFF2-40B4-BE49-F238E27FC236}">
                <a16:creationId xmlns:a16="http://schemas.microsoft.com/office/drawing/2014/main" id="{E3EC554F-9B3F-7C4B-6145-7BAE0BB01EA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4868487" cy="6878068"/>
          </a:xfrm>
          <a:prstGeom prst="rect">
            <a:avLst/>
          </a:prstGeom>
        </p:spPr>
      </p:pic>
      <p:sp>
        <p:nvSpPr>
          <p:cNvPr id="7" name="Rechthoek 6">
            <a:extLst>
              <a:ext uri="{FF2B5EF4-FFF2-40B4-BE49-F238E27FC236}">
                <a16:creationId xmlns:a16="http://schemas.microsoft.com/office/drawing/2014/main" id="{CBFD2F8A-C1A5-25EB-8679-C5C51A188736}"/>
              </a:ext>
            </a:extLst>
          </p:cNvPr>
          <p:cNvSpPr/>
          <p:nvPr userDrawn="1"/>
        </p:nvSpPr>
        <p:spPr>
          <a:xfrm>
            <a:off x="4868487" y="-1"/>
            <a:ext cx="7323513" cy="685800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9" name="Tekstvak 8">
            <a:extLst>
              <a:ext uri="{FF2B5EF4-FFF2-40B4-BE49-F238E27FC236}">
                <a16:creationId xmlns:a16="http://schemas.microsoft.com/office/drawing/2014/main" id="{DB1F7B06-5084-51E1-289D-351C72E889AB}"/>
              </a:ext>
            </a:extLst>
          </p:cNvPr>
          <p:cNvSpPr txBox="1"/>
          <p:nvPr userDrawn="1"/>
        </p:nvSpPr>
        <p:spPr>
          <a:xfrm>
            <a:off x="6240463" y="2371461"/>
            <a:ext cx="3836639" cy="3897477"/>
          </a:xfrm>
          <a:prstGeom prst="rect">
            <a:avLst/>
          </a:prstGeom>
          <a:noFill/>
        </p:spPr>
        <p:txBody>
          <a:bodyPr wrap="square">
            <a:spAutoFit/>
          </a:bodyPr>
          <a:lstStyle/>
          <a:p>
            <a:pPr>
              <a:lnSpc>
                <a:spcPct val="107000"/>
              </a:lnSpc>
            </a:pPr>
            <a:r>
              <a:rPr lang="nl-NL" sz="2400" b="1" dirty="0" err="1">
                <a:solidFill>
                  <a:srgbClr val="FFFFFF"/>
                </a:solidFill>
                <a:effectLst/>
                <a:latin typeface="Tenorite" panose="00000500000000000000" pitchFamily="2" charset="0"/>
                <a:ea typeface="Tenorite" panose="00000500000000000000" pitchFamily="2" charset="0"/>
                <a:cs typeface="Myanmar Text" panose="020B0502040204020203" pitchFamily="34" charset="0"/>
              </a:rPr>
              <a:t>Geonovum</a:t>
            </a:r>
            <a:endParaRPr lang="nl-NL" sz="1600" dirty="0">
              <a:solidFill>
                <a:srgbClr val="3C3C3C"/>
              </a:solidFill>
              <a:effectLst/>
              <a:latin typeface="Tenorite" panose="00000500000000000000" pitchFamily="2" charset="0"/>
              <a:ea typeface="Tenorite" panose="00000500000000000000" pitchFamily="2" charset="0"/>
              <a:cs typeface="Myanmar Text" panose="020B0502040204020203" pitchFamily="34" charset="0"/>
            </a:endParaRPr>
          </a:p>
          <a:p>
            <a:pPr>
              <a:lnSpc>
                <a:spcPct val="107000"/>
              </a:lnSpc>
              <a:tabLst>
                <a:tab pos="180340" algn="l"/>
              </a:tabLst>
            </a:pPr>
            <a:r>
              <a:rPr lang="en-GB" sz="1600" b="1" dirty="0">
                <a:solidFill>
                  <a:srgbClr val="FFFFFF"/>
                </a:solidFill>
                <a:effectLst/>
                <a:latin typeface="Tenorite" panose="00000500000000000000" pitchFamily="2" charset="0"/>
                <a:ea typeface="Tenorite" panose="00000500000000000000" pitchFamily="2" charset="0"/>
                <a:cs typeface="Myanmar Text" panose="020B0502040204020203" pitchFamily="34" charset="0"/>
              </a:rPr>
              <a:t>T	</a:t>
            </a:r>
            <a:r>
              <a:rPr lang="en-GB" sz="1600" dirty="0">
                <a:solidFill>
                  <a:srgbClr val="FFFFFF"/>
                </a:solidFill>
                <a:effectLst/>
                <a:latin typeface="Tenorite" panose="00000500000000000000" pitchFamily="2" charset="0"/>
                <a:ea typeface="Tenorite" panose="00000500000000000000" pitchFamily="2" charset="0"/>
                <a:cs typeface="Myanmar Text" panose="020B0502040204020203" pitchFamily="34" charset="0"/>
              </a:rPr>
              <a:t>033 460 41 00</a:t>
            </a:r>
            <a:endParaRPr lang="nl-NL" sz="1600" dirty="0">
              <a:solidFill>
                <a:srgbClr val="3C3C3C"/>
              </a:solidFill>
              <a:effectLst/>
              <a:latin typeface="Tenorite" panose="00000500000000000000" pitchFamily="2" charset="0"/>
              <a:ea typeface="Tenorite" panose="00000500000000000000" pitchFamily="2" charset="0"/>
              <a:cs typeface="Myanmar Text" panose="020B0502040204020203" pitchFamily="34" charset="0"/>
            </a:endParaRPr>
          </a:p>
          <a:p>
            <a:pPr>
              <a:lnSpc>
                <a:spcPct val="107000"/>
              </a:lnSpc>
              <a:tabLst>
                <a:tab pos="180340" algn="l"/>
              </a:tabLst>
            </a:pPr>
            <a:r>
              <a:rPr lang="en-GB" sz="1600" b="1" dirty="0">
                <a:solidFill>
                  <a:srgbClr val="FFFFFF"/>
                </a:solidFill>
                <a:effectLst/>
                <a:latin typeface="Tenorite" panose="00000500000000000000" pitchFamily="2" charset="0"/>
                <a:ea typeface="Tenorite" panose="00000500000000000000" pitchFamily="2" charset="0"/>
                <a:cs typeface="Myanmar Text" panose="020B0502040204020203" pitchFamily="34" charset="0"/>
              </a:rPr>
              <a:t>E	</a:t>
            </a:r>
            <a:r>
              <a:rPr lang="en-GB" sz="1600" dirty="0">
                <a:solidFill>
                  <a:srgbClr val="FFFFFF"/>
                </a:solidFill>
                <a:effectLst/>
                <a:latin typeface="Tenorite" panose="00000500000000000000" pitchFamily="2" charset="0"/>
                <a:ea typeface="Tenorite" panose="00000500000000000000" pitchFamily="2" charset="0"/>
                <a:cs typeface="Myanmar Text" panose="020B0502040204020203" pitchFamily="34" charset="0"/>
              </a:rPr>
              <a:t>info@geonovum.nl</a:t>
            </a:r>
            <a:endParaRPr lang="nl-NL" sz="1600" dirty="0">
              <a:solidFill>
                <a:srgbClr val="3C3C3C"/>
              </a:solidFill>
              <a:effectLst/>
              <a:latin typeface="Tenorite" panose="00000500000000000000" pitchFamily="2" charset="0"/>
              <a:ea typeface="Tenorite" panose="00000500000000000000" pitchFamily="2" charset="0"/>
              <a:cs typeface="Myanmar Text" panose="020B0502040204020203" pitchFamily="34" charset="0"/>
            </a:endParaRPr>
          </a:p>
          <a:p>
            <a:pPr>
              <a:lnSpc>
                <a:spcPct val="107000"/>
              </a:lnSpc>
              <a:tabLst>
                <a:tab pos="180340" algn="l"/>
              </a:tabLst>
            </a:pPr>
            <a:r>
              <a:rPr lang="en-GB" sz="1600" b="1" dirty="0">
                <a:solidFill>
                  <a:srgbClr val="FFFFFF"/>
                </a:solidFill>
                <a:effectLst/>
                <a:latin typeface="Tenorite" panose="00000500000000000000" pitchFamily="2" charset="0"/>
                <a:ea typeface="Tenorite" panose="00000500000000000000" pitchFamily="2" charset="0"/>
                <a:cs typeface="Myanmar Text" panose="020B0502040204020203" pitchFamily="34" charset="0"/>
              </a:rPr>
              <a:t>I</a:t>
            </a:r>
            <a:r>
              <a:rPr lang="en-GB" sz="1600" dirty="0">
                <a:solidFill>
                  <a:srgbClr val="FFFFFF"/>
                </a:solidFill>
                <a:effectLst/>
                <a:latin typeface="Tenorite" panose="00000500000000000000" pitchFamily="2" charset="0"/>
                <a:ea typeface="Tenorite" panose="00000500000000000000" pitchFamily="2" charset="0"/>
                <a:cs typeface="Myanmar Text" panose="020B0502040204020203" pitchFamily="34" charset="0"/>
              </a:rPr>
              <a:t>	</a:t>
            </a:r>
            <a:r>
              <a:rPr lang="nl-NL" sz="1600" dirty="0">
                <a:solidFill>
                  <a:srgbClr val="FFFFFF"/>
                </a:solidFill>
                <a:effectLst/>
                <a:latin typeface="Tenorite" panose="00000500000000000000" pitchFamily="2" charset="0"/>
                <a:ea typeface="Tenorite" panose="00000500000000000000" pitchFamily="2" charset="0"/>
                <a:cs typeface="Myanmar Text" panose="020B0502040204020203" pitchFamily="34" charset="0"/>
              </a:rPr>
              <a:t>www.geonovum.nl</a:t>
            </a:r>
            <a:endParaRPr lang="nl-NL" sz="1600" dirty="0">
              <a:solidFill>
                <a:srgbClr val="3C3C3C"/>
              </a:solidFill>
              <a:effectLst/>
              <a:latin typeface="Tenorite" panose="00000500000000000000" pitchFamily="2" charset="0"/>
              <a:ea typeface="Tenorite" panose="00000500000000000000" pitchFamily="2" charset="0"/>
              <a:cs typeface="Myanmar Text" panose="020B0502040204020203" pitchFamily="34" charset="0"/>
            </a:endParaRPr>
          </a:p>
          <a:p>
            <a:pPr>
              <a:lnSpc>
                <a:spcPct val="107000"/>
              </a:lnSpc>
            </a:pPr>
            <a:r>
              <a:rPr lang="nl-NL" sz="1600" b="1" dirty="0">
                <a:solidFill>
                  <a:srgbClr val="FFFFFF"/>
                </a:solidFill>
                <a:effectLst/>
                <a:latin typeface="Tenorite" panose="00000500000000000000" pitchFamily="2" charset="0"/>
                <a:ea typeface="Tenorite" panose="00000500000000000000" pitchFamily="2" charset="0"/>
                <a:cs typeface="Myanmar Text" panose="020B0502040204020203" pitchFamily="34" charset="0"/>
              </a:rPr>
              <a:t> </a:t>
            </a:r>
            <a:endParaRPr lang="nl-NL" sz="1600" dirty="0">
              <a:solidFill>
                <a:srgbClr val="3C3C3C"/>
              </a:solidFill>
              <a:effectLst/>
              <a:latin typeface="Tenorite" panose="00000500000000000000" pitchFamily="2" charset="0"/>
              <a:ea typeface="Tenorite" panose="00000500000000000000" pitchFamily="2" charset="0"/>
              <a:cs typeface="Myanmar Text" panose="020B0502040204020203" pitchFamily="34" charset="0"/>
            </a:endParaRPr>
          </a:p>
          <a:p>
            <a:pPr>
              <a:lnSpc>
                <a:spcPct val="107000"/>
              </a:lnSpc>
            </a:pPr>
            <a:r>
              <a:rPr lang="nl-NL" sz="1600" b="1" dirty="0">
                <a:solidFill>
                  <a:srgbClr val="FFFFFF"/>
                </a:solidFill>
                <a:effectLst/>
                <a:latin typeface="Tenorite" panose="00000500000000000000" pitchFamily="2" charset="0"/>
                <a:ea typeface="Tenorite" panose="00000500000000000000" pitchFamily="2" charset="0"/>
                <a:cs typeface="Myanmar Text" panose="020B0502040204020203" pitchFamily="34" charset="0"/>
              </a:rPr>
              <a:t>bezoekadres</a:t>
            </a:r>
            <a:endParaRPr lang="nl-NL" sz="1600" dirty="0">
              <a:solidFill>
                <a:srgbClr val="3C3C3C"/>
              </a:solidFill>
              <a:effectLst/>
              <a:latin typeface="Tenorite" panose="00000500000000000000" pitchFamily="2" charset="0"/>
              <a:ea typeface="Tenorite" panose="00000500000000000000" pitchFamily="2" charset="0"/>
              <a:cs typeface="Myanmar Text" panose="020B0502040204020203" pitchFamily="34" charset="0"/>
            </a:endParaRPr>
          </a:p>
          <a:p>
            <a:pPr>
              <a:lnSpc>
                <a:spcPct val="107000"/>
              </a:lnSpc>
            </a:pPr>
            <a:r>
              <a:rPr lang="nl-NL" sz="1600" dirty="0" err="1">
                <a:solidFill>
                  <a:srgbClr val="FFFFFF"/>
                </a:solidFill>
                <a:effectLst/>
                <a:latin typeface="Tenorite" panose="00000500000000000000" pitchFamily="2" charset="0"/>
                <a:ea typeface="Tenorite" panose="00000500000000000000" pitchFamily="2" charset="0"/>
                <a:cs typeface="Myanmar Text" panose="020B0502040204020203" pitchFamily="34" charset="0"/>
              </a:rPr>
              <a:t>Barchman</a:t>
            </a:r>
            <a:r>
              <a:rPr lang="nl-NL" sz="1600" dirty="0">
                <a:solidFill>
                  <a:srgbClr val="FFFFFF"/>
                </a:solidFill>
                <a:effectLst/>
                <a:latin typeface="Tenorite" panose="00000500000000000000" pitchFamily="2" charset="0"/>
                <a:ea typeface="Tenorite" panose="00000500000000000000" pitchFamily="2" charset="0"/>
                <a:cs typeface="Myanmar Text" panose="020B0502040204020203" pitchFamily="34" charset="0"/>
              </a:rPr>
              <a:t> </a:t>
            </a:r>
            <a:r>
              <a:rPr lang="nl-NL" sz="1600" dirty="0" err="1">
                <a:solidFill>
                  <a:srgbClr val="FFFFFF"/>
                </a:solidFill>
                <a:effectLst/>
                <a:latin typeface="Tenorite" panose="00000500000000000000" pitchFamily="2" charset="0"/>
                <a:ea typeface="Tenorite" panose="00000500000000000000" pitchFamily="2" charset="0"/>
                <a:cs typeface="Myanmar Text" panose="020B0502040204020203" pitchFamily="34" charset="0"/>
              </a:rPr>
              <a:t>Wuytierslaan</a:t>
            </a:r>
            <a:r>
              <a:rPr lang="nl-NL" sz="1600" dirty="0">
                <a:solidFill>
                  <a:srgbClr val="FFFFFF"/>
                </a:solidFill>
                <a:effectLst/>
                <a:latin typeface="Tenorite" panose="00000500000000000000" pitchFamily="2" charset="0"/>
                <a:ea typeface="Tenorite" panose="00000500000000000000" pitchFamily="2" charset="0"/>
                <a:cs typeface="Myanmar Text" panose="020B0502040204020203" pitchFamily="34" charset="0"/>
              </a:rPr>
              <a:t> 10</a:t>
            </a:r>
            <a:endParaRPr lang="nl-NL" sz="1600" dirty="0">
              <a:solidFill>
                <a:srgbClr val="3C3C3C"/>
              </a:solidFill>
              <a:effectLst/>
              <a:latin typeface="Tenorite" panose="00000500000000000000" pitchFamily="2" charset="0"/>
              <a:ea typeface="Tenorite" panose="00000500000000000000" pitchFamily="2" charset="0"/>
              <a:cs typeface="Myanmar Text" panose="020B0502040204020203" pitchFamily="34" charset="0"/>
            </a:endParaRPr>
          </a:p>
          <a:p>
            <a:pPr>
              <a:lnSpc>
                <a:spcPct val="107000"/>
              </a:lnSpc>
            </a:pPr>
            <a:r>
              <a:rPr lang="en-GB" sz="1600" dirty="0">
                <a:solidFill>
                  <a:srgbClr val="FFFFFF"/>
                </a:solidFill>
                <a:effectLst/>
                <a:latin typeface="Tenorite" panose="00000500000000000000" pitchFamily="2" charset="0"/>
                <a:ea typeface="Tenorite" panose="00000500000000000000" pitchFamily="2" charset="0"/>
                <a:cs typeface="Myanmar Text" panose="020B0502040204020203" pitchFamily="34" charset="0"/>
              </a:rPr>
              <a:t>3818 LH Amersfoort</a:t>
            </a:r>
            <a:endParaRPr lang="nl-NL" sz="1600" dirty="0">
              <a:solidFill>
                <a:srgbClr val="3C3C3C"/>
              </a:solidFill>
              <a:effectLst/>
              <a:latin typeface="Tenorite" panose="00000500000000000000" pitchFamily="2" charset="0"/>
              <a:ea typeface="Tenorite" panose="00000500000000000000" pitchFamily="2" charset="0"/>
              <a:cs typeface="Myanmar Text" panose="020B0502040204020203" pitchFamily="34" charset="0"/>
            </a:endParaRPr>
          </a:p>
          <a:p>
            <a:pPr>
              <a:lnSpc>
                <a:spcPct val="107000"/>
              </a:lnSpc>
            </a:pPr>
            <a:r>
              <a:rPr lang="nl-NL" sz="1600" b="1" dirty="0">
                <a:solidFill>
                  <a:srgbClr val="FFFFFF"/>
                </a:solidFill>
                <a:effectLst/>
                <a:latin typeface="Tenorite" panose="00000500000000000000" pitchFamily="2" charset="0"/>
                <a:ea typeface="Tenorite" panose="00000500000000000000" pitchFamily="2" charset="0"/>
                <a:cs typeface="Myanmar Text" panose="020B0502040204020203" pitchFamily="34" charset="0"/>
              </a:rPr>
              <a:t>	</a:t>
            </a:r>
            <a:endParaRPr lang="nl-NL" sz="1600" dirty="0">
              <a:solidFill>
                <a:srgbClr val="3C3C3C"/>
              </a:solidFill>
              <a:effectLst/>
              <a:latin typeface="Tenorite" panose="00000500000000000000" pitchFamily="2" charset="0"/>
              <a:ea typeface="Tenorite" panose="00000500000000000000" pitchFamily="2" charset="0"/>
              <a:cs typeface="Myanmar Text" panose="020B0502040204020203" pitchFamily="34" charset="0"/>
            </a:endParaRPr>
          </a:p>
          <a:p>
            <a:pPr>
              <a:lnSpc>
                <a:spcPct val="107000"/>
              </a:lnSpc>
            </a:pPr>
            <a:r>
              <a:rPr lang="en-GB" sz="1600" dirty="0">
                <a:solidFill>
                  <a:srgbClr val="FFFFFF"/>
                </a:solidFill>
                <a:effectLst/>
                <a:latin typeface="Tenorite" panose="00000500000000000000" pitchFamily="2" charset="0"/>
                <a:ea typeface="Tenorite" panose="00000500000000000000" pitchFamily="2" charset="0"/>
                <a:cs typeface="Myanmar Text" panose="020B0502040204020203" pitchFamily="34" charset="0"/>
              </a:rPr>
              <a:t> </a:t>
            </a:r>
            <a:endParaRPr lang="nl-NL" sz="1600" dirty="0">
              <a:solidFill>
                <a:srgbClr val="3C3C3C"/>
              </a:solidFill>
              <a:effectLst/>
              <a:latin typeface="Tenorite" panose="00000500000000000000" pitchFamily="2" charset="0"/>
              <a:ea typeface="Tenorite" panose="00000500000000000000" pitchFamily="2" charset="0"/>
              <a:cs typeface="Myanmar Text" panose="020B0502040204020203" pitchFamily="34" charset="0"/>
            </a:endParaRPr>
          </a:p>
          <a:p>
            <a:pPr>
              <a:lnSpc>
                <a:spcPct val="107000"/>
              </a:lnSpc>
            </a:pPr>
            <a:r>
              <a:rPr lang="en-GB" sz="1600" b="1" dirty="0" err="1">
                <a:solidFill>
                  <a:srgbClr val="FFFFFF"/>
                </a:solidFill>
                <a:effectLst/>
                <a:latin typeface="Tenorite" panose="00000500000000000000" pitchFamily="2" charset="0"/>
                <a:ea typeface="Tenorite" panose="00000500000000000000" pitchFamily="2" charset="0"/>
                <a:cs typeface="Myanmar Text" panose="020B0502040204020203" pitchFamily="34" charset="0"/>
              </a:rPr>
              <a:t>postadres</a:t>
            </a:r>
            <a:endParaRPr lang="nl-NL" sz="1600" dirty="0">
              <a:solidFill>
                <a:srgbClr val="3C3C3C"/>
              </a:solidFill>
              <a:effectLst/>
              <a:latin typeface="Tenorite" panose="00000500000000000000" pitchFamily="2" charset="0"/>
              <a:ea typeface="Tenorite" panose="00000500000000000000" pitchFamily="2" charset="0"/>
              <a:cs typeface="Myanmar Text" panose="020B0502040204020203" pitchFamily="34" charset="0"/>
            </a:endParaRPr>
          </a:p>
          <a:p>
            <a:pPr>
              <a:lnSpc>
                <a:spcPct val="107000"/>
              </a:lnSpc>
            </a:pPr>
            <a:r>
              <a:rPr lang="en-GB" sz="1600" dirty="0">
                <a:solidFill>
                  <a:srgbClr val="FFFFFF"/>
                </a:solidFill>
                <a:effectLst/>
                <a:latin typeface="Tenorite" panose="00000500000000000000" pitchFamily="2" charset="0"/>
                <a:ea typeface="Tenorite" panose="00000500000000000000" pitchFamily="2" charset="0"/>
                <a:cs typeface="Myanmar Text" panose="020B0502040204020203" pitchFamily="34" charset="0"/>
              </a:rPr>
              <a:t>Postbus 508</a:t>
            </a:r>
            <a:endParaRPr lang="nl-NL" sz="1600" dirty="0">
              <a:solidFill>
                <a:srgbClr val="3C3C3C"/>
              </a:solidFill>
              <a:effectLst/>
              <a:latin typeface="Tenorite" panose="00000500000000000000" pitchFamily="2" charset="0"/>
              <a:ea typeface="Tenorite" panose="00000500000000000000" pitchFamily="2" charset="0"/>
              <a:cs typeface="Myanmar Text" panose="020B0502040204020203" pitchFamily="34" charset="0"/>
            </a:endParaRPr>
          </a:p>
          <a:p>
            <a:pPr>
              <a:lnSpc>
                <a:spcPct val="107000"/>
              </a:lnSpc>
            </a:pPr>
            <a:r>
              <a:rPr lang="en-GB" sz="1600" dirty="0">
                <a:solidFill>
                  <a:srgbClr val="FFFFFF"/>
                </a:solidFill>
                <a:effectLst/>
                <a:latin typeface="Tenorite" panose="00000500000000000000" pitchFamily="2" charset="0"/>
                <a:ea typeface="Tenorite" panose="00000500000000000000" pitchFamily="2" charset="0"/>
                <a:cs typeface="Myanmar Text" panose="020B0502040204020203" pitchFamily="34" charset="0"/>
              </a:rPr>
              <a:t>3800 AM Amersfoort</a:t>
            </a:r>
            <a:endParaRPr lang="nl-NL" sz="1600" dirty="0">
              <a:solidFill>
                <a:srgbClr val="3C3C3C"/>
              </a:solidFill>
              <a:effectLst/>
              <a:latin typeface="Tenorite" panose="00000500000000000000" pitchFamily="2" charset="0"/>
              <a:ea typeface="Tenorite" panose="00000500000000000000" pitchFamily="2" charset="0"/>
              <a:cs typeface="Myanmar Text" panose="020B0502040204020203" pitchFamily="34" charset="0"/>
            </a:endParaRPr>
          </a:p>
          <a:p>
            <a:pPr>
              <a:lnSpc>
                <a:spcPct val="107000"/>
              </a:lnSpc>
            </a:pPr>
            <a:r>
              <a:rPr lang="nl-NL" sz="1600" b="1" dirty="0">
                <a:solidFill>
                  <a:srgbClr val="FFFFFF"/>
                </a:solidFill>
                <a:effectLst/>
                <a:latin typeface="Tenorite" panose="00000500000000000000" pitchFamily="2" charset="0"/>
                <a:ea typeface="Tenorite" panose="00000500000000000000" pitchFamily="2" charset="0"/>
                <a:cs typeface="Myanmar Text" panose="020B0502040204020203" pitchFamily="34" charset="0"/>
              </a:rPr>
              <a:t>	</a:t>
            </a:r>
            <a:endParaRPr lang="nl-NL" sz="1600" dirty="0">
              <a:solidFill>
                <a:srgbClr val="3C3C3C"/>
              </a:solidFill>
              <a:effectLst/>
              <a:latin typeface="Tenorite" panose="00000500000000000000" pitchFamily="2" charset="0"/>
              <a:ea typeface="Tenorite" panose="00000500000000000000" pitchFamily="2" charset="0"/>
              <a:cs typeface="Myanmar Text" panose="020B0502040204020203" pitchFamily="34" charset="0"/>
            </a:endParaRPr>
          </a:p>
        </p:txBody>
      </p:sp>
      <p:sp>
        <p:nvSpPr>
          <p:cNvPr id="11" name="Titel 16">
            <a:extLst>
              <a:ext uri="{FF2B5EF4-FFF2-40B4-BE49-F238E27FC236}">
                <a16:creationId xmlns:a16="http://schemas.microsoft.com/office/drawing/2014/main" id="{FE0A2F16-9901-6079-8E9E-B74B0C3DE027}"/>
              </a:ext>
            </a:extLst>
          </p:cNvPr>
          <p:cNvSpPr>
            <a:spLocks noGrp="1"/>
          </p:cNvSpPr>
          <p:nvPr>
            <p:ph type="title" hasCustomPrompt="1"/>
          </p:nvPr>
        </p:nvSpPr>
        <p:spPr>
          <a:xfrm>
            <a:off x="6240462" y="296864"/>
            <a:ext cx="5651501" cy="1749650"/>
          </a:xfrm>
        </p:spPr>
        <p:txBody>
          <a:bodyPr anchor="b">
            <a:normAutofit/>
          </a:bodyPr>
          <a:lstStyle>
            <a:lvl1pPr>
              <a:defRPr sz="4400">
                <a:solidFill>
                  <a:schemeClr val="bg1"/>
                </a:solidFill>
              </a:defRPr>
            </a:lvl1pPr>
          </a:lstStyle>
          <a:p>
            <a:r>
              <a:rPr lang="nl-NL" dirty="0"/>
              <a:t>Bedankt!</a:t>
            </a:r>
          </a:p>
        </p:txBody>
      </p:sp>
    </p:spTree>
    <p:extLst>
      <p:ext uri="{BB962C8B-B14F-4D97-AF65-F5344CB8AC3E}">
        <p14:creationId xmlns:p14="http://schemas.microsoft.com/office/powerpoint/2010/main" val="418600355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Eindedia persoon met contact">
    <p:spTree>
      <p:nvGrpSpPr>
        <p:cNvPr id="1" name=""/>
        <p:cNvGrpSpPr/>
        <p:nvPr/>
      </p:nvGrpSpPr>
      <p:grpSpPr>
        <a:xfrm>
          <a:off x="0" y="0"/>
          <a:ext cx="0" cy="0"/>
          <a:chOff x="0" y="0"/>
          <a:chExt cx="0" cy="0"/>
        </a:xfrm>
      </p:grpSpPr>
      <p:sp>
        <p:nvSpPr>
          <p:cNvPr id="7" name="Rechthoek 6">
            <a:extLst>
              <a:ext uri="{FF2B5EF4-FFF2-40B4-BE49-F238E27FC236}">
                <a16:creationId xmlns:a16="http://schemas.microsoft.com/office/drawing/2014/main" id="{CBFD2F8A-C1A5-25EB-8679-C5C51A188736}"/>
              </a:ext>
            </a:extLst>
          </p:cNvPr>
          <p:cNvSpPr/>
          <p:nvPr userDrawn="1"/>
        </p:nvSpPr>
        <p:spPr>
          <a:xfrm>
            <a:off x="4868487" y="-1"/>
            <a:ext cx="7323513" cy="684189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pic>
        <p:nvPicPr>
          <p:cNvPr id="6" name="Graphic 18">
            <a:extLst>
              <a:ext uri="{FF2B5EF4-FFF2-40B4-BE49-F238E27FC236}">
                <a16:creationId xmlns:a16="http://schemas.microsoft.com/office/drawing/2014/main" id="{E3EC554F-9B3F-7C4B-6145-7BAE0BB01EA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4868487" cy="6878068"/>
          </a:xfrm>
          <a:prstGeom prst="rect">
            <a:avLst/>
          </a:prstGeom>
        </p:spPr>
      </p:pic>
      <p:sp>
        <p:nvSpPr>
          <p:cNvPr id="9" name="Tekstvak 8">
            <a:hlinkClick r:id="rId4"/>
            <a:extLst>
              <a:ext uri="{FF2B5EF4-FFF2-40B4-BE49-F238E27FC236}">
                <a16:creationId xmlns:a16="http://schemas.microsoft.com/office/drawing/2014/main" id="{DB1F7B06-5084-51E1-289D-351C72E889AB}"/>
              </a:ext>
            </a:extLst>
          </p:cNvPr>
          <p:cNvSpPr txBox="1"/>
          <p:nvPr userDrawn="1"/>
        </p:nvSpPr>
        <p:spPr>
          <a:xfrm>
            <a:off x="6240463" y="4391218"/>
            <a:ext cx="3836639" cy="766813"/>
          </a:xfrm>
          <a:prstGeom prst="rect">
            <a:avLst/>
          </a:prstGeom>
          <a:noFill/>
        </p:spPr>
        <p:txBody>
          <a:bodyPr wrap="square">
            <a:spAutoFit/>
          </a:bodyPr>
          <a:lstStyle/>
          <a:p>
            <a:pPr>
              <a:lnSpc>
                <a:spcPct val="107000"/>
              </a:lnSpc>
            </a:pPr>
            <a:r>
              <a:rPr lang="nl-NL" sz="2400" b="1" dirty="0">
                <a:solidFill>
                  <a:srgbClr val="FFFFFF"/>
                </a:solidFill>
                <a:effectLst/>
                <a:latin typeface="Tenorite" panose="00000500000000000000" pitchFamily="2" charset="0"/>
                <a:ea typeface="Tenorite" panose="00000500000000000000" pitchFamily="2" charset="0"/>
                <a:cs typeface="Myanmar Text" panose="020B0502040204020203" pitchFamily="34" charset="0"/>
              </a:rPr>
              <a:t>Bezoek onze website</a:t>
            </a:r>
            <a:endParaRPr lang="nl-NL" sz="1600" dirty="0">
              <a:solidFill>
                <a:srgbClr val="3C3C3C"/>
              </a:solidFill>
              <a:effectLst/>
              <a:latin typeface="Tenorite" panose="00000500000000000000" pitchFamily="2" charset="0"/>
              <a:ea typeface="Tenorite" panose="00000500000000000000" pitchFamily="2" charset="0"/>
              <a:cs typeface="Myanmar Text" panose="020B0502040204020203" pitchFamily="34" charset="0"/>
            </a:endParaRPr>
          </a:p>
          <a:p>
            <a:pPr>
              <a:lnSpc>
                <a:spcPct val="107000"/>
              </a:lnSpc>
              <a:tabLst>
                <a:tab pos="180340" algn="l"/>
              </a:tabLst>
            </a:pPr>
            <a:r>
              <a:rPr lang="nl-NL" sz="1800" dirty="0">
                <a:solidFill>
                  <a:srgbClr val="FFFFFF"/>
                </a:solidFill>
                <a:effectLst/>
                <a:latin typeface="Tenorite" panose="00000500000000000000" pitchFamily="2" charset="0"/>
                <a:ea typeface="Tenorite" panose="00000500000000000000" pitchFamily="2" charset="0"/>
                <a:cs typeface="Myanmar Text" panose="020B0502040204020203" pitchFamily="34" charset="0"/>
              </a:rPr>
              <a:t>www.geonovum.nl</a:t>
            </a:r>
            <a:r>
              <a:rPr lang="nl-NL" sz="1800" b="1" dirty="0">
                <a:solidFill>
                  <a:srgbClr val="FFFFFF"/>
                </a:solidFill>
                <a:effectLst/>
                <a:latin typeface="Tenorite" panose="00000500000000000000" pitchFamily="2" charset="0"/>
                <a:ea typeface="Tenorite" panose="00000500000000000000" pitchFamily="2" charset="0"/>
                <a:cs typeface="Myanmar Text" panose="020B0502040204020203" pitchFamily="34" charset="0"/>
              </a:rPr>
              <a:t>	</a:t>
            </a:r>
            <a:endParaRPr lang="nl-NL" sz="1800" dirty="0">
              <a:solidFill>
                <a:srgbClr val="3C3C3C"/>
              </a:solidFill>
              <a:effectLst/>
              <a:latin typeface="Tenorite" panose="00000500000000000000" pitchFamily="2" charset="0"/>
              <a:ea typeface="Tenorite" panose="00000500000000000000" pitchFamily="2" charset="0"/>
              <a:cs typeface="Myanmar Text" panose="020B0502040204020203" pitchFamily="34" charset="0"/>
            </a:endParaRPr>
          </a:p>
        </p:txBody>
      </p:sp>
      <p:sp>
        <p:nvSpPr>
          <p:cNvPr id="11" name="Titel 16">
            <a:extLst>
              <a:ext uri="{FF2B5EF4-FFF2-40B4-BE49-F238E27FC236}">
                <a16:creationId xmlns:a16="http://schemas.microsoft.com/office/drawing/2014/main" id="{FE0A2F16-9901-6079-8E9E-B74B0C3DE027}"/>
              </a:ext>
            </a:extLst>
          </p:cNvPr>
          <p:cNvSpPr>
            <a:spLocks noGrp="1"/>
          </p:cNvSpPr>
          <p:nvPr>
            <p:ph type="title" hasCustomPrompt="1"/>
          </p:nvPr>
        </p:nvSpPr>
        <p:spPr>
          <a:xfrm>
            <a:off x="6240462" y="296864"/>
            <a:ext cx="5651501" cy="1749650"/>
          </a:xfrm>
        </p:spPr>
        <p:txBody>
          <a:bodyPr anchor="b">
            <a:normAutofit/>
          </a:bodyPr>
          <a:lstStyle>
            <a:lvl1pPr>
              <a:defRPr sz="4400">
                <a:solidFill>
                  <a:schemeClr val="bg1"/>
                </a:solidFill>
              </a:defRPr>
            </a:lvl1pPr>
          </a:lstStyle>
          <a:p>
            <a:r>
              <a:rPr lang="nl-NL" dirty="0"/>
              <a:t>Bedankt!</a:t>
            </a:r>
          </a:p>
        </p:txBody>
      </p:sp>
      <p:sp>
        <p:nvSpPr>
          <p:cNvPr id="3" name="Tijdelijke aanduiding voor tekst 2">
            <a:extLst>
              <a:ext uri="{FF2B5EF4-FFF2-40B4-BE49-F238E27FC236}">
                <a16:creationId xmlns:a16="http://schemas.microsoft.com/office/drawing/2014/main" id="{80F9E361-25B1-26B6-D92A-B077C6223963}"/>
              </a:ext>
            </a:extLst>
          </p:cNvPr>
          <p:cNvSpPr>
            <a:spLocks noGrp="1"/>
          </p:cNvSpPr>
          <p:nvPr>
            <p:ph type="body" sz="quarter" idx="10" hasCustomPrompt="1"/>
          </p:nvPr>
        </p:nvSpPr>
        <p:spPr>
          <a:xfrm>
            <a:off x="6240463" y="2343379"/>
            <a:ext cx="5651500" cy="442232"/>
          </a:xfrm>
        </p:spPr>
        <p:txBody>
          <a:bodyPr/>
          <a:lstStyle>
            <a:lvl1pPr marL="0" indent="0">
              <a:buNone/>
              <a:defRPr b="1">
                <a:solidFill>
                  <a:schemeClr val="bg1"/>
                </a:solidFill>
              </a:defRPr>
            </a:lvl1pPr>
          </a:lstStyle>
          <a:p>
            <a:pPr lvl="0"/>
            <a:r>
              <a:rPr lang="nl-NL" dirty="0"/>
              <a:t>Voornaam Achternaam</a:t>
            </a:r>
          </a:p>
        </p:txBody>
      </p:sp>
      <p:sp>
        <p:nvSpPr>
          <p:cNvPr id="5" name="Tijdelijke aanduiding voor tekst 4">
            <a:extLst>
              <a:ext uri="{FF2B5EF4-FFF2-40B4-BE49-F238E27FC236}">
                <a16:creationId xmlns:a16="http://schemas.microsoft.com/office/drawing/2014/main" id="{72A494B8-DE6E-7F0A-561C-29B771234AE9}"/>
              </a:ext>
            </a:extLst>
          </p:cNvPr>
          <p:cNvSpPr>
            <a:spLocks noGrp="1"/>
          </p:cNvSpPr>
          <p:nvPr>
            <p:ph type="body" sz="quarter" idx="11" hasCustomPrompt="1"/>
          </p:nvPr>
        </p:nvSpPr>
        <p:spPr>
          <a:xfrm>
            <a:off x="7353302" y="3429001"/>
            <a:ext cx="4538660" cy="391430"/>
          </a:xfrm>
        </p:spPr>
        <p:txBody>
          <a:bodyPr vert="horz" lIns="91440" tIns="45720" rIns="91440" bIns="45720" rtlCol="0">
            <a:noAutofit/>
          </a:bodyPr>
          <a:lstStyle>
            <a:lvl1pPr>
              <a:defRPr lang="nl-NL" sz="1800" b="0" smtClean="0">
                <a:solidFill>
                  <a:schemeClr val="bg1"/>
                </a:solidFill>
              </a:defRPr>
            </a:lvl1pPr>
            <a:lvl2pPr>
              <a:defRPr lang="nl-NL" smtClean="0"/>
            </a:lvl2pPr>
            <a:lvl3pPr>
              <a:defRPr lang="nl-NL" smtClean="0"/>
            </a:lvl3pPr>
            <a:lvl4pPr>
              <a:defRPr lang="nl-NL" smtClean="0"/>
            </a:lvl4pPr>
            <a:lvl5pPr>
              <a:defRPr lang="nl-NL"/>
            </a:lvl5pPr>
          </a:lstStyle>
          <a:p>
            <a:pPr marL="0" lvl="0" indent="0">
              <a:buNone/>
            </a:pPr>
            <a:r>
              <a:rPr lang="nl-NL" dirty="0"/>
              <a:t>[e-mail]</a:t>
            </a:r>
          </a:p>
        </p:txBody>
      </p:sp>
      <p:sp>
        <p:nvSpPr>
          <p:cNvPr id="17" name="Tekstvak 16">
            <a:extLst>
              <a:ext uri="{FF2B5EF4-FFF2-40B4-BE49-F238E27FC236}">
                <a16:creationId xmlns:a16="http://schemas.microsoft.com/office/drawing/2014/main" id="{8DBCEA1D-6766-3C2D-588B-FBECF162B6D4}"/>
              </a:ext>
            </a:extLst>
          </p:cNvPr>
          <p:cNvSpPr txBox="1"/>
          <p:nvPr userDrawn="1"/>
        </p:nvSpPr>
        <p:spPr>
          <a:xfrm>
            <a:off x="6240461" y="2965002"/>
            <a:ext cx="3989041" cy="464807"/>
          </a:xfrm>
          <a:prstGeom prst="rect">
            <a:avLst/>
          </a:prstGeom>
          <a:noFill/>
        </p:spPr>
        <p:txBody>
          <a:bodyPr wrap="square">
            <a:spAutoFit/>
          </a:bodyPr>
          <a:lstStyle/>
          <a:p>
            <a:pPr>
              <a:lnSpc>
                <a:spcPct val="107000"/>
              </a:lnSpc>
            </a:pPr>
            <a:r>
              <a:rPr lang="nl-NL" sz="2400" b="1" dirty="0">
                <a:solidFill>
                  <a:srgbClr val="FFFFFF"/>
                </a:solidFill>
                <a:effectLst/>
                <a:latin typeface="Tenorite" panose="00000500000000000000" pitchFamily="2" charset="0"/>
                <a:ea typeface="Tenorite" panose="00000500000000000000" pitchFamily="2" charset="0"/>
                <a:cs typeface="Myanmar Text" panose="020B0502040204020203" pitchFamily="34" charset="0"/>
              </a:rPr>
              <a:t>Contact</a:t>
            </a:r>
            <a:endParaRPr lang="nl-NL" sz="1600" dirty="0">
              <a:solidFill>
                <a:srgbClr val="3C3C3C"/>
              </a:solidFill>
              <a:effectLst/>
              <a:latin typeface="Tenorite" panose="00000500000000000000" pitchFamily="2" charset="0"/>
              <a:ea typeface="Tenorite" panose="00000500000000000000" pitchFamily="2" charset="0"/>
              <a:cs typeface="Myanmar Text" panose="020B0502040204020203" pitchFamily="34" charset="0"/>
            </a:endParaRPr>
          </a:p>
        </p:txBody>
      </p:sp>
      <p:pic>
        <p:nvPicPr>
          <p:cNvPr id="10" name="Graphic 9">
            <a:hlinkClick r:id="rId4"/>
            <a:extLst>
              <a:ext uri="{FF2B5EF4-FFF2-40B4-BE49-F238E27FC236}">
                <a16:creationId xmlns:a16="http://schemas.microsoft.com/office/drawing/2014/main" id="{2E09973E-E0DA-1C22-6AD3-30FC84B646CF}"/>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76219" y="4302361"/>
            <a:ext cx="2107422" cy="1603048"/>
          </a:xfrm>
          <a:prstGeom prst="rect">
            <a:avLst/>
          </a:prstGeom>
        </p:spPr>
      </p:pic>
      <p:sp>
        <p:nvSpPr>
          <p:cNvPr id="18" name="Tijdelijke aanduiding voor tekst 4">
            <a:extLst>
              <a:ext uri="{FF2B5EF4-FFF2-40B4-BE49-F238E27FC236}">
                <a16:creationId xmlns:a16="http://schemas.microsoft.com/office/drawing/2014/main" id="{C87550B5-77AB-5E1D-848C-7747F39A2A1D}"/>
              </a:ext>
            </a:extLst>
          </p:cNvPr>
          <p:cNvSpPr>
            <a:spLocks noGrp="1"/>
          </p:cNvSpPr>
          <p:nvPr>
            <p:ph type="body" sz="quarter" idx="13" hasCustomPrompt="1"/>
          </p:nvPr>
        </p:nvSpPr>
        <p:spPr>
          <a:xfrm>
            <a:off x="7353301" y="3815214"/>
            <a:ext cx="4538660" cy="391429"/>
          </a:xfrm>
        </p:spPr>
        <p:txBody>
          <a:bodyPr vert="horz" lIns="91440" tIns="45720" rIns="91440" bIns="45720" rtlCol="0">
            <a:noAutofit/>
          </a:bodyPr>
          <a:lstStyle>
            <a:lvl1pPr>
              <a:defRPr lang="nl-NL" sz="1800" b="0" smtClean="0">
                <a:solidFill>
                  <a:schemeClr val="bg1"/>
                </a:solidFill>
              </a:defRPr>
            </a:lvl1pPr>
            <a:lvl2pPr>
              <a:defRPr lang="nl-NL" smtClean="0"/>
            </a:lvl2pPr>
            <a:lvl3pPr>
              <a:defRPr lang="nl-NL" smtClean="0"/>
            </a:lvl3pPr>
            <a:lvl4pPr>
              <a:defRPr lang="nl-NL" smtClean="0"/>
            </a:lvl4pPr>
            <a:lvl5pPr>
              <a:defRPr lang="nl-NL"/>
            </a:lvl5pPr>
          </a:lstStyle>
          <a:p>
            <a:pPr marL="0" lvl="0" indent="0">
              <a:buNone/>
            </a:pPr>
            <a:r>
              <a:rPr lang="nl-NL" dirty="0"/>
              <a:t>[Telefoon]</a:t>
            </a:r>
          </a:p>
        </p:txBody>
      </p:sp>
      <p:sp>
        <p:nvSpPr>
          <p:cNvPr id="19" name="Tekstvak 18">
            <a:extLst>
              <a:ext uri="{FF2B5EF4-FFF2-40B4-BE49-F238E27FC236}">
                <a16:creationId xmlns:a16="http://schemas.microsoft.com/office/drawing/2014/main" id="{1D46AB79-C56F-6ABA-E57F-AD5B98CD4821}"/>
              </a:ext>
            </a:extLst>
          </p:cNvPr>
          <p:cNvSpPr txBox="1"/>
          <p:nvPr userDrawn="1"/>
        </p:nvSpPr>
        <p:spPr>
          <a:xfrm>
            <a:off x="6245906" y="3358234"/>
            <a:ext cx="1059824" cy="832582"/>
          </a:xfrm>
          <a:prstGeom prst="rect">
            <a:avLst/>
          </a:prstGeom>
          <a:noFill/>
        </p:spPr>
        <p:txBody>
          <a:bodyPr wrap="none" lIns="72000" tIns="72000" rIns="72000" bIns="72000" anchor="ctr" anchorCtr="0">
            <a:spAutoFit/>
          </a:bodyPr>
          <a:lstStyle/>
          <a:p>
            <a:pPr marL="0" lvl="0" indent="0">
              <a:lnSpc>
                <a:spcPct val="130000"/>
              </a:lnSpc>
              <a:buNone/>
            </a:pPr>
            <a:r>
              <a:rPr lang="nl-NL" b="1" dirty="0">
                <a:solidFill>
                  <a:schemeClr val="bg1"/>
                </a:solidFill>
              </a:rPr>
              <a:t>E-mail:</a:t>
            </a:r>
          </a:p>
          <a:p>
            <a:pPr marL="0" lvl="0" indent="0">
              <a:lnSpc>
                <a:spcPct val="130000"/>
              </a:lnSpc>
              <a:buNone/>
            </a:pPr>
            <a:r>
              <a:rPr lang="nl-NL" b="1" dirty="0">
                <a:solidFill>
                  <a:schemeClr val="bg1"/>
                </a:solidFill>
              </a:rPr>
              <a:t>Telefoon:</a:t>
            </a:r>
          </a:p>
        </p:txBody>
      </p:sp>
    </p:spTree>
    <p:extLst>
      <p:ext uri="{BB962C8B-B14F-4D97-AF65-F5344CB8AC3E}">
        <p14:creationId xmlns:p14="http://schemas.microsoft.com/office/powerpoint/2010/main" val="374759972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2.svg"/><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hthoek 7">
            <a:extLst>
              <a:ext uri="{FF2B5EF4-FFF2-40B4-BE49-F238E27FC236}">
                <a16:creationId xmlns:a16="http://schemas.microsoft.com/office/drawing/2014/main" id="{4737BDE2-6624-6AA2-E513-3C0A4D766F82}"/>
              </a:ext>
            </a:extLst>
          </p:cNvPr>
          <p:cNvSpPr/>
          <p:nvPr userDrawn="1"/>
        </p:nvSpPr>
        <p:spPr>
          <a:xfrm>
            <a:off x="-1" y="0"/>
            <a:ext cx="180000" cy="68700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jdelijke aanduiding voor titel 1">
            <a:extLst>
              <a:ext uri="{FF2B5EF4-FFF2-40B4-BE49-F238E27FC236}">
                <a16:creationId xmlns:a16="http://schemas.microsoft.com/office/drawing/2014/main" id="{2472DD61-4421-5CEC-4C48-8826AE7C6E50}"/>
              </a:ext>
            </a:extLst>
          </p:cNvPr>
          <p:cNvSpPr>
            <a:spLocks noGrp="1"/>
          </p:cNvSpPr>
          <p:nvPr>
            <p:ph type="title"/>
          </p:nvPr>
        </p:nvSpPr>
        <p:spPr>
          <a:xfrm>
            <a:off x="300039" y="1"/>
            <a:ext cx="9780132" cy="1280159"/>
          </a:xfrm>
          <a:prstGeom prst="rect">
            <a:avLst/>
          </a:prstGeom>
        </p:spPr>
        <p:txBody>
          <a:bodyPr vert="horz" lIns="91440" tIns="45720" rIns="91440" bIns="45720" rtlCol="0" anchor="b">
            <a:normAutofit/>
          </a:bodyPr>
          <a:lstStyle/>
          <a:p>
            <a:endParaRPr lang="nl-NL" dirty="0"/>
          </a:p>
        </p:txBody>
      </p:sp>
      <p:sp>
        <p:nvSpPr>
          <p:cNvPr id="3" name="Tijdelijke aanduiding voor tekst 2">
            <a:extLst>
              <a:ext uri="{FF2B5EF4-FFF2-40B4-BE49-F238E27FC236}">
                <a16:creationId xmlns:a16="http://schemas.microsoft.com/office/drawing/2014/main" id="{D6E14671-E605-C01F-EC26-2E58DAE6D66C}"/>
              </a:ext>
            </a:extLst>
          </p:cNvPr>
          <p:cNvSpPr>
            <a:spLocks noGrp="1"/>
          </p:cNvSpPr>
          <p:nvPr>
            <p:ph type="body" idx="1"/>
          </p:nvPr>
        </p:nvSpPr>
        <p:spPr>
          <a:xfrm>
            <a:off x="300038" y="1520825"/>
            <a:ext cx="11587855" cy="4932363"/>
          </a:xfrm>
          <a:prstGeom prst="rect">
            <a:avLst/>
          </a:prstGeom>
        </p:spPr>
        <p:txBody>
          <a:bodyPr vert="horz" lIns="91440" tIns="45720" rIns="91440" bIns="45720" rtlCol="0">
            <a:normAutofit/>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datum 3">
            <a:extLst>
              <a:ext uri="{FF2B5EF4-FFF2-40B4-BE49-F238E27FC236}">
                <a16:creationId xmlns:a16="http://schemas.microsoft.com/office/drawing/2014/main" id="{0A48627B-AB69-E330-96D2-7A8A6BA7E63F}"/>
              </a:ext>
            </a:extLst>
          </p:cNvPr>
          <p:cNvSpPr>
            <a:spLocks noGrp="1"/>
          </p:cNvSpPr>
          <p:nvPr>
            <p:ph type="dt" sz="half" idx="2"/>
          </p:nvPr>
        </p:nvSpPr>
        <p:spPr>
          <a:xfrm>
            <a:off x="320735" y="6637339"/>
            <a:ext cx="1981596" cy="184616"/>
          </a:xfrm>
          <a:prstGeom prst="rect">
            <a:avLst/>
          </a:prstGeom>
        </p:spPr>
        <p:txBody>
          <a:bodyPr vert="horz" lIns="91440" tIns="45720" rIns="91440" bIns="45720" rtlCol="0" anchor="ctr"/>
          <a:lstStyle>
            <a:lvl1pPr algn="l">
              <a:defRPr sz="1000" b="1">
                <a:solidFill>
                  <a:schemeClr val="tx1"/>
                </a:solidFill>
              </a:defRPr>
            </a:lvl1pPr>
          </a:lstStyle>
          <a:p>
            <a:fld id="{002A0C75-8C73-4BC2-A110-8B70C26DE224}" type="datetime1">
              <a:rPr lang="nl-NL" smtClean="0"/>
              <a:pPr/>
              <a:t>17-11-2025</a:t>
            </a:fld>
            <a:endParaRPr lang="nl-NL" dirty="0"/>
          </a:p>
        </p:txBody>
      </p:sp>
      <p:sp>
        <p:nvSpPr>
          <p:cNvPr id="5" name="Tijdelijke aanduiding voor voettekst 4">
            <a:extLst>
              <a:ext uri="{FF2B5EF4-FFF2-40B4-BE49-F238E27FC236}">
                <a16:creationId xmlns:a16="http://schemas.microsoft.com/office/drawing/2014/main" id="{41F30596-193F-4148-BD90-D8B9C3A96EEB}"/>
              </a:ext>
            </a:extLst>
          </p:cNvPr>
          <p:cNvSpPr>
            <a:spLocks noGrp="1"/>
          </p:cNvSpPr>
          <p:nvPr>
            <p:ph type="ftr" sz="quarter" idx="3"/>
          </p:nvPr>
        </p:nvSpPr>
        <p:spPr>
          <a:xfrm>
            <a:off x="2411187" y="6637339"/>
            <a:ext cx="8588828" cy="184616"/>
          </a:xfrm>
          <a:prstGeom prst="rect">
            <a:avLst/>
          </a:prstGeom>
        </p:spPr>
        <p:txBody>
          <a:bodyPr vert="horz" lIns="91440" tIns="45720" rIns="91440" bIns="45720" rtlCol="0" anchor="ctr"/>
          <a:lstStyle>
            <a:lvl1pPr algn="l">
              <a:defRPr sz="1000" b="1">
                <a:solidFill>
                  <a:schemeClr val="tx1"/>
                </a:solidFill>
              </a:defRPr>
            </a:lvl1pPr>
          </a:lstStyle>
          <a:p>
            <a:endParaRPr lang="nl-NL" dirty="0"/>
          </a:p>
        </p:txBody>
      </p:sp>
      <p:sp>
        <p:nvSpPr>
          <p:cNvPr id="6" name="Tijdelijke aanduiding voor dianummer 5">
            <a:extLst>
              <a:ext uri="{FF2B5EF4-FFF2-40B4-BE49-F238E27FC236}">
                <a16:creationId xmlns:a16="http://schemas.microsoft.com/office/drawing/2014/main" id="{38E07D45-0616-24CB-1480-BE6C20E6831C}"/>
              </a:ext>
            </a:extLst>
          </p:cNvPr>
          <p:cNvSpPr>
            <a:spLocks noGrp="1"/>
          </p:cNvSpPr>
          <p:nvPr>
            <p:ph type="sldNum" sz="quarter" idx="4"/>
          </p:nvPr>
        </p:nvSpPr>
        <p:spPr>
          <a:xfrm>
            <a:off x="11119758" y="6637339"/>
            <a:ext cx="768135" cy="184616"/>
          </a:xfrm>
          <a:prstGeom prst="rect">
            <a:avLst/>
          </a:prstGeom>
        </p:spPr>
        <p:txBody>
          <a:bodyPr vert="horz" lIns="91440" tIns="45720" rIns="91440" bIns="45720" rtlCol="0" anchor="ctr"/>
          <a:lstStyle>
            <a:lvl1pPr algn="r">
              <a:defRPr sz="1000" b="1">
                <a:solidFill>
                  <a:schemeClr val="tx1"/>
                </a:solidFill>
              </a:defRPr>
            </a:lvl1pPr>
          </a:lstStyle>
          <a:p>
            <a:fld id="{A648B885-FF76-47CB-8BBD-27E7EBF07CA9}" type="slidenum">
              <a:rPr lang="nl-NL" smtClean="0"/>
              <a:pPr/>
              <a:t>‹#›</a:t>
            </a:fld>
            <a:endParaRPr lang="nl-NL" dirty="0"/>
          </a:p>
        </p:txBody>
      </p:sp>
      <p:pic>
        <p:nvPicPr>
          <p:cNvPr id="7" name="ArtworkLogo">
            <a:extLst>
              <a:ext uri="{FF2B5EF4-FFF2-40B4-BE49-F238E27FC236}">
                <a16:creationId xmlns:a16="http://schemas.microsoft.com/office/drawing/2014/main" id="{77990C53-887C-17B0-656E-BF275840E547}"/>
              </a:ext>
              <a:ext uri="{C183D7F6-B498-43B3-948B-1728B52AA6E4}">
                <adec:decorative xmlns:adec="http://schemas.microsoft.com/office/drawing/2017/decorative" val="1"/>
              </a:ext>
            </a:extLst>
          </p:cNvPr>
          <p:cNvPicPr>
            <a:picLocks noChangeAspect="1"/>
          </p:cNvPicPr>
          <p:nvPr userDrawn="1"/>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0283929" y="303802"/>
            <a:ext cx="1629294" cy="830672"/>
          </a:xfrm>
          <a:prstGeom prst="rect">
            <a:avLst/>
          </a:prstGeom>
        </p:spPr>
      </p:pic>
      <p:grpSp>
        <p:nvGrpSpPr>
          <p:cNvPr id="11" name="Groep 10">
            <a:extLst>
              <a:ext uri="{FF2B5EF4-FFF2-40B4-BE49-F238E27FC236}">
                <a16:creationId xmlns:a16="http://schemas.microsoft.com/office/drawing/2014/main" id="{ECFF6442-24D7-78CE-C384-08CC040403BE}"/>
              </a:ext>
            </a:extLst>
          </p:cNvPr>
          <p:cNvGrpSpPr/>
          <p:nvPr userDrawn="1"/>
        </p:nvGrpSpPr>
        <p:grpSpPr>
          <a:xfrm>
            <a:off x="175844" y="-1"/>
            <a:ext cx="8131733" cy="6857999"/>
            <a:chOff x="0" y="0"/>
            <a:chExt cx="7536913" cy="6356350"/>
          </a:xfrm>
        </p:grpSpPr>
        <p:sp>
          <p:nvSpPr>
            <p:cNvPr id="9" name="Vrije vorm: vorm 8">
              <a:extLst>
                <a:ext uri="{FF2B5EF4-FFF2-40B4-BE49-F238E27FC236}">
                  <a16:creationId xmlns:a16="http://schemas.microsoft.com/office/drawing/2014/main" id="{030AC175-1567-1D95-0AFA-FE3F3B2F61D4}"/>
                </a:ext>
                <a:ext uri="{C183D7F6-B498-43B3-948B-1728B52AA6E4}">
                  <adec:decorative xmlns:adec="http://schemas.microsoft.com/office/drawing/2017/decorative" val="1"/>
                </a:ext>
              </a:extLst>
            </p:cNvPr>
            <p:cNvSpPr/>
            <p:nvPr userDrawn="1"/>
          </p:nvSpPr>
          <p:spPr>
            <a:xfrm>
              <a:off x="0" y="0"/>
              <a:ext cx="5838825" cy="5842635"/>
            </a:xfrm>
            <a:custGeom>
              <a:avLst/>
              <a:gdLst>
                <a:gd name="connsiteX0" fmla="*/ 5841340 w 5841339"/>
                <a:gd name="connsiteY0" fmla="*/ 0 h 5841720"/>
                <a:gd name="connsiteX1" fmla="*/ 3301403 w 5841339"/>
                <a:gd name="connsiteY1" fmla="*/ 0 h 5841720"/>
                <a:gd name="connsiteX2" fmla="*/ 1655826 w 5841339"/>
                <a:gd name="connsiteY2" fmla="*/ 1645666 h 5841720"/>
                <a:gd name="connsiteX3" fmla="*/ 10268 w 5841339"/>
                <a:gd name="connsiteY3" fmla="*/ 0 h 5841720"/>
                <a:gd name="connsiteX4" fmla="*/ 0 w 5841339"/>
                <a:gd name="connsiteY4" fmla="*/ 0 h 5841720"/>
                <a:gd name="connsiteX5" fmla="*/ 0 w 5841339"/>
                <a:gd name="connsiteY5" fmla="*/ 5841721 h 5841720"/>
                <a:gd name="connsiteX6" fmla="*/ 5841340 w 5841339"/>
                <a:gd name="connsiteY6" fmla="*/ 0 h 5841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41339" h="5841720">
                  <a:moveTo>
                    <a:pt x="5841340" y="0"/>
                  </a:moveTo>
                  <a:lnTo>
                    <a:pt x="3301403" y="0"/>
                  </a:lnTo>
                  <a:lnTo>
                    <a:pt x="1655826" y="1645666"/>
                  </a:lnTo>
                  <a:lnTo>
                    <a:pt x="10268" y="0"/>
                  </a:lnTo>
                  <a:lnTo>
                    <a:pt x="0" y="0"/>
                  </a:lnTo>
                  <a:lnTo>
                    <a:pt x="0" y="5841721"/>
                  </a:lnTo>
                  <a:lnTo>
                    <a:pt x="5841340" y="0"/>
                  </a:lnTo>
                  <a:close/>
                </a:path>
              </a:pathLst>
            </a:custGeom>
            <a:solidFill>
              <a:srgbClr val="0085C6">
                <a:alpha val="5000"/>
              </a:srgbClr>
            </a:solidFill>
            <a:ln w="1269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nl-NL"/>
            </a:p>
          </p:txBody>
        </p:sp>
        <p:sp>
          <p:nvSpPr>
            <p:cNvPr id="10" name="Gelijkbenige driehoek 9">
              <a:extLst>
                <a:ext uri="{FF2B5EF4-FFF2-40B4-BE49-F238E27FC236}">
                  <a16:creationId xmlns:a16="http://schemas.microsoft.com/office/drawing/2014/main" id="{78433DAC-08AE-E961-4DE7-DBA661CABD30}"/>
                </a:ext>
              </a:extLst>
            </p:cNvPr>
            <p:cNvSpPr/>
            <p:nvPr userDrawn="1"/>
          </p:nvSpPr>
          <p:spPr>
            <a:xfrm>
              <a:off x="2031572" y="3530024"/>
              <a:ext cx="5505341" cy="2826326"/>
            </a:xfrm>
            <a:prstGeom prst="triangle">
              <a:avLst/>
            </a:prstGeom>
            <a:solidFill>
              <a:schemeClr val="accent3">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13" name="TextBox 12">
            <a:extLst>
              <a:ext uri="{FF2B5EF4-FFF2-40B4-BE49-F238E27FC236}">
                <a16:creationId xmlns:a16="http://schemas.microsoft.com/office/drawing/2014/main" id="{2A7DA1B1-9D94-7379-03A0-1FAE1E6E85B8}"/>
              </a:ext>
            </a:extLst>
          </p:cNvPr>
          <p:cNvSpPr txBox="1"/>
          <p:nvPr userDrawn="1">
            <p:extLst>
              <p:ext uri="{1162E1C5-73C7-4A58-AE30-91384D911F3F}">
                <p184:classification xmlns:p184="http://schemas.microsoft.com/office/powerpoint/2018/4/main" val="ftr"/>
              </p:ext>
            </p:extLst>
          </p:nvPr>
        </p:nvSpPr>
        <p:spPr>
          <a:xfrm>
            <a:off x="63500" y="6657340"/>
            <a:ext cx="1030288" cy="137160"/>
          </a:xfrm>
          <a:prstGeom prst="rect">
            <a:avLst/>
          </a:prstGeom>
        </p:spPr>
        <p:txBody>
          <a:bodyPr horzOverflow="overflow" lIns="0" tIns="0" rIns="0" bIns="0">
            <a:spAutoFit/>
          </a:bodyPr>
          <a:lstStyle/>
          <a:p>
            <a:pPr algn="l"/>
            <a:r>
              <a:rPr lang="en-NL" sz="900">
                <a:solidFill>
                  <a:srgbClr val="CF022B">
                    <a:alpha val="50000"/>
                  </a:srgbClr>
                </a:solidFill>
                <a:latin typeface="Tahoma" panose="020B0604030504040204" pitchFamily="34" charset="0"/>
                <a:ea typeface="Tahoma" panose="020B0604030504040204" pitchFamily="34" charset="0"/>
                <a:cs typeface="Tahoma" panose="020B0604030504040204" pitchFamily="34" charset="0"/>
              </a:rPr>
              <a:t>C2 - Restricted use </a:t>
            </a:r>
          </a:p>
        </p:txBody>
      </p:sp>
    </p:spTree>
    <p:extLst>
      <p:ext uri="{BB962C8B-B14F-4D97-AF65-F5344CB8AC3E}">
        <p14:creationId xmlns:p14="http://schemas.microsoft.com/office/powerpoint/2010/main" val="3338123221"/>
      </p:ext>
    </p:extLst>
  </p:cSld>
  <p:clrMap bg1="lt1" tx1="dk1" bg2="lt2" tx2="dk2" accent1="accent1" accent2="accent2" accent3="accent3" accent4="accent4" accent5="accent5" accent6="accent6" hlink="hlink" folHlink="folHlink"/>
  <p:sldLayoutIdLst>
    <p:sldLayoutId id="2147483658" r:id="rId1"/>
    <p:sldLayoutId id="2147483650" r:id="rId2"/>
    <p:sldLayoutId id="2147483679" r:id="rId3"/>
    <p:sldLayoutId id="2147483674" r:id="rId4"/>
    <p:sldLayoutId id="2147483659" r:id="rId5"/>
    <p:sldLayoutId id="2147483649" r:id="rId6"/>
    <p:sldLayoutId id="2147483651" r:id="rId7"/>
    <p:sldLayoutId id="2147483675" r:id="rId8"/>
    <p:sldLayoutId id="2147483676" r:id="rId9"/>
    <p:sldLayoutId id="2147483652" r:id="rId10"/>
    <p:sldLayoutId id="2147483669" r:id="rId11"/>
    <p:sldLayoutId id="2147483670" r:id="rId12"/>
    <p:sldLayoutId id="2147483680" r:id="rId13"/>
    <p:sldLayoutId id="2147483681" r:id="rId14"/>
    <p:sldLayoutId id="2147483682" r:id="rId15"/>
    <p:sldLayoutId id="2147483671" r:id="rId16"/>
    <p:sldLayoutId id="2147483672" r:id="rId17"/>
    <p:sldLayoutId id="2147483673" r:id="rId18"/>
    <p:sldLayoutId id="2147483660" r:id="rId19"/>
    <p:sldLayoutId id="2147483663" r:id="rId20"/>
    <p:sldLayoutId id="2147483664" r:id="rId21"/>
    <p:sldLayoutId id="2147483677" r:id="rId22"/>
    <p:sldLayoutId id="2147483665" r:id="rId23"/>
    <p:sldLayoutId id="2147483666" r:id="rId24"/>
    <p:sldLayoutId id="2147483667" r:id="rId25"/>
    <p:sldLayoutId id="2147483668" r:id="rId26"/>
    <p:sldLayoutId id="2147483678" r:id="rId27"/>
    <p:sldLayoutId id="2147483655" r:id="rId28"/>
    <p:sldLayoutId id="2147483654" r:id="rId29"/>
    <p:sldLayoutId id="2147483656" r:id="rId30"/>
    <p:sldLayoutId id="2147483657" r:id="rId31"/>
    <p:sldLayoutId id="2147483661" r:id="rId32"/>
  </p:sldLayoutIdLst>
  <p:hf hdr="0" ftr="0" dt="0"/>
  <p:txStyles>
    <p:titleStyle>
      <a:lvl1pPr algn="l" defTabSz="914400" rtl="0" eaLnBrk="1" latinLnBrk="0" hangingPunct="1">
        <a:lnSpc>
          <a:spcPct val="80000"/>
        </a:lnSpc>
        <a:spcBef>
          <a:spcPct val="0"/>
        </a:spcBef>
        <a:buNone/>
        <a:defRPr sz="4000" b="1" kern="1200">
          <a:solidFill>
            <a:schemeClr val="accent3"/>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0" indent="0" algn="l" defTabSz="914400" rtl="0" eaLnBrk="1" latinLnBrk="0" hangingPunct="1">
        <a:lnSpc>
          <a:spcPct val="90000"/>
        </a:lnSpc>
        <a:spcBef>
          <a:spcPts val="1000"/>
        </a:spcBef>
        <a:buClr>
          <a:srgbClr val="64686B"/>
        </a:buClr>
        <a:buSzPct val="90000"/>
        <a:buFont typeface="Wingdings" panose="05000000000000000000" pitchFamily="2" charset="2"/>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Clr>
          <a:srgbClr val="64686B"/>
        </a:buClr>
        <a:buSzPct val="90000"/>
        <a:buFont typeface="Wingdings" panose="05000000000000000000" pitchFamily="2" charset="2"/>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Clr>
          <a:srgbClr val="64686B"/>
        </a:buClr>
        <a:buSzPct val="90000"/>
        <a:buFont typeface="Wingdings" panose="05000000000000000000" pitchFamily="2" charset="2"/>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Clr>
          <a:srgbClr val="64686B"/>
        </a:buClr>
        <a:buSzPct val="90000"/>
        <a:buFont typeface="Wingdings" panose="05000000000000000000" pitchFamily="2" charset="2"/>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Clr>
          <a:srgbClr val="64686B"/>
        </a:buClr>
        <a:buSzPct val="90000"/>
        <a:buFont typeface="Wingdings" panose="05000000000000000000" pitchFamily="2" charset="2"/>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7491" userDrawn="1">
          <p15:clr>
            <a:srgbClr val="F26B43"/>
          </p15:clr>
        </p15:guide>
        <p15:guide id="4" pos="189" userDrawn="1">
          <p15:clr>
            <a:srgbClr val="F26B43"/>
          </p15:clr>
        </p15:guide>
        <p15:guide id="5" orient="horz" pos="958" userDrawn="1">
          <p15:clr>
            <a:srgbClr val="F26B43"/>
          </p15:clr>
        </p15:guide>
        <p15:guide id="6" orient="horz" pos="4065" userDrawn="1">
          <p15:clr>
            <a:srgbClr val="F26B43"/>
          </p15:clr>
        </p15:guide>
        <p15:guide id="7" orient="horz" pos="703" userDrawn="1">
          <p15:clr>
            <a:srgbClr val="F26B43"/>
          </p15:clr>
        </p15:guide>
        <p15:guide id="8" orient="horz" pos="187" userDrawn="1">
          <p15:clr>
            <a:srgbClr val="F26B43"/>
          </p15:clr>
        </p15:guide>
        <p15:guide id="9" pos="3749" userDrawn="1">
          <p15:clr>
            <a:srgbClr val="F26B43"/>
          </p15:clr>
        </p15:guide>
        <p15:guide id="10" pos="3931"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CFFAA35-54A9-2F3B-B0B5-15B9E9B65E0E}"/>
              </a:ext>
            </a:extLst>
          </p:cNvPr>
          <p:cNvSpPr>
            <a:spLocks noGrp="1"/>
          </p:cNvSpPr>
          <p:nvPr>
            <p:ph type="ctrTitle"/>
          </p:nvPr>
        </p:nvSpPr>
        <p:spPr/>
        <p:txBody>
          <a:bodyPr/>
          <a:lstStyle/>
          <a:p>
            <a:r>
              <a:rPr lang="nl-NL" dirty="0"/>
              <a:t>MIM metamodel</a:t>
            </a:r>
          </a:p>
        </p:txBody>
      </p:sp>
      <p:sp>
        <p:nvSpPr>
          <p:cNvPr id="3" name="Ondertitel 2">
            <a:extLst>
              <a:ext uri="{FF2B5EF4-FFF2-40B4-BE49-F238E27FC236}">
                <a16:creationId xmlns:a16="http://schemas.microsoft.com/office/drawing/2014/main" id="{C0D40446-620E-70AA-7430-FB70428A6B03}"/>
              </a:ext>
            </a:extLst>
          </p:cNvPr>
          <p:cNvSpPr>
            <a:spLocks noGrp="1"/>
          </p:cNvSpPr>
          <p:nvPr>
            <p:ph type="subTitle" idx="1"/>
          </p:nvPr>
        </p:nvSpPr>
        <p:spPr/>
        <p:txBody>
          <a:bodyPr/>
          <a:lstStyle/>
          <a:p>
            <a:r>
              <a:rPr lang="nl-NL" dirty="0"/>
              <a:t>Relaties</a:t>
            </a:r>
          </a:p>
        </p:txBody>
      </p:sp>
      <p:sp>
        <p:nvSpPr>
          <p:cNvPr id="5" name="Tijdelijke aanduiding voor tekst 4">
            <a:extLst>
              <a:ext uri="{FF2B5EF4-FFF2-40B4-BE49-F238E27FC236}">
                <a16:creationId xmlns:a16="http://schemas.microsoft.com/office/drawing/2014/main" id="{70269E31-8424-519E-A74C-0E96976EA105}"/>
              </a:ext>
            </a:extLst>
          </p:cNvPr>
          <p:cNvSpPr>
            <a:spLocks noGrp="1"/>
          </p:cNvSpPr>
          <p:nvPr>
            <p:ph type="body" sz="quarter" idx="21"/>
          </p:nvPr>
        </p:nvSpPr>
        <p:spPr>
          <a:xfrm>
            <a:off x="6602095" y="3832744"/>
            <a:ext cx="4101841" cy="273007"/>
          </a:xfrm>
        </p:spPr>
        <p:txBody>
          <a:bodyPr/>
          <a:lstStyle/>
          <a:p>
            <a:r>
              <a:rPr lang="nl-NL" dirty="0"/>
              <a:t>Marco Brattinga, voor de Werkgroep metamodel</a:t>
            </a:r>
          </a:p>
        </p:txBody>
      </p:sp>
      <p:sp>
        <p:nvSpPr>
          <p:cNvPr id="14" name="Tijdelijke aanduiding voor datum 13">
            <a:extLst>
              <a:ext uri="{FF2B5EF4-FFF2-40B4-BE49-F238E27FC236}">
                <a16:creationId xmlns:a16="http://schemas.microsoft.com/office/drawing/2014/main" id="{E5C588CF-1BFB-0D66-F25E-177160CCAE65}"/>
              </a:ext>
            </a:extLst>
          </p:cNvPr>
          <p:cNvSpPr>
            <a:spLocks noGrp="1"/>
          </p:cNvSpPr>
          <p:nvPr>
            <p:ph type="dt" sz="half" idx="22"/>
          </p:nvPr>
        </p:nvSpPr>
        <p:spPr/>
        <p:txBody>
          <a:bodyPr/>
          <a:lstStyle/>
          <a:p>
            <a:r>
              <a:rPr lang="nl-NL" dirty="0"/>
              <a:t>Vrijdag 14 nov 2025</a:t>
            </a:r>
          </a:p>
        </p:txBody>
      </p:sp>
      <p:sp>
        <p:nvSpPr>
          <p:cNvPr id="4" name="Tijdelijke aanduiding voor dianummer 3">
            <a:extLst>
              <a:ext uri="{FF2B5EF4-FFF2-40B4-BE49-F238E27FC236}">
                <a16:creationId xmlns:a16="http://schemas.microsoft.com/office/drawing/2014/main" id="{10C1C29F-34CB-505D-6FA5-D756549933B1}"/>
              </a:ext>
            </a:extLst>
          </p:cNvPr>
          <p:cNvSpPr>
            <a:spLocks noGrp="1"/>
          </p:cNvSpPr>
          <p:nvPr>
            <p:ph type="sldNum" sz="quarter" idx="24"/>
          </p:nvPr>
        </p:nvSpPr>
        <p:spPr/>
        <p:txBody>
          <a:bodyPr/>
          <a:lstStyle/>
          <a:p>
            <a:fld id="{A648B885-FF76-47CB-8BBD-27E7EBF07CA9}" type="slidenum">
              <a:rPr lang="nl-NL" smtClean="0"/>
              <a:pPr/>
              <a:t>1</a:t>
            </a:fld>
            <a:endParaRPr lang="nl-NL" dirty="0"/>
          </a:p>
        </p:txBody>
      </p:sp>
    </p:spTree>
    <p:extLst>
      <p:ext uri="{BB962C8B-B14F-4D97-AF65-F5344CB8AC3E}">
        <p14:creationId xmlns:p14="http://schemas.microsoft.com/office/powerpoint/2010/main" val="17302796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61965-DDEB-1045-F7B7-932340BB45AF}"/>
              </a:ext>
            </a:extLst>
          </p:cNvPr>
          <p:cNvSpPr>
            <a:spLocks noGrp="1"/>
          </p:cNvSpPr>
          <p:nvPr>
            <p:ph type="title"/>
          </p:nvPr>
        </p:nvSpPr>
        <p:spPr/>
        <p:txBody>
          <a:bodyPr/>
          <a:lstStyle/>
          <a:p>
            <a:r>
              <a:rPr lang="en-NL" dirty="0"/>
              <a:t>Relatie</a:t>
            </a:r>
          </a:p>
        </p:txBody>
      </p:sp>
      <p:sp>
        <p:nvSpPr>
          <p:cNvPr id="3" name="Content Placeholder 2">
            <a:extLst>
              <a:ext uri="{FF2B5EF4-FFF2-40B4-BE49-F238E27FC236}">
                <a16:creationId xmlns:a16="http://schemas.microsoft.com/office/drawing/2014/main" id="{F3227F16-7A4F-01DB-6F6A-EFF61325A7D3}"/>
              </a:ext>
            </a:extLst>
          </p:cNvPr>
          <p:cNvSpPr>
            <a:spLocks noGrp="1"/>
          </p:cNvSpPr>
          <p:nvPr>
            <p:ph idx="1"/>
          </p:nvPr>
        </p:nvSpPr>
        <p:spPr/>
        <p:txBody>
          <a:bodyPr/>
          <a:lstStyle/>
          <a:p>
            <a:r>
              <a:rPr lang="en-NL" dirty="0"/>
              <a:t>Een </a:t>
            </a:r>
            <a:r>
              <a:rPr lang="en-NL" b="1" dirty="0"/>
              <a:t>relatie</a:t>
            </a:r>
            <a:r>
              <a:rPr lang="en-NL" dirty="0"/>
              <a:t> is een verbintenis tussen </a:t>
            </a:r>
            <a:r>
              <a:rPr lang="en-NL" b="1" dirty="0"/>
              <a:t>domeinobjecten</a:t>
            </a:r>
            <a:endParaRPr lang="en-NL" dirty="0"/>
          </a:p>
          <a:p>
            <a:endParaRPr lang="en-NL" dirty="0"/>
          </a:p>
          <a:p>
            <a:pPr marL="0" indent="0">
              <a:buNone/>
            </a:pPr>
            <a:r>
              <a:rPr lang="en-NL" dirty="0"/>
              <a:t>De arbeidsrelatie tussen [Jan] en [Bakkerij Broodjes] zien we als zo’n relatie.</a:t>
            </a:r>
          </a:p>
          <a:p>
            <a:pPr marL="0" indent="0">
              <a:buNone/>
            </a:pPr>
            <a:r>
              <a:rPr lang="en-NL" dirty="0"/>
              <a:t>Merk op dat je de relatie alleen kunt identificeren door de domeinobjecten te benoemen waartussen de relatie zit (!)</a:t>
            </a:r>
          </a:p>
          <a:p>
            <a:pPr marL="0" indent="0">
              <a:buNone/>
            </a:pPr>
            <a:r>
              <a:rPr lang="en-NL" dirty="0"/>
              <a:t>Relaties zijn echt </a:t>
            </a:r>
            <a:r>
              <a:rPr lang="en-NL" i="1" dirty="0"/>
              <a:t>wel</a:t>
            </a:r>
            <a:r>
              <a:rPr lang="en-NL" dirty="0"/>
              <a:t> relevant om te beschouwen: zonder relaties zou ons domein vrij saai zijn, bestaan uit losse domeinobjecten</a:t>
            </a:r>
          </a:p>
          <a:p>
            <a:pPr marL="0" indent="0">
              <a:buNone/>
            </a:pPr>
            <a:r>
              <a:rPr lang="en-NL" dirty="0"/>
              <a:t>Dat is ook de reden dat we relaties typeren, dat we </a:t>
            </a:r>
            <a:r>
              <a:rPr lang="en-NL" b="1" dirty="0"/>
              <a:t>relatietypen </a:t>
            </a:r>
            <a:r>
              <a:rPr lang="en-NL" dirty="0"/>
              <a:t>kennen!</a:t>
            </a:r>
          </a:p>
        </p:txBody>
      </p:sp>
      <p:sp>
        <p:nvSpPr>
          <p:cNvPr id="4" name="Slide Number Placeholder 3">
            <a:extLst>
              <a:ext uri="{FF2B5EF4-FFF2-40B4-BE49-F238E27FC236}">
                <a16:creationId xmlns:a16="http://schemas.microsoft.com/office/drawing/2014/main" id="{5DE5581F-B996-A921-2448-518C5B9B9AE7}"/>
              </a:ext>
            </a:extLst>
          </p:cNvPr>
          <p:cNvSpPr>
            <a:spLocks noGrp="1"/>
          </p:cNvSpPr>
          <p:nvPr>
            <p:ph type="sldNum" sz="quarter" idx="12"/>
          </p:nvPr>
        </p:nvSpPr>
        <p:spPr/>
        <p:txBody>
          <a:bodyPr/>
          <a:lstStyle/>
          <a:p>
            <a:fld id="{A648B885-FF76-47CB-8BBD-27E7EBF07CA9}" type="slidenum">
              <a:rPr lang="nl-NL" smtClean="0"/>
              <a:t>2</a:t>
            </a:fld>
            <a:endParaRPr lang="nl-NL"/>
          </a:p>
        </p:txBody>
      </p:sp>
    </p:spTree>
    <p:extLst>
      <p:ext uri="{BB962C8B-B14F-4D97-AF65-F5344CB8AC3E}">
        <p14:creationId xmlns:p14="http://schemas.microsoft.com/office/powerpoint/2010/main" val="36120634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69744-D813-2F7C-CAAB-7B33871E99F7}"/>
              </a:ext>
            </a:extLst>
          </p:cNvPr>
          <p:cNvSpPr>
            <a:spLocks noGrp="1"/>
          </p:cNvSpPr>
          <p:nvPr>
            <p:ph type="title"/>
          </p:nvPr>
        </p:nvSpPr>
        <p:spPr/>
        <p:txBody>
          <a:bodyPr/>
          <a:lstStyle/>
          <a:p>
            <a:r>
              <a:rPr lang="en-NL" dirty="0"/>
              <a:t>Relatietypen – twee voorbeelden</a:t>
            </a:r>
          </a:p>
        </p:txBody>
      </p:sp>
      <p:sp>
        <p:nvSpPr>
          <p:cNvPr id="4" name="Slide Number Placeholder 3">
            <a:extLst>
              <a:ext uri="{FF2B5EF4-FFF2-40B4-BE49-F238E27FC236}">
                <a16:creationId xmlns:a16="http://schemas.microsoft.com/office/drawing/2014/main" id="{2D9FD247-B6C0-62E1-22C9-10EA2483E3F9}"/>
              </a:ext>
            </a:extLst>
          </p:cNvPr>
          <p:cNvSpPr>
            <a:spLocks noGrp="1"/>
          </p:cNvSpPr>
          <p:nvPr>
            <p:ph type="sldNum" sz="quarter" idx="12"/>
          </p:nvPr>
        </p:nvSpPr>
        <p:spPr/>
        <p:txBody>
          <a:bodyPr/>
          <a:lstStyle/>
          <a:p>
            <a:fld id="{A648B885-FF76-47CB-8BBD-27E7EBF07CA9}" type="slidenum">
              <a:rPr lang="nl-NL" smtClean="0"/>
              <a:t>3</a:t>
            </a:fld>
            <a:endParaRPr lang="nl-NL"/>
          </a:p>
        </p:txBody>
      </p:sp>
      <p:sp>
        <p:nvSpPr>
          <p:cNvPr id="13" name="TextBox 12">
            <a:extLst>
              <a:ext uri="{FF2B5EF4-FFF2-40B4-BE49-F238E27FC236}">
                <a16:creationId xmlns:a16="http://schemas.microsoft.com/office/drawing/2014/main" id="{AC38C9BD-3010-704A-B3F4-14DCF2CB18CD}"/>
              </a:ext>
            </a:extLst>
          </p:cNvPr>
          <p:cNvSpPr txBox="1"/>
          <p:nvPr/>
        </p:nvSpPr>
        <p:spPr>
          <a:xfrm>
            <a:off x="229904" y="3635747"/>
            <a:ext cx="6152235" cy="2800767"/>
          </a:xfrm>
          <a:prstGeom prst="rect">
            <a:avLst/>
          </a:prstGeom>
          <a:noFill/>
        </p:spPr>
        <p:txBody>
          <a:bodyPr wrap="square" rtlCol="0">
            <a:spAutoFit/>
          </a:bodyPr>
          <a:lstStyle/>
          <a:p>
            <a:r>
              <a:rPr lang="en-NL" sz="1600" dirty="0"/>
              <a:t>Het linker relatietype betreft de relatie tussen een klant en een order. Orders en klanten kunnen afzonderlijk van elkaar geidentificeerd worden. Verplicht is wel dat er precies één klant bij een order is. In dit voorbeeld is er geen richting aan de relatie, wel is er een richting voor de propositie: die gaat in dit geval van klant naar order.</a:t>
            </a:r>
          </a:p>
          <a:p>
            <a:pPr marL="285750" indent="-285750">
              <a:buFont typeface="Wingdings" pitchFamily="2" charset="2"/>
              <a:buChar char="Ø"/>
            </a:pPr>
            <a:r>
              <a:rPr lang="en-NL" sz="1600" dirty="0"/>
              <a:t>In UML betekent dit dat de property </a:t>
            </a:r>
            <a:r>
              <a:rPr lang="en-NL" sz="1600" i="1" dirty="0"/>
              <a:t>besteller</a:t>
            </a:r>
            <a:r>
              <a:rPr lang="en-NL" sz="1600" dirty="0"/>
              <a:t> en </a:t>
            </a:r>
            <a:r>
              <a:rPr lang="en-NL" sz="1600" i="1" dirty="0"/>
              <a:t>order</a:t>
            </a:r>
            <a:r>
              <a:rPr lang="en-NL" sz="1600" dirty="0"/>
              <a:t> van de association zijn </a:t>
            </a:r>
            <a:r>
              <a:rPr lang="en-NL" sz="1600" i="1" dirty="0"/>
              <a:t>(owned</a:t>
            </a:r>
            <a:r>
              <a:rPr lang="en-NL" sz="1600" dirty="0"/>
              <a:t>)</a:t>
            </a:r>
            <a:r>
              <a:rPr lang="en-NL" sz="1600" i="1" dirty="0"/>
              <a:t>,</a:t>
            </a:r>
            <a:r>
              <a:rPr lang="en-NL" sz="1600" dirty="0"/>
              <a:t> dus </a:t>
            </a:r>
            <a:r>
              <a:rPr lang="en-NL" sz="1600" i="1" dirty="0"/>
              <a:t>niet</a:t>
            </a:r>
            <a:r>
              <a:rPr lang="en-NL" sz="1600" dirty="0"/>
              <a:t> van de classes!</a:t>
            </a:r>
          </a:p>
          <a:p>
            <a:pPr marL="285750" indent="-285750">
              <a:buFont typeface="Wingdings" pitchFamily="2" charset="2"/>
              <a:buChar char="Ø"/>
            </a:pPr>
            <a:r>
              <a:rPr lang="en-NL" sz="1600" dirty="0"/>
              <a:t>In ER is sprake van een “normale” entities</a:t>
            </a:r>
          </a:p>
          <a:p>
            <a:pPr marL="285750" indent="-285750">
              <a:buFont typeface="Wingdings" pitchFamily="2" charset="2"/>
              <a:buChar char="Ø"/>
            </a:pPr>
            <a:r>
              <a:rPr lang="en-NL" sz="1600" dirty="0"/>
              <a:t>In LD bestaat het concept van association niet, en moeten we het met de propositie doen</a:t>
            </a:r>
          </a:p>
        </p:txBody>
      </p:sp>
      <p:sp>
        <p:nvSpPr>
          <p:cNvPr id="20" name="TextBox 19">
            <a:extLst>
              <a:ext uri="{FF2B5EF4-FFF2-40B4-BE49-F238E27FC236}">
                <a16:creationId xmlns:a16="http://schemas.microsoft.com/office/drawing/2014/main" id="{BCBC59EE-4DD1-A34C-BEE1-11A8D575334F}"/>
              </a:ext>
            </a:extLst>
          </p:cNvPr>
          <p:cNvSpPr txBox="1"/>
          <p:nvPr/>
        </p:nvSpPr>
        <p:spPr>
          <a:xfrm>
            <a:off x="6382139" y="3635747"/>
            <a:ext cx="5809861" cy="3293209"/>
          </a:xfrm>
          <a:prstGeom prst="rect">
            <a:avLst/>
          </a:prstGeom>
          <a:noFill/>
        </p:spPr>
        <p:txBody>
          <a:bodyPr wrap="square" rtlCol="0">
            <a:spAutoFit/>
          </a:bodyPr>
          <a:lstStyle/>
          <a:p>
            <a:r>
              <a:rPr lang="en-NL" sz="1600" dirty="0"/>
              <a:t>Het rechter relatietype betreft de relatie tussen een order en een orderregel. Daarbij geldt dat een orderregel niet los geïdentificeerd kan worden.</a:t>
            </a:r>
          </a:p>
          <a:p>
            <a:endParaRPr lang="en-NL" sz="1600" dirty="0"/>
          </a:p>
          <a:p>
            <a:pPr marL="285750" indent="-285750">
              <a:buFont typeface="Wingdings" pitchFamily="2" charset="2"/>
              <a:buChar char="Ø"/>
            </a:pPr>
            <a:r>
              <a:rPr lang="en-NL" sz="1600" dirty="0"/>
              <a:t>De betekenis van “navigeerbaarheid” op conceptueel niveau betekent dat de relatie onderdeel is van de identificatie van het domeinobject.</a:t>
            </a:r>
          </a:p>
          <a:p>
            <a:pPr marL="285750" indent="-285750">
              <a:buFont typeface="Wingdings" pitchFamily="2" charset="2"/>
              <a:buChar char="Ø"/>
            </a:pPr>
            <a:r>
              <a:rPr lang="en-NL" sz="1600" dirty="0"/>
              <a:t>In UML betekent dit dat de property </a:t>
            </a:r>
            <a:r>
              <a:rPr lang="en-NL" sz="1600" i="1" dirty="0"/>
              <a:t>order </a:t>
            </a:r>
            <a:r>
              <a:rPr lang="en-NL" sz="1600" dirty="0"/>
              <a:t>van de class </a:t>
            </a:r>
            <a:r>
              <a:rPr lang="en-NL" sz="1600" i="1" dirty="0"/>
              <a:t>orderregel</a:t>
            </a:r>
            <a:r>
              <a:rPr lang="en-NL" sz="1600" dirty="0"/>
              <a:t> is (</a:t>
            </a:r>
            <a:r>
              <a:rPr lang="en-NL" sz="1600" i="1" dirty="0"/>
              <a:t>owned</a:t>
            </a:r>
            <a:r>
              <a:rPr lang="en-NL" sz="1600" dirty="0"/>
              <a:t>)</a:t>
            </a:r>
          </a:p>
          <a:p>
            <a:pPr marL="285750" indent="-285750">
              <a:buFont typeface="Wingdings" pitchFamily="2" charset="2"/>
              <a:buChar char="Ø"/>
            </a:pPr>
            <a:r>
              <a:rPr lang="en-NL" sz="1600" dirty="0"/>
              <a:t>In ER zou spraken zijn van een </a:t>
            </a:r>
            <a:r>
              <a:rPr lang="en-NL" sz="1600" i="1" dirty="0"/>
              <a:t>weak entity</a:t>
            </a:r>
          </a:p>
          <a:p>
            <a:pPr marL="285750" indent="-285750">
              <a:buFont typeface="Wingdings" pitchFamily="2" charset="2"/>
              <a:buChar char="Ø"/>
            </a:pPr>
            <a:r>
              <a:rPr lang="en-NL" sz="1600" dirty="0"/>
              <a:t>In LD kan elk object los geidentificeerd worden (met zijn URI). Hiervoor is een extra constraint nodig op de propositie</a:t>
            </a:r>
          </a:p>
          <a:p>
            <a:endParaRPr lang="en-NL" sz="1600" dirty="0"/>
          </a:p>
        </p:txBody>
      </p:sp>
      <p:pic>
        <p:nvPicPr>
          <p:cNvPr id="22" name="Graphic 21">
            <a:extLst>
              <a:ext uri="{FF2B5EF4-FFF2-40B4-BE49-F238E27FC236}">
                <a16:creationId xmlns:a16="http://schemas.microsoft.com/office/drawing/2014/main" id="{66B57A17-5B98-A390-4452-50A361A6664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628571" y="999723"/>
            <a:ext cx="6451600" cy="1689100"/>
          </a:xfrm>
          <a:prstGeom prst="rect">
            <a:avLst/>
          </a:prstGeom>
        </p:spPr>
      </p:pic>
      <p:pic>
        <p:nvPicPr>
          <p:cNvPr id="26" name="Graphic 25">
            <a:extLst>
              <a:ext uri="{FF2B5EF4-FFF2-40B4-BE49-F238E27FC236}">
                <a16:creationId xmlns:a16="http://schemas.microsoft.com/office/drawing/2014/main" id="{07C2F0FE-7D64-7902-C019-45EB0DB1CF6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628571" y="2630466"/>
            <a:ext cx="7772400" cy="798534"/>
          </a:xfrm>
          <a:prstGeom prst="rect">
            <a:avLst/>
          </a:prstGeom>
        </p:spPr>
      </p:pic>
    </p:spTree>
    <p:extLst>
      <p:ext uri="{BB962C8B-B14F-4D97-AF65-F5344CB8AC3E}">
        <p14:creationId xmlns:p14="http://schemas.microsoft.com/office/powerpoint/2010/main" val="13981720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DA680-8AD3-A68E-FF60-6E7E42B203E5}"/>
              </a:ext>
            </a:extLst>
          </p:cNvPr>
          <p:cNvSpPr>
            <a:spLocks noGrp="1"/>
          </p:cNvSpPr>
          <p:nvPr>
            <p:ph type="title"/>
          </p:nvPr>
        </p:nvSpPr>
        <p:spPr/>
        <p:txBody>
          <a:bodyPr/>
          <a:lstStyle/>
          <a:p>
            <a:r>
              <a:rPr lang="en-NL" dirty="0"/>
              <a:t>Hoe om te gaan met rollen?</a:t>
            </a:r>
          </a:p>
        </p:txBody>
      </p:sp>
      <p:sp>
        <p:nvSpPr>
          <p:cNvPr id="3" name="Content Placeholder 2">
            <a:extLst>
              <a:ext uri="{FF2B5EF4-FFF2-40B4-BE49-F238E27FC236}">
                <a16:creationId xmlns:a16="http://schemas.microsoft.com/office/drawing/2014/main" id="{AB6A7940-7AA0-C4EC-F326-136DCA955E80}"/>
              </a:ext>
            </a:extLst>
          </p:cNvPr>
          <p:cNvSpPr>
            <a:spLocks noGrp="1"/>
          </p:cNvSpPr>
          <p:nvPr>
            <p:ph idx="1"/>
          </p:nvPr>
        </p:nvSpPr>
        <p:spPr/>
        <p:txBody>
          <a:bodyPr>
            <a:normAutofit fontScale="92500" lnSpcReduction="20000"/>
          </a:bodyPr>
          <a:lstStyle/>
          <a:p>
            <a:pPr marL="0" indent="0">
              <a:buNone/>
            </a:pPr>
            <a:r>
              <a:rPr lang="en-NL" dirty="0"/>
              <a:t>De volgende drie zinnen kun je uitspreken (ze bevatten proposities):</a:t>
            </a:r>
          </a:p>
          <a:p>
            <a:r>
              <a:rPr lang="en-NL" dirty="0"/>
              <a:t>[Jan] heeft </a:t>
            </a:r>
            <a:r>
              <a:rPr lang="en-NL" b="1" dirty="0"/>
              <a:t>lengte</a:t>
            </a:r>
            <a:r>
              <a:rPr lang="en-NL" dirty="0"/>
              <a:t> 1.90</a:t>
            </a:r>
          </a:p>
          <a:p>
            <a:r>
              <a:rPr lang="en-NL" dirty="0"/>
              <a:t>[Jan] heeft </a:t>
            </a:r>
            <a:r>
              <a:rPr lang="en-NL" b="1" dirty="0"/>
              <a:t>beroep</a:t>
            </a:r>
            <a:r>
              <a:rPr lang="en-NL" dirty="0"/>
              <a:t> «timmerman»</a:t>
            </a:r>
          </a:p>
          <a:p>
            <a:r>
              <a:rPr lang="en-NL" dirty="0"/>
              <a:t>[Jan] heeft </a:t>
            </a:r>
            <a:r>
              <a:rPr lang="en-NL" b="1" dirty="0"/>
              <a:t>werkgever</a:t>
            </a:r>
            <a:r>
              <a:rPr lang="en-NL" dirty="0"/>
              <a:t> [Bakkerij Broodjes]</a:t>
            </a:r>
          </a:p>
          <a:p>
            <a:endParaRPr lang="en-NL" dirty="0"/>
          </a:p>
          <a:p>
            <a:pPr marL="0" indent="0">
              <a:buNone/>
            </a:pPr>
            <a:r>
              <a:rPr lang="en-NL" dirty="0"/>
              <a:t>Zowel </a:t>
            </a:r>
            <a:r>
              <a:rPr lang="en-NL" b="1" dirty="0"/>
              <a:t>lengte, beroep </a:t>
            </a:r>
            <a:r>
              <a:rPr lang="en-NL" dirty="0"/>
              <a:t>als </a:t>
            </a:r>
            <a:r>
              <a:rPr lang="en-NL" b="1" dirty="0"/>
              <a:t>werkgever</a:t>
            </a:r>
            <a:r>
              <a:rPr lang="en-NL" dirty="0"/>
              <a:t> lijken kenmerken. </a:t>
            </a:r>
            <a:r>
              <a:rPr lang="en-GB" dirty="0"/>
              <a:t>H</a:t>
            </a:r>
            <a:r>
              <a:rPr lang="en-NL" dirty="0"/>
              <a:t>et zijn in UML ook </a:t>
            </a:r>
            <a:r>
              <a:rPr lang="en-NL" i="1" dirty="0"/>
              <a:t>properties</a:t>
            </a:r>
            <a:r>
              <a:rPr lang="en-NL" dirty="0"/>
              <a:t> en in FBM zijn het </a:t>
            </a:r>
            <a:r>
              <a:rPr lang="en-NL" i="1" dirty="0"/>
              <a:t>roles</a:t>
            </a:r>
            <a:r>
              <a:rPr lang="en-NL" dirty="0"/>
              <a:t>. Alle drie (!). Er zijn verschillen en overeenkomsten:</a:t>
            </a:r>
          </a:p>
          <a:p>
            <a:r>
              <a:rPr lang="en-NL" dirty="0"/>
              <a:t>Zowel 1.90 als [Bakkerij Broodjes] zijn concrete dingen, 1.90 is meetbaar en [Bakkerij Broodjes] is een identificeerbaar domeinobject;</a:t>
            </a:r>
          </a:p>
          <a:p>
            <a:r>
              <a:rPr lang="en-NL" dirty="0"/>
              <a:t>Daarentegen is een «timmerman» iets conceptueels;</a:t>
            </a:r>
          </a:p>
          <a:p>
            <a:r>
              <a:rPr lang="en-GB" b="1" dirty="0"/>
              <a:t>L</a:t>
            </a:r>
            <a:r>
              <a:rPr lang="en-NL" b="1" dirty="0"/>
              <a:t>engte</a:t>
            </a:r>
            <a:r>
              <a:rPr lang="en-NL" dirty="0"/>
              <a:t> en </a:t>
            </a:r>
            <a:r>
              <a:rPr lang="en-NL" b="1" dirty="0"/>
              <a:t>beroep</a:t>
            </a:r>
            <a:r>
              <a:rPr lang="en-NL" dirty="0"/>
              <a:t> hebben met elkaar gemeen dat ze inherent zijn aan [Jan];</a:t>
            </a:r>
          </a:p>
          <a:p>
            <a:r>
              <a:rPr lang="en-NL" dirty="0"/>
              <a:t>Daarentegen is </a:t>
            </a:r>
            <a:r>
              <a:rPr lang="en-NL" b="1" dirty="0"/>
              <a:t>werkgever</a:t>
            </a:r>
            <a:r>
              <a:rPr lang="en-NL" dirty="0"/>
              <a:t> iets relationeels, het is niet inherent aan [Jan].</a:t>
            </a:r>
          </a:p>
        </p:txBody>
      </p:sp>
      <p:sp>
        <p:nvSpPr>
          <p:cNvPr id="4" name="Slide Number Placeholder 3">
            <a:extLst>
              <a:ext uri="{FF2B5EF4-FFF2-40B4-BE49-F238E27FC236}">
                <a16:creationId xmlns:a16="http://schemas.microsoft.com/office/drawing/2014/main" id="{988E86D2-2653-EE51-3F39-E3F6AF54E4B8}"/>
              </a:ext>
            </a:extLst>
          </p:cNvPr>
          <p:cNvSpPr>
            <a:spLocks noGrp="1"/>
          </p:cNvSpPr>
          <p:nvPr>
            <p:ph type="sldNum" sz="quarter" idx="12"/>
          </p:nvPr>
        </p:nvSpPr>
        <p:spPr/>
        <p:txBody>
          <a:bodyPr/>
          <a:lstStyle/>
          <a:p>
            <a:fld id="{A648B885-FF76-47CB-8BBD-27E7EBF07CA9}" type="slidenum">
              <a:rPr lang="nl-NL" smtClean="0"/>
              <a:t>4</a:t>
            </a:fld>
            <a:endParaRPr lang="nl-NL"/>
          </a:p>
        </p:txBody>
      </p:sp>
    </p:spTree>
    <p:extLst>
      <p:ext uri="{BB962C8B-B14F-4D97-AF65-F5344CB8AC3E}">
        <p14:creationId xmlns:p14="http://schemas.microsoft.com/office/powerpoint/2010/main" val="2874366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09CA0-EF83-4059-A591-9A75489023F8}"/>
              </a:ext>
            </a:extLst>
          </p:cNvPr>
          <p:cNvSpPr>
            <a:spLocks noGrp="1"/>
          </p:cNvSpPr>
          <p:nvPr>
            <p:ph type="title"/>
          </p:nvPr>
        </p:nvSpPr>
        <p:spPr/>
        <p:txBody>
          <a:bodyPr/>
          <a:lstStyle/>
          <a:p>
            <a:r>
              <a:rPr lang="en-NL" dirty="0"/>
              <a:t>Hoe om te gaan met rollen?</a:t>
            </a:r>
          </a:p>
        </p:txBody>
      </p:sp>
      <p:sp>
        <p:nvSpPr>
          <p:cNvPr id="3" name="Content Placeholder 2">
            <a:extLst>
              <a:ext uri="{FF2B5EF4-FFF2-40B4-BE49-F238E27FC236}">
                <a16:creationId xmlns:a16="http://schemas.microsoft.com/office/drawing/2014/main" id="{395D1205-D791-1484-7E73-F05102058E39}"/>
              </a:ext>
            </a:extLst>
          </p:cNvPr>
          <p:cNvSpPr>
            <a:spLocks noGrp="1"/>
          </p:cNvSpPr>
          <p:nvPr>
            <p:ph idx="1"/>
          </p:nvPr>
        </p:nvSpPr>
        <p:spPr>
          <a:xfrm>
            <a:off x="300038" y="1520825"/>
            <a:ext cx="11587855" cy="1908175"/>
          </a:xfrm>
        </p:spPr>
        <p:txBody>
          <a:bodyPr/>
          <a:lstStyle/>
          <a:p>
            <a:pPr marL="0" indent="0">
              <a:buNone/>
            </a:pPr>
            <a:r>
              <a:rPr lang="en-NL" dirty="0"/>
              <a:t>Het lijkt erop dat je kenmerken kunt indelen in vier groepen, langs twee assen:</a:t>
            </a:r>
          </a:p>
          <a:p>
            <a:r>
              <a:rPr lang="en-GB" i="1" dirty="0"/>
              <a:t>C</a:t>
            </a:r>
            <a:r>
              <a:rPr lang="en-NL" i="1" dirty="0"/>
              <a:t>onceptueel</a:t>
            </a:r>
            <a:r>
              <a:rPr lang="en-NL" dirty="0"/>
              <a:t> versus </a:t>
            </a:r>
            <a:r>
              <a:rPr lang="en-NL" i="1" dirty="0"/>
              <a:t>Concreet</a:t>
            </a:r>
            <a:endParaRPr lang="en-NL" dirty="0"/>
          </a:p>
          <a:p>
            <a:r>
              <a:rPr lang="en-NL" i="1" dirty="0"/>
              <a:t>Inherent</a:t>
            </a:r>
            <a:r>
              <a:rPr lang="en-NL" dirty="0"/>
              <a:t> versus </a:t>
            </a:r>
            <a:r>
              <a:rPr lang="en-NL" i="1" dirty="0"/>
              <a:t>Relationeel</a:t>
            </a:r>
          </a:p>
        </p:txBody>
      </p:sp>
      <p:sp>
        <p:nvSpPr>
          <p:cNvPr id="4" name="Slide Number Placeholder 3">
            <a:extLst>
              <a:ext uri="{FF2B5EF4-FFF2-40B4-BE49-F238E27FC236}">
                <a16:creationId xmlns:a16="http://schemas.microsoft.com/office/drawing/2014/main" id="{62BBD5F0-1072-A571-9ADE-FE615109943C}"/>
              </a:ext>
            </a:extLst>
          </p:cNvPr>
          <p:cNvSpPr>
            <a:spLocks noGrp="1"/>
          </p:cNvSpPr>
          <p:nvPr>
            <p:ph type="sldNum" sz="quarter" idx="12"/>
          </p:nvPr>
        </p:nvSpPr>
        <p:spPr/>
        <p:txBody>
          <a:bodyPr/>
          <a:lstStyle/>
          <a:p>
            <a:fld id="{A648B885-FF76-47CB-8BBD-27E7EBF07CA9}" type="slidenum">
              <a:rPr lang="nl-NL" smtClean="0"/>
              <a:t>5</a:t>
            </a:fld>
            <a:endParaRPr lang="nl-NL"/>
          </a:p>
        </p:txBody>
      </p:sp>
      <p:sp>
        <p:nvSpPr>
          <p:cNvPr id="5" name="Rectangle 4">
            <a:extLst>
              <a:ext uri="{FF2B5EF4-FFF2-40B4-BE49-F238E27FC236}">
                <a16:creationId xmlns:a16="http://schemas.microsoft.com/office/drawing/2014/main" id="{1E5E3531-9BCE-F8E7-645D-B6B26951D7FF}"/>
              </a:ext>
            </a:extLst>
          </p:cNvPr>
          <p:cNvSpPr/>
          <p:nvPr/>
        </p:nvSpPr>
        <p:spPr>
          <a:xfrm>
            <a:off x="6096000" y="2676939"/>
            <a:ext cx="1987826" cy="17492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b</a:t>
            </a:r>
            <a:r>
              <a:rPr lang="en-NL" dirty="0"/>
              <a:t>eroep, status, geslacht</a:t>
            </a:r>
          </a:p>
        </p:txBody>
      </p:sp>
      <p:sp>
        <p:nvSpPr>
          <p:cNvPr id="6" name="Rectangle 5">
            <a:extLst>
              <a:ext uri="{FF2B5EF4-FFF2-40B4-BE49-F238E27FC236}">
                <a16:creationId xmlns:a16="http://schemas.microsoft.com/office/drawing/2014/main" id="{73F60DEF-806A-B041-21E2-E3D5B6BD49DA}"/>
              </a:ext>
            </a:extLst>
          </p:cNvPr>
          <p:cNvSpPr/>
          <p:nvPr/>
        </p:nvSpPr>
        <p:spPr>
          <a:xfrm>
            <a:off x="8236226" y="2676938"/>
            <a:ext cx="1987826" cy="17492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lengte, gewicht</a:t>
            </a:r>
          </a:p>
        </p:txBody>
      </p:sp>
      <p:sp>
        <p:nvSpPr>
          <p:cNvPr id="7" name="Rectangle 6">
            <a:extLst>
              <a:ext uri="{FF2B5EF4-FFF2-40B4-BE49-F238E27FC236}">
                <a16:creationId xmlns:a16="http://schemas.microsoft.com/office/drawing/2014/main" id="{5DFEC7D5-BC62-A358-3473-9C720A9E6D48}"/>
              </a:ext>
            </a:extLst>
          </p:cNvPr>
          <p:cNvSpPr/>
          <p:nvPr/>
        </p:nvSpPr>
        <p:spPr>
          <a:xfrm>
            <a:off x="6096000" y="4565063"/>
            <a:ext cx="1987826" cy="17492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functie</a:t>
            </a:r>
            <a:r>
              <a:rPr lang="en-US" dirty="0"/>
              <a:t>, </a:t>
            </a:r>
            <a:r>
              <a:rPr lang="en-US" dirty="0" err="1"/>
              <a:t>positie</a:t>
            </a:r>
            <a:endParaRPr lang="en-US" dirty="0"/>
          </a:p>
        </p:txBody>
      </p:sp>
      <p:sp>
        <p:nvSpPr>
          <p:cNvPr id="8" name="Rectangle 7">
            <a:extLst>
              <a:ext uri="{FF2B5EF4-FFF2-40B4-BE49-F238E27FC236}">
                <a16:creationId xmlns:a16="http://schemas.microsoft.com/office/drawing/2014/main" id="{9DD9D299-F4C7-A943-E528-D62B4E236137}"/>
              </a:ext>
            </a:extLst>
          </p:cNvPr>
          <p:cNvSpPr/>
          <p:nvPr/>
        </p:nvSpPr>
        <p:spPr>
          <a:xfrm>
            <a:off x="8236226" y="4565062"/>
            <a:ext cx="1987826" cy="17492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a:t>
            </a:r>
            <a:r>
              <a:rPr lang="en-NL" dirty="0"/>
              <a:t>oonplaats, werkgever</a:t>
            </a:r>
          </a:p>
        </p:txBody>
      </p:sp>
      <p:sp>
        <p:nvSpPr>
          <p:cNvPr id="9" name="TextBox 8">
            <a:extLst>
              <a:ext uri="{FF2B5EF4-FFF2-40B4-BE49-F238E27FC236}">
                <a16:creationId xmlns:a16="http://schemas.microsoft.com/office/drawing/2014/main" id="{D5149802-E084-9AAE-CBAC-63BC2B8698DE}"/>
              </a:ext>
            </a:extLst>
          </p:cNvPr>
          <p:cNvSpPr txBox="1"/>
          <p:nvPr/>
        </p:nvSpPr>
        <p:spPr>
          <a:xfrm>
            <a:off x="6384239" y="2251608"/>
            <a:ext cx="1411348" cy="369332"/>
          </a:xfrm>
          <a:prstGeom prst="rect">
            <a:avLst/>
          </a:prstGeom>
          <a:noFill/>
        </p:spPr>
        <p:txBody>
          <a:bodyPr wrap="none" rtlCol="0">
            <a:spAutoFit/>
          </a:bodyPr>
          <a:lstStyle/>
          <a:p>
            <a:r>
              <a:rPr lang="en-NL" dirty="0"/>
              <a:t>Conceptueel</a:t>
            </a:r>
          </a:p>
        </p:txBody>
      </p:sp>
      <p:sp>
        <p:nvSpPr>
          <p:cNvPr id="10" name="TextBox 9">
            <a:extLst>
              <a:ext uri="{FF2B5EF4-FFF2-40B4-BE49-F238E27FC236}">
                <a16:creationId xmlns:a16="http://schemas.microsoft.com/office/drawing/2014/main" id="{174318B2-DE4D-D271-E9EA-2A91A6F83A98}"/>
              </a:ext>
            </a:extLst>
          </p:cNvPr>
          <p:cNvSpPr txBox="1"/>
          <p:nvPr/>
        </p:nvSpPr>
        <p:spPr>
          <a:xfrm>
            <a:off x="8698326" y="2275122"/>
            <a:ext cx="1063625" cy="369332"/>
          </a:xfrm>
          <a:prstGeom prst="rect">
            <a:avLst/>
          </a:prstGeom>
          <a:noFill/>
        </p:spPr>
        <p:txBody>
          <a:bodyPr wrap="none" rtlCol="0">
            <a:spAutoFit/>
          </a:bodyPr>
          <a:lstStyle/>
          <a:p>
            <a:r>
              <a:rPr lang="en-NL" dirty="0"/>
              <a:t>Concreet</a:t>
            </a:r>
          </a:p>
        </p:txBody>
      </p:sp>
      <p:sp>
        <p:nvSpPr>
          <p:cNvPr id="11" name="TextBox 10">
            <a:extLst>
              <a:ext uri="{FF2B5EF4-FFF2-40B4-BE49-F238E27FC236}">
                <a16:creationId xmlns:a16="http://schemas.microsoft.com/office/drawing/2014/main" id="{19C33A6F-4643-7538-07E3-643522AB4C0A}"/>
              </a:ext>
            </a:extLst>
          </p:cNvPr>
          <p:cNvSpPr txBox="1"/>
          <p:nvPr/>
        </p:nvSpPr>
        <p:spPr>
          <a:xfrm rot="16200000">
            <a:off x="5334452" y="3366915"/>
            <a:ext cx="1001364" cy="369332"/>
          </a:xfrm>
          <a:prstGeom prst="rect">
            <a:avLst/>
          </a:prstGeom>
          <a:noFill/>
        </p:spPr>
        <p:txBody>
          <a:bodyPr wrap="none" rtlCol="0">
            <a:spAutoFit/>
          </a:bodyPr>
          <a:lstStyle/>
          <a:p>
            <a:r>
              <a:rPr lang="en-NL" dirty="0"/>
              <a:t>Inherent</a:t>
            </a:r>
          </a:p>
        </p:txBody>
      </p:sp>
      <p:sp>
        <p:nvSpPr>
          <p:cNvPr id="12" name="TextBox 11">
            <a:extLst>
              <a:ext uri="{FF2B5EF4-FFF2-40B4-BE49-F238E27FC236}">
                <a16:creationId xmlns:a16="http://schemas.microsoft.com/office/drawing/2014/main" id="{DF2AC516-4461-B2B0-2A9F-1B88E023E4C2}"/>
              </a:ext>
            </a:extLst>
          </p:cNvPr>
          <p:cNvSpPr txBox="1"/>
          <p:nvPr/>
        </p:nvSpPr>
        <p:spPr>
          <a:xfrm rot="16200000">
            <a:off x="5186527" y="5255037"/>
            <a:ext cx="1297215" cy="369332"/>
          </a:xfrm>
          <a:prstGeom prst="rect">
            <a:avLst/>
          </a:prstGeom>
          <a:noFill/>
        </p:spPr>
        <p:txBody>
          <a:bodyPr wrap="none" rtlCol="0">
            <a:spAutoFit/>
          </a:bodyPr>
          <a:lstStyle/>
          <a:p>
            <a:r>
              <a:rPr lang="en-NL" dirty="0"/>
              <a:t>Relationeel</a:t>
            </a:r>
          </a:p>
        </p:txBody>
      </p:sp>
      <p:sp>
        <p:nvSpPr>
          <p:cNvPr id="14" name="TextBox 13">
            <a:extLst>
              <a:ext uri="{FF2B5EF4-FFF2-40B4-BE49-F238E27FC236}">
                <a16:creationId xmlns:a16="http://schemas.microsoft.com/office/drawing/2014/main" id="{99C25164-59CB-823D-144A-DC4DC69A574D}"/>
              </a:ext>
            </a:extLst>
          </p:cNvPr>
          <p:cNvSpPr txBox="1"/>
          <p:nvPr/>
        </p:nvSpPr>
        <p:spPr>
          <a:xfrm>
            <a:off x="8574349" y="2783291"/>
            <a:ext cx="1311578" cy="369332"/>
          </a:xfrm>
          <a:prstGeom prst="rect">
            <a:avLst/>
          </a:prstGeom>
          <a:noFill/>
        </p:spPr>
        <p:txBody>
          <a:bodyPr wrap="none" rtlCol="0">
            <a:spAutoFit/>
          </a:bodyPr>
          <a:lstStyle/>
          <a:p>
            <a:r>
              <a:rPr lang="en-NL" i="1" dirty="0"/>
              <a:t>eigenschap</a:t>
            </a:r>
          </a:p>
        </p:txBody>
      </p:sp>
      <p:sp>
        <p:nvSpPr>
          <p:cNvPr id="15" name="TextBox 14">
            <a:extLst>
              <a:ext uri="{FF2B5EF4-FFF2-40B4-BE49-F238E27FC236}">
                <a16:creationId xmlns:a16="http://schemas.microsoft.com/office/drawing/2014/main" id="{57644BEB-9DEF-7761-0DBD-C4D14AC0AC1F}"/>
              </a:ext>
            </a:extLst>
          </p:cNvPr>
          <p:cNvSpPr txBox="1"/>
          <p:nvPr/>
        </p:nvSpPr>
        <p:spPr>
          <a:xfrm>
            <a:off x="6462594" y="2759777"/>
            <a:ext cx="1332993" cy="520655"/>
          </a:xfrm>
          <a:prstGeom prst="rect">
            <a:avLst/>
          </a:prstGeom>
          <a:noFill/>
        </p:spPr>
        <p:txBody>
          <a:bodyPr wrap="none" rtlCol="0">
            <a:spAutoFit/>
          </a:bodyPr>
          <a:lstStyle/>
          <a:p>
            <a:pPr algn="ctr">
              <a:lnSpc>
                <a:spcPts val="1560"/>
              </a:lnSpc>
            </a:pPr>
            <a:r>
              <a:rPr lang="en-US" i="1" dirty="0" err="1"/>
              <a:t>categorisch</a:t>
            </a:r>
            <a:br>
              <a:rPr lang="en-US" i="1" dirty="0"/>
            </a:br>
            <a:r>
              <a:rPr lang="en-US" i="1" dirty="0" err="1"/>
              <a:t>kenmerk</a:t>
            </a:r>
            <a:endParaRPr lang="en-NL" i="1" dirty="0"/>
          </a:p>
        </p:txBody>
      </p:sp>
      <p:sp>
        <p:nvSpPr>
          <p:cNvPr id="16" name="TextBox 15">
            <a:extLst>
              <a:ext uri="{FF2B5EF4-FFF2-40B4-BE49-F238E27FC236}">
                <a16:creationId xmlns:a16="http://schemas.microsoft.com/office/drawing/2014/main" id="{DCA55322-7C7D-BA51-C120-4AF4B8F6703D}"/>
              </a:ext>
            </a:extLst>
          </p:cNvPr>
          <p:cNvSpPr txBox="1"/>
          <p:nvPr/>
        </p:nvSpPr>
        <p:spPr>
          <a:xfrm>
            <a:off x="9009532" y="4646185"/>
            <a:ext cx="441211" cy="369332"/>
          </a:xfrm>
          <a:prstGeom prst="rect">
            <a:avLst/>
          </a:prstGeom>
          <a:noFill/>
        </p:spPr>
        <p:txBody>
          <a:bodyPr wrap="none" rtlCol="0">
            <a:spAutoFit/>
          </a:bodyPr>
          <a:lstStyle/>
          <a:p>
            <a:r>
              <a:rPr lang="en-NL" i="1" dirty="0"/>
              <a:t>rol</a:t>
            </a:r>
          </a:p>
        </p:txBody>
      </p:sp>
      <p:sp>
        <p:nvSpPr>
          <p:cNvPr id="17" name="TextBox 16">
            <a:extLst>
              <a:ext uri="{FF2B5EF4-FFF2-40B4-BE49-F238E27FC236}">
                <a16:creationId xmlns:a16="http://schemas.microsoft.com/office/drawing/2014/main" id="{5FAF7EB1-B0FE-68CA-0DB2-760CDF8A2730}"/>
              </a:ext>
            </a:extLst>
          </p:cNvPr>
          <p:cNvSpPr txBox="1"/>
          <p:nvPr/>
        </p:nvSpPr>
        <p:spPr>
          <a:xfrm>
            <a:off x="6192921" y="4619681"/>
            <a:ext cx="1811393" cy="520655"/>
          </a:xfrm>
          <a:prstGeom prst="rect">
            <a:avLst/>
          </a:prstGeom>
          <a:noFill/>
        </p:spPr>
        <p:txBody>
          <a:bodyPr wrap="none" rtlCol="0">
            <a:spAutoFit/>
          </a:bodyPr>
          <a:lstStyle/>
          <a:p>
            <a:pPr algn="ctr">
              <a:lnSpc>
                <a:spcPts val="1560"/>
              </a:lnSpc>
            </a:pPr>
            <a:r>
              <a:rPr lang="en-GB" i="1" dirty="0"/>
              <a:t>r</a:t>
            </a:r>
            <a:r>
              <a:rPr lang="en-NL" i="1" dirty="0"/>
              <a:t>oltoewijzing</a:t>
            </a:r>
          </a:p>
          <a:p>
            <a:pPr algn="ctr">
              <a:lnSpc>
                <a:spcPts val="1560"/>
              </a:lnSpc>
            </a:pPr>
            <a:r>
              <a:rPr lang="en-NL" i="1" dirty="0"/>
              <a:t>(of rolvervulling)</a:t>
            </a:r>
          </a:p>
        </p:txBody>
      </p:sp>
      <p:sp>
        <p:nvSpPr>
          <p:cNvPr id="18" name="TextBox 17">
            <a:extLst>
              <a:ext uri="{FF2B5EF4-FFF2-40B4-BE49-F238E27FC236}">
                <a16:creationId xmlns:a16="http://schemas.microsoft.com/office/drawing/2014/main" id="{84B87A95-76AC-F86C-B096-CB1993BF6A79}"/>
              </a:ext>
            </a:extLst>
          </p:cNvPr>
          <p:cNvSpPr txBox="1"/>
          <p:nvPr/>
        </p:nvSpPr>
        <p:spPr>
          <a:xfrm>
            <a:off x="258099" y="4052263"/>
            <a:ext cx="5434308" cy="1754326"/>
          </a:xfrm>
          <a:prstGeom prst="rect">
            <a:avLst/>
          </a:prstGeom>
          <a:noFill/>
        </p:spPr>
        <p:txBody>
          <a:bodyPr wrap="none" rtlCol="0">
            <a:spAutoFit/>
          </a:bodyPr>
          <a:lstStyle/>
          <a:p>
            <a:r>
              <a:rPr lang="en-NL" dirty="0"/>
              <a:t>[Jan] heeft </a:t>
            </a:r>
            <a:r>
              <a:rPr lang="en-NL" b="1" dirty="0"/>
              <a:t>werkgever</a:t>
            </a:r>
            <a:r>
              <a:rPr lang="en-NL" dirty="0"/>
              <a:t> [Bakkerij Broodjes]</a:t>
            </a:r>
          </a:p>
          <a:p>
            <a:r>
              <a:rPr lang="en-NL" dirty="0"/>
              <a:t>[Jan] heeft </a:t>
            </a:r>
            <a:r>
              <a:rPr lang="en-NL" b="1" dirty="0"/>
              <a:t>leidinggevende</a:t>
            </a:r>
            <a:r>
              <a:rPr lang="en-NL" dirty="0"/>
              <a:t> [Marie]</a:t>
            </a:r>
          </a:p>
          <a:p>
            <a:r>
              <a:rPr lang="en-NL" dirty="0"/>
              <a:t>[Marie] heeft </a:t>
            </a:r>
            <a:r>
              <a:rPr lang="en-NL" b="1" dirty="0"/>
              <a:t>positie</a:t>
            </a:r>
            <a:r>
              <a:rPr lang="en-NL" dirty="0"/>
              <a:t> «leidinggevende» van [Jan]</a:t>
            </a:r>
          </a:p>
          <a:p>
            <a:endParaRPr lang="en-NL" dirty="0"/>
          </a:p>
          <a:p>
            <a:r>
              <a:rPr lang="en-NL" dirty="0"/>
              <a:t>(NB: [Marie] </a:t>
            </a:r>
            <a:r>
              <a:rPr lang="en-NL" i="1" dirty="0"/>
              <a:t>is</a:t>
            </a:r>
            <a:r>
              <a:rPr lang="en-NL" dirty="0"/>
              <a:t> inherent geen leidinggevende, maar…</a:t>
            </a:r>
          </a:p>
          <a:p>
            <a:r>
              <a:rPr lang="en-NL" dirty="0"/>
              <a:t>[Marie] </a:t>
            </a:r>
            <a:r>
              <a:rPr lang="en-NL" i="1" dirty="0"/>
              <a:t>vervult de rol van</a:t>
            </a:r>
            <a:r>
              <a:rPr lang="en-NL" dirty="0"/>
              <a:t> leidinggevende)</a:t>
            </a:r>
          </a:p>
        </p:txBody>
      </p:sp>
    </p:spTree>
    <p:extLst>
      <p:ext uri="{BB962C8B-B14F-4D97-AF65-F5344CB8AC3E}">
        <p14:creationId xmlns:p14="http://schemas.microsoft.com/office/powerpoint/2010/main" val="4210789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2FE9B-5989-18F2-885B-8BFE4733B845}"/>
              </a:ext>
            </a:extLst>
          </p:cNvPr>
          <p:cNvSpPr>
            <a:spLocks noGrp="1"/>
          </p:cNvSpPr>
          <p:nvPr>
            <p:ph type="title"/>
          </p:nvPr>
        </p:nvSpPr>
        <p:spPr/>
        <p:txBody>
          <a:bodyPr/>
          <a:lstStyle/>
          <a:p>
            <a:r>
              <a:rPr lang="en-NL" dirty="0"/>
              <a:t>Hoe om te gaan met rollen?</a:t>
            </a:r>
          </a:p>
        </p:txBody>
      </p:sp>
      <p:sp>
        <p:nvSpPr>
          <p:cNvPr id="3" name="Content Placeholder 2">
            <a:extLst>
              <a:ext uri="{FF2B5EF4-FFF2-40B4-BE49-F238E27FC236}">
                <a16:creationId xmlns:a16="http://schemas.microsoft.com/office/drawing/2014/main" id="{1A658EFA-4682-A156-877E-A234866CBBBA}"/>
              </a:ext>
            </a:extLst>
          </p:cNvPr>
          <p:cNvSpPr>
            <a:spLocks noGrp="1"/>
          </p:cNvSpPr>
          <p:nvPr>
            <p:ph idx="1"/>
          </p:nvPr>
        </p:nvSpPr>
        <p:spPr/>
        <p:txBody>
          <a:bodyPr/>
          <a:lstStyle/>
          <a:p>
            <a:r>
              <a:rPr lang="en-NL" dirty="0"/>
              <a:t>Is een rol dan een kenmerk?</a:t>
            </a:r>
          </a:p>
          <a:p>
            <a:pPr lvl="1"/>
            <a:r>
              <a:rPr lang="en-NL" dirty="0"/>
              <a:t>Antwoord: JA!</a:t>
            </a:r>
          </a:p>
          <a:p>
            <a:r>
              <a:rPr lang="en-NL" dirty="0"/>
              <a:t>Inherente kenmerken kunnen we attribueren aan een objecttype. Kan dat ook voor rollen?</a:t>
            </a:r>
          </a:p>
          <a:p>
            <a:pPr lvl="1"/>
            <a:r>
              <a:rPr lang="en-NL" dirty="0"/>
              <a:t>Antwoord: NEE! (het is immers een relationeel kenmerk, </a:t>
            </a:r>
            <a:r>
              <a:rPr lang="en-NL" i="1" dirty="0"/>
              <a:t>niet</a:t>
            </a:r>
            <a:r>
              <a:rPr lang="en-NL" dirty="0"/>
              <a:t> inherent!)</a:t>
            </a:r>
          </a:p>
          <a:p>
            <a:pPr lvl="1"/>
            <a:r>
              <a:rPr lang="en-NL" dirty="0"/>
              <a:t>Tenzij.. </a:t>
            </a:r>
            <a:r>
              <a:rPr lang="en-GB" dirty="0"/>
              <a:t>D</a:t>
            </a:r>
            <a:r>
              <a:rPr lang="en-NL" dirty="0"/>
              <a:t>e relatie c.q. rol nodig is voor om de identificatie te bepalen</a:t>
            </a:r>
          </a:p>
          <a:p>
            <a:r>
              <a:rPr lang="en-NL" dirty="0"/>
              <a:t>Maar hoe kunnen we dan toch de zinnetjes uitspreken uit de vorige sheet?</a:t>
            </a:r>
          </a:p>
          <a:p>
            <a:pPr lvl="1"/>
            <a:r>
              <a:rPr lang="en-NL" dirty="0"/>
              <a:t>Dat zijn </a:t>
            </a:r>
            <a:r>
              <a:rPr lang="en-NL" i="1" dirty="0"/>
              <a:t>proposities!</a:t>
            </a:r>
            <a:r>
              <a:rPr lang="en-NL" dirty="0"/>
              <a:t> En bij een relatietype kun je een propositie opnemen.</a:t>
            </a:r>
          </a:p>
          <a:p>
            <a:pPr lvl="1"/>
            <a:r>
              <a:rPr lang="en-NL" dirty="0"/>
              <a:t>Een propositie heeft </a:t>
            </a:r>
            <a:r>
              <a:rPr lang="en-NL" i="1" dirty="0"/>
              <a:t>altijd</a:t>
            </a:r>
            <a:r>
              <a:rPr lang="en-NL" dirty="0"/>
              <a:t> een richting</a:t>
            </a:r>
          </a:p>
          <a:p>
            <a:pPr lvl="1"/>
            <a:r>
              <a:rPr lang="en-NL" dirty="0"/>
              <a:t>En bedenk dat zo’n zinnetje eigenlijk al bij een gegeven is (!)</a:t>
            </a:r>
          </a:p>
        </p:txBody>
      </p:sp>
      <p:sp>
        <p:nvSpPr>
          <p:cNvPr id="4" name="Slide Number Placeholder 3">
            <a:extLst>
              <a:ext uri="{FF2B5EF4-FFF2-40B4-BE49-F238E27FC236}">
                <a16:creationId xmlns:a16="http://schemas.microsoft.com/office/drawing/2014/main" id="{94DA0AE2-9983-6B63-5064-A2472B7BAC5F}"/>
              </a:ext>
            </a:extLst>
          </p:cNvPr>
          <p:cNvSpPr>
            <a:spLocks noGrp="1"/>
          </p:cNvSpPr>
          <p:nvPr>
            <p:ph type="sldNum" sz="quarter" idx="12"/>
          </p:nvPr>
        </p:nvSpPr>
        <p:spPr/>
        <p:txBody>
          <a:bodyPr/>
          <a:lstStyle/>
          <a:p>
            <a:fld id="{A648B885-FF76-47CB-8BBD-27E7EBF07CA9}" type="slidenum">
              <a:rPr lang="nl-NL" smtClean="0"/>
              <a:t>6</a:t>
            </a:fld>
            <a:endParaRPr lang="nl-NL"/>
          </a:p>
        </p:txBody>
      </p:sp>
    </p:spTree>
    <p:extLst>
      <p:ext uri="{BB962C8B-B14F-4D97-AF65-F5344CB8AC3E}">
        <p14:creationId xmlns:p14="http://schemas.microsoft.com/office/powerpoint/2010/main" val="2168294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ACFDE-30A1-9203-3C51-4B35EEBEA219}"/>
              </a:ext>
            </a:extLst>
          </p:cNvPr>
          <p:cNvSpPr>
            <a:spLocks noGrp="1"/>
          </p:cNvSpPr>
          <p:nvPr>
            <p:ph type="title"/>
          </p:nvPr>
        </p:nvSpPr>
        <p:spPr/>
        <p:txBody>
          <a:bodyPr/>
          <a:lstStyle/>
          <a:p>
            <a:r>
              <a:rPr lang="en-NL" dirty="0"/>
              <a:t>Voorstel definitie</a:t>
            </a:r>
          </a:p>
        </p:txBody>
      </p:sp>
      <p:sp>
        <p:nvSpPr>
          <p:cNvPr id="3" name="Content Placeholder 2">
            <a:extLst>
              <a:ext uri="{FF2B5EF4-FFF2-40B4-BE49-F238E27FC236}">
                <a16:creationId xmlns:a16="http://schemas.microsoft.com/office/drawing/2014/main" id="{CD96C968-2F50-447A-5C12-DCF6B540251E}"/>
              </a:ext>
            </a:extLst>
          </p:cNvPr>
          <p:cNvSpPr>
            <a:spLocks noGrp="1"/>
          </p:cNvSpPr>
          <p:nvPr>
            <p:ph idx="1"/>
          </p:nvPr>
        </p:nvSpPr>
        <p:spPr/>
        <p:txBody>
          <a:bodyPr>
            <a:normAutofit fontScale="85000" lnSpcReduction="20000"/>
          </a:bodyPr>
          <a:lstStyle/>
          <a:p>
            <a:r>
              <a:rPr lang="en-GB" sz="3100" dirty="0"/>
              <a:t>Een </a:t>
            </a:r>
            <a:r>
              <a:rPr lang="en-GB" sz="3100" b="1" dirty="0" err="1"/>
              <a:t>rol</a:t>
            </a:r>
            <a:r>
              <a:rPr lang="en-GB" sz="3100" dirty="0"/>
              <a:t> is </a:t>
            </a:r>
            <a:r>
              <a:rPr lang="en-GB" sz="3100" dirty="0" err="1"/>
              <a:t>een</a:t>
            </a:r>
            <a:r>
              <a:rPr lang="en-GB" sz="3100" dirty="0"/>
              <a:t> </a:t>
            </a:r>
            <a:r>
              <a:rPr lang="en-GB" sz="3100" dirty="0" err="1"/>
              <a:t>kenmerk</a:t>
            </a:r>
            <a:r>
              <a:rPr lang="en-GB" sz="3100" dirty="0"/>
              <a:t> die </a:t>
            </a:r>
            <a:r>
              <a:rPr lang="en-GB" sz="3100" dirty="0" err="1"/>
              <a:t>een</a:t>
            </a:r>
            <a:r>
              <a:rPr lang="en-GB" sz="3100" dirty="0"/>
              <a:t> </a:t>
            </a:r>
            <a:r>
              <a:rPr lang="en-GB" sz="3100" dirty="0" err="1"/>
              <a:t>functie</a:t>
            </a:r>
            <a:r>
              <a:rPr lang="en-GB" sz="3100" dirty="0"/>
              <a:t>, </a:t>
            </a:r>
            <a:r>
              <a:rPr lang="en-GB" sz="3100" dirty="0" err="1"/>
              <a:t>taak</a:t>
            </a:r>
            <a:r>
              <a:rPr lang="en-GB" sz="3100" dirty="0"/>
              <a:t> of </a:t>
            </a:r>
            <a:r>
              <a:rPr lang="en-GB" sz="3100" dirty="0" err="1"/>
              <a:t>gedrag</a:t>
            </a:r>
            <a:r>
              <a:rPr lang="en-GB" sz="3100" dirty="0"/>
              <a:t> </a:t>
            </a:r>
            <a:r>
              <a:rPr lang="en-GB" sz="3100" dirty="0" err="1"/>
              <a:t>duidt</a:t>
            </a:r>
            <a:r>
              <a:rPr lang="en-GB" sz="3100" dirty="0"/>
              <a:t> die </a:t>
            </a:r>
            <a:r>
              <a:rPr lang="en-GB" sz="3100" dirty="0" err="1"/>
              <a:t>een</a:t>
            </a:r>
            <a:r>
              <a:rPr lang="en-GB" sz="3100" dirty="0"/>
              <a:t> </a:t>
            </a:r>
            <a:r>
              <a:rPr lang="en-GB" sz="3100" dirty="0" err="1"/>
              <a:t>domeinobject</a:t>
            </a:r>
            <a:r>
              <a:rPr lang="en-GB" sz="3100" dirty="0"/>
              <a:t> </a:t>
            </a:r>
            <a:r>
              <a:rPr lang="en-GB" sz="3100" dirty="0" err="1"/>
              <a:t>vervult</a:t>
            </a:r>
            <a:r>
              <a:rPr lang="en-GB" sz="3100" dirty="0"/>
              <a:t> </a:t>
            </a:r>
            <a:r>
              <a:rPr lang="en-GB" sz="3100" dirty="0" err="1"/>
              <a:t>binnen</a:t>
            </a:r>
            <a:r>
              <a:rPr lang="en-GB" sz="3100" dirty="0"/>
              <a:t> </a:t>
            </a:r>
            <a:r>
              <a:rPr lang="en-GB" sz="3100" dirty="0" err="1"/>
              <a:t>een</a:t>
            </a:r>
            <a:r>
              <a:rPr lang="en-GB" sz="3100" dirty="0"/>
              <a:t> </a:t>
            </a:r>
            <a:r>
              <a:rPr lang="en-GB" sz="3100" dirty="0" err="1"/>
              <a:t>relatie</a:t>
            </a:r>
            <a:endParaRPr lang="en-GB" sz="3100" dirty="0"/>
          </a:p>
          <a:p>
            <a:pPr marL="0" indent="0">
              <a:buNone/>
            </a:pPr>
            <a:endParaRPr lang="en-GB" dirty="0"/>
          </a:p>
          <a:p>
            <a:r>
              <a:rPr lang="en-NL" dirty="0"/>
              <a:t>Een </a:t>
            </a:r>
            <a:r>
              <a:rPr lang="en-NL" b="1" dirty="0"/>
              <a:t>relatie</a:t>
            </a:r>
            <a:r>
              <a:rPr lang="en-NL" dirty="0"/>
              <a:t> is een verbintenis tussen </a:t>
            </a:r>
            <a:r>
              <a:rPr lang="en-NL" b="1" dirty="0"/>
              <a:t>domeinobjecten</a:t>
            </a:r>
            <a:endParaRPr lang="en-NL" dirty="0"/>
          </a:p>
          <a:p>
            <a:r>
              <a:rPr lang="en-NL" dirty="0"/>
              <a:t>Een </a:t>
            </a:r>
            <a:r>
              <a:rPr lang="en-NL" b="1" dirty="0"/>
              <a:t>relatietype</a:t>
            </a:r>
            <a:r>
              <a:rPr lang="en-NL" dirty="0"/>
              <a:t> is een typering van gelijksoortige relaties:</a:t>
            </a:r>
          </a:p>
          <a:p>
            <a:pPr lvl="1"/>
            <a:r>
              <a:rPr lang="en-NL" dirty="0"/>
              <a:t>Elke rol wordt door domeinobjecten van één objecttype vervuld;</a:t>
            </a:r>
          </a:p>
          <a:p>
            <a:pPr lvl="1"/>
            <a:r>
              <a:rPr lang="en-NL" dirty="0"/>
              <a:t>Een relatietype beschrijft welke rollen deze domeinobjecten spelen;</a:t>
            </a:r>
          </a:p>
          <a:p>
            <a:pPr lvl="1"/>
            <a:r>
              <a:rPr lang="en-NL" dirty="0"/>
              <a:t>De meeste relaties zijn binair: er is sprake van twee rollen;</a:t>
            </a:r>
          </a:p>
          <a:p>
            <a:pPr lvl="1"/>
            <a:r>
              <a:rPr lang="en-NL" dirty="0"/>
              <a:t>Een rol is een relationeel concreet kenmerk en is beschreven </a:t>
            </a:r>
            <a:r>
              <a:rPr lang="en-NL" i="1" dirty="0"/>
              <a:t>bij</a:t>
            </a:r>
            <a:r>
              <a:rPr lang="en-NL" dirty="0"/>
              <a:t> het relatietype.</a:t>
            </a:r>
          </a:p>
          <a:p>
            <a:r>
              <a:rPr lang="en-NL" dirty="0"/>
              <a:t>Een relatietype kent één of meerdere </a:t>
            </a:r>
            <a:r>
              <a:rPr lang="en-NL" b="1" dirty="0"/>
              <a:t>proposities</a:t>
            </a:r>
          </a:p>
          <a:p>
            <a:pPr lvl="1"/>
            <a:r>
              <a:rPr lang="en-NL" dirty="0"/>
              <a:t>Proposities hebben richting en daarbij kun je rollen gebruiken;</a:t>
            </a:r>
          </a:p>
          <a:p>
            <a:r>
              <a:rPr lang="en-NL" dirty="0"/>
              <a:t>Een afhankelijk objecttype is afhankelijk van de relatie met een zelfstandig objecttype</a:t>
            </a:r>
          </a:p>
          <a:p>
            <a:pPr lvl="1"/>
            <a:r>
              <a:rPr lang="en-NL" dirty="0"/>
              <a:t>In dat geval wordt de rol </a:t>
            </a:r>
            <a:r>
              <a:rPr lang="en-NL" i="1" dirty="0"/>
              <a:t>wel </a:t>
            </a:r>
            <a:r>
              <a:rPr lang="en-NL" dirty="0"/>
              <a:t>relevant voor het objecttype, om domeinobjecten van zo’n objecttype te </a:t>
            </a:r>
            <a:r>
              <a:rPr lang="en-NL"/>
              <a:t>kunnen identificeren: via de rol en de relatie wordt duidelijk hoe de indentificatie er uit ziet</a:t>
            </a:r>
            <a:endParaRPr lang="en-NL" dirty="0"/>
          </a:p>
        </p:txBody>
      </p:sp>
      <p:sp>
        <p:nvSpPr>
          <p:cNvPr id="4" name="Slide Number Placeholder 3">
            <a:extLst>
              <a:ext uri="{FF2B5EF4-FFF2-40B4-BE49-F238E27FC236}">
                <a16:creationId xmlns:a16="http://schemas.microsoft.com/office/drawing/2014/main" id="{3AB6A0CE-06D2-C8B7-49CD-60378DD56A06}"/>
              </a:ext>
            </a:extLst>
          </p:cNvPr>
          <p:cNvSpPr>
            <a:spLocks noGrp="1"/>
          </p:cNvSpPr>
          <p:nvPr>
            <p:ph type="sldNum" sz="quarter" idx="12"/>
          </p:nvPr>
        </p:nvSpPr>
        <p:spPr/>
        <p:txBody>
          <a:bodyPr/>
          <a:lstStyle/>
          <a:p>
            <a:fld id="{A648B885-FF76-47CB-8BBD-27E7EBF07CA9}" type="slidenum">
              <a:rPr lang="nl-NL" smtClean="0"/>
              <a:t>7</a:t>
            </a:fld>
            <a:endParaRPr lang="nl-NL"/>
          </a:p>
        </p:txBody>
      </p:sp>
    </p:spTree>
    <p:extLst>
      <p:ext uri="{BB962C8B-B14F-4D97-AF65-F5344CB8AC3E}">
        <p14:creationId xmlns:p14="http://schemas.microsoft.com/office/powerpoint/2010/main" val="12809076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CACBE8CC-58DC-1303-F27C-EB90E74D6549}"/>
              </a:ext>
            </a:extLst>
          </p:cNvPr>
          <p:cNvSpPr>
            <a:spLocks noGrp="1"/>
          </p:cNvSpPr>
          <p:nvPr>
            <p:ph type="title"/>
          </p:nvPr>
        </p:nvSpPr>
        <p:spPr/>
        <p:txBody>
          <a:bodyPr/>
          <a:lstStyle/>
          <a:p>
            <a:r>
              <a:rPr lang="nl-NL" dirty="0"/>
              <a:t>Bedankt!</a:t>
            </a:r>
          </a:p>
        </p:txBody>
      </p:sp>
    </p:spTree>
    <p:extLst>
      <p:ext uri="{BB962C8B-B14F-4D97-AF65-F5344CB8AC3E}">
        <p14:creationId xmlns:p14="http://schemas.microsoft.com/office/powerpoint/2010/main" val="430122001"/>
      </p:ext>
    </p:extLst>
  </p:cSld>
  <p:clrMapOvr>
    <a:masterClrMapping/>
  </p:clrMapOvr>
</p:sld>
</file>

<file path=ppt/theme/theme1.xml><?xml version="1.0" encoding="utf-8"?>
<a:theme xmlns:a="http://schemas.openxmlformats.org/drawingml/2006/main" name="Geonovum">
  <a:themeElements>
    <a:clrScheme name="Geonovum 2022">
      <a:dk1>
        <a:srgbClr val="3C3C3C"/>
      </a:dk1>
      <a:lt1>
        <a:sysClr val="window" lastClr="FFFFFF"/>
      </a:lt1>
      <a:dk2>
        <a:srgbClr val="64686B"/>
      </a:dk2>
      <a:lt2>
        <a:srgbClr val="EEEEEE"/>
      </a:lt2>
      <a:accent1>
        <a:srgbClr val="97C00E"/>
      </a:accent1>
      <a:accent2>
        <a:srgbClr val="64686B"/>
      </a:accent2>
      <a:accent3>
        <a:srgbClr val="0085C6"/>
      </a:accent3>
      <a:accent4>
        <a:srgbClr val="97C00E"/>
      </a:accent4>
      <a:accent5>
        <a:srgbClr val="64686B"/>
      </a:accent5>
      <a:accent6>
        <a:srgbClr val="0085C6"/>
      </a:accent6>
      <a:hlink>
        <a:srgbClr val="0085C6"/>
      </a:hlink>
      <a:folHlink>
        <a:srgbClr val="64686B"/>
      </a:folHlink>
    </a:clrScheme>
    <a:fontScheme name="Geonovum 2022">
      <a:majorFont>
        <a:latin typeface="Tenorite"/>
        <a:ea typeface=""/>
        <a:cs typeface=""/>
      </a:majorFont>
      <a:minorFont>
        <a:latin typeface="Tenorite"/>
        <a:ea typeface=""/>
        <a:cs typeface=""/>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2" id="{2DA29A89-EC50-404F-8424-D883AC4EED47}" vid="{0C4185B4-07F6-4953-B5D3-ED7A791573A7}"/>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c5e6e129-f928-4a05-ae32-d838f6b21bdd}" enabled="1" method="Standard" siteId="{8b87af7d-8647-4dc7-8df4-5f69a2011bb5}" contentBits="3" removed="0"/>
</clbl:labelList>
</file>

<file path=docProps/app.xml><?xml version="1.0" encoding="utf-8"?>
<Properties xmlns="http://schemas.openxmlformats.org/officeDocument/2006/extended-properties" xmlns:vt="http://schemas.openxmlformats.org/officeDocument/2006/docPropsVTypes">
  <Template>Geonovum</Template>
  <TotalTime>510</TotalTime>
  <Words>826</Words>
  <Application>Microsoft Macintosh PowerPoint</Application>
  <PresentationFormat>Widescreen</PresentationFormat>
  <Paragraphs>87</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Tahoma</vt:lpstr>
      <vt:lpstr>Tenorite</vt:lpstr>
      <vt:lpstr>Wingdings</vt:lpstr>
      <vt:lpstr>Geonovum</vt:lpstr>
      <vt:lpstr>MIM metamodel</vt:lpstr>
      <vt:lpstr>Relatie</vt:lpstr>
      <vt:lpstr>Relatietypen – twee voorbeelden</vt:lpstr>
      <vt:lpstr>Hoe om te gaan met rollen?</vt:lpstr>
      <vt:lpstr>Hoe om te gaan met rollen?</vt:lpstr>
      <vt:lpstr>Hoe om te gaan met rollen?</vt:lpstr>
      <vt:lpstr>Voorstel definitie</vt:lpstr>
      <vt:lpstr>Bedankt!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Pano Maria</dc:creator>
  <cp:lastModifiedBy>BRATTINGA Marco</cp:lastModifiedBy>
  <cp:revision>18</cp:revision>
  <dcterms:created xsi:type="dcterms:W3CDTF">2025-06-10T02:50:56Z</dcterms:created>
  <dcterms:modified xsi:type="dcterms:W3CDTF">2025-11-17T07:59:58Z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Geonovum:13</vt:lpwstr>
  </property>
  <property fmtid="{D5CDD505-2E9C-101B-9397-08002B2CF9AE}" pid="3" name="ClassificationContentMarkingFooterText">
    <vt:lpwstr>C2 - Restricted use </vt:lpwstr>
  </property>
</Properties>
</file>