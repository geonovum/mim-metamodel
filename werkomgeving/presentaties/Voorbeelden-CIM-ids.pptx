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B693-B264-5242-653B-D848C5B0D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2B77C-062F-749F-C7BE-7D9611C18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2E01B-7918-0A60-0F6F-6995FCD6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9158-F116-8C40-99AB-D4E312B3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042A8-A006-DF67-A0D3-D9BD9C2D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2584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C9A9-7A85-A15F-9E55-8E0DAF93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445B5-D37E-CD3C-6968-8EF110D2D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C105-8AEA-1404-3575-5F242F2F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409C5-5BB2-F1E7-C551-320A00F5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3A8F8-030A-9052-73F5-25988460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340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C58C-524E-7CE3-E369-6A0C7608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33215-B2D1-56CB-44F8-07EACC1D0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5797F-4892-B43D-AF7F-E7ADCDE4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F3615-521A-D603-7F2B-D2211660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1A475-AA96-AC8F-32FD-3FD25723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737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05CA-322F-BB4C-1021-7545A8E5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AB45-E737-B9BB-6D45-7884F13FB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6C81D-B2E9-88B2-7ACA-597C3F37E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17D23-93AF-E855-F10F-1B0EED91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6AD53-7405-9F47-A6EA-D55289C5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A2EF0-CC7E-22C0-FA6D-9B948A8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007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9B83-055E-F952-4D4C-689F56A3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1664B-C674-A9CC-DE54-D674B44C2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6CDE5-00B9-B4C5-08E1-BBB341F35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2F1C85-2CAB-52A5-5E92-0A0984D62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21423-D049-215B-8B6C-7448658B9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0A545-94F7-83A4-C552-3EC4A0B0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C3D7D-2F5C-8B03-54B9-E1AA5EED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837B8-1D52-BFE6-F0E4-8E86BE0C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0329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72B4-EEA3-1C4A-5F91-FA15D457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48D65-F8B2-D8E3-6AC3-BAA5A466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AAE8-7E73-18E5-171E-21D1BD3B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02A25-B75F-759E-CB49-37CB5386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626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3FAA4-0537-ED9D-9545-DAFBE7CD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EC71D-CE65-7DEF-BF26-9F5981B5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7E908-F80E-2292-50C3-BAAF88D3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116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C227-CCC6-D3EF-91D3-E8103D60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0886E-BA27-6273-480B-83FE5A62C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93402-F3C3-E588-079A-E1C764336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A7F90-4D0D-C2F3-C705-EF564C67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EE969-9AE0-2EC1-1822-8B593D84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0CEBF-9A8B-E4CD-2A04-25078287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7046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E167-C942-BA06-4303-0FA686B9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EAE3A8-D415-129A-B610-736445A4BE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593C0-D4CC-F52F-9B12-A722B64C2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47213-4B4D-852D-43E2-29E56973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48E71-21C1-1348-7B66-5062A3BA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45FF-570E-778F-AD35-06EC4915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181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D51C-7BA9-C797-A2B3-C4F22878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1A82B-08DD-3986-9FCB-106571939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4713D-B931-ED71-FB6E-AA097912A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D2530-F84D-8BCA-92B3-0D2F32B2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7ABE9-16A1-EF4C-E2D2-165ACFDC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900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C1DBC-0012-4862-9293-AD420532D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047CD-32F4-4B90-7AF1-0C87B24C7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CA705-892F-07FB-C553-129CB388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F16E9-4EE5-004E-40C7-884972BE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2498-837F-17A1-B27B-CDBBA5DB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0309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6A3FB-A709-8D82-99DD-55164E0A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979D2-9E5A-6BAA-5F7D-E3ABC6447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119E6-882C-A198-827B-DD2E68EF8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E0D6F-A2FA-C441-AE8E-320D33A73FEC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2E2D-6439-728C-1DD4-5F7157AA5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5C4D-D8EE-D5CD-C28D-5B99FFFD3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F17DD-A459-9D4D-84F2-8F2DAF20CDD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418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280BBB-F302-4F88-8E4C-91C2D930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4" y="1052663"/>
            <a:ext cx="10296531" cy="2714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C93B5-1E64-1A3D-8DA8-D69B5E338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447" y="4092879"/>
            <a:ext cx="7507106" cy="2583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D39A88-C10E-73C1-1A99-693AF8F8D496}"/>
              </a:ext>
            </a:extLst>
          </p:cNvPr>
          <p:cNvSpPr txBox="1"/>
          <p:nvPr/>
        </p:nvSpPr>
        <p:spPr>
          <a:xfrm>
            <a:off x="162838" y="181628"/>
            <a:ext cx="651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Dienstbetrekking: identificator die bestaat uit twee rolinvullingen</a:t>
            </a:r>
          </a:p>
        </p:txBody>
      </p:sp>
    </p:spTree>
    <p:extLst>
      <p:ext uri="{BB962C8B-B14F-4D97-AF65-F5344CB8AC3E}">
        <p14:creationId xmlns:p14="http://schemas.microsoft.com/office/powerpoint/2010/main" val="1907482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D27FB-7A9C-34E5-03AC-FBBC002F0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99" y="3729625"/>
            <a:ext cx="6743601" cy="2455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3D0520-2072-9219-6F03-16FC7FB97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35" y="564829"/>
            <a:ext cx="9249327" cy="2438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BBC6D-96AA-CE14-D53C-D311261F6A8F}"/>
              </a:ext>
            </a:extLst>
          </p:cNvPr>
          <p:cNvSpPr txBox="1"/>
          <p:nvPr/>
        </p:nvSpPr>
        <p:spPr>
          <a:xfrm>
            <a:off x="162838" y="181628"/>
            <a:ext cx="103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Dienstbetrekking: identificator die bestaat uit twee attribuuttypen </a:t>
            </a:r>
            <a:r>
              <a:rPr lang="en-NL" dirty="0">
                <a:solidFill>
                  <a:srgbClr val="FF0000"/>
                </a:solidFill>
              </a:rPr>
              <a:t>(consequentie: relaties gaan verloren)</a:t>
            </a:r>
          </a:p>
        </p:txBody>
      </p:sp>
    </p:spTree>
    <p:extLst>
      <p:ext uri="{BB962C8B-B14F-4D97-AF65-F5344CB8AC3E}">
        <p14:creationId xmlns:p14="http://schemas.microsoft.com/office/powerpoint/2010/main" val="384980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8B69F-086B-0023-FE01-C38E00C70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74" y="3867411"/>
            <a:ext cx="7077051" cy="2435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99E766-6747-72ED-31D8-5D4FCB5DE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36" y="678635"/>
            <a:ext cx="10306726" cy="2311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A874A-E621-A37B-56BD-CFFA8ED39E65}"/>
              </a:ext>
            </a:extLst>
          </p:cNvPr>
          <p:cNvSpPr txBox="1"/>
          <p:nvPr/>
        </p:nvSpPr>
        <p:spPr>
          <a:xfrm>
            <a:off x="162838" y="181628"/>
            <a:ext cx="8613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Dienstbetrekking: identificator die bestaat uit twee rolinvullingen en een attribuuttype</a:t>
            </a:r>
          </a:p>
        </p:txBody>
      </p:sp>
    </p:spTree>
    <p:extLst>
      <p:ext uri="{BB962C8B-B14F-4D97-AF65-F5344CB8AC3E}">
        <p14:creationId xmlns:p14="http://schemas.microsoft.com/office/powerpoint/2010/main" val="162035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4D89F-E84C-7ED5-C748-4EEF17F95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450" y="3886427"/>
            <a:ext cx="7189099" cy="2474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27F928-393D-ECB4-D01B-E99F0DD38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19" y="829450"/>
            <a:ext cx="9860362" cy="2599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A9A0A1-7AA9-5300-F649-F8B74C2D1C8F}"/>
              </a:ext>
            </a:extLst>
          </p:cNvPr>
          <p:cNvSpPr txBox="1"/>
          <p:nvPr/>
        </p:nvSpPr>
        <p:spPr>
          <a:xfrm>
            <a:off x="162838" y="181628"/>
            <a:ext cx="641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Dienstbetrekking: identificator die bestaat uit één attribuuttype</a:t>
            </a:r>
          </a:p>
        </p:txBody>
      </p:sp>
    </p:spTree>
    <p:extLst>
      <p:ext uri="{BB962C8B-B14F-4D97-AF65-F5344CB8AC3E}">
        <p14:creationId xmlns:p14="http://schemas.microsoft.com/office/powerpoint/2010/main" val="253876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16E1F-98B0-C289-FFB2-9CA2225BC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44" y="4150289"/>
            <a:ext cx="6380112" cy="1242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B9EBF3-290A-9273-F360-B247FC0B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716" y="1257685"/>
            <a:ext cx="7726567" cy="1450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44FA1-32D9-49AD-CE49-68F10FE1B6C0}"/>
              </a:ext>
            </a:extLst>
          </p:cNvPr>
          <p:cNvSpPr txBox="1"/>
          <p:nvPr/>
        </p:nvSpPr>
        <p:spPr>
          <a:xfrm>
            <a:off x="162838" y="181628"/>
            <a:ext cx="7623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Orderregel: identificator die bestaat uit een rolinvulling en een attribuuttype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791F2-634A-DA5D-1DF8-6C0A6BC8A23E}"/>
              </a:ext>
            </a:extLst>
          </p:cNvPr>
          <p:cNvSpPr txBox="1"/>
          <p:nvPr/>
        </p:nvSpPr>
        <p:spPr>
          <a:xfrm>
            <a:off x="162838" y="6307040"/>
            <a:ext cx="696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NB: mogelijk is dit in UML beter te duiden met een compositie-relatie!</a:t>
            </a:r>
          </a:p>
        </p:txBody>
      </p:sp>
    </p:spTree>
    <p:extLst>
      <p:ext uri="{BB962C8B-B14F-4D97-AF65-F5344CB8AC3E}">
        <p14:creationId xmlns:p14="http://schemas.microsoft.com/office/powerpoint/2010/main" val="271298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956B0E-11EA-9FCC-DE91-EA0B1D405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038" y="550960"/>
            <a:ext cx="6521327" cy="3900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DE4E3-10F1-1281-8EDF-3F8551CA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038" y="4615841"/>
            <a:ext cx="6481923" cy="20095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4B7E8-2939-CE09-81A5-FBC85536B3AB}"/>
              </a:ext>
            </a:extLst>
          </p:cNvPr>
          <p:cNvSpPr txBox="1"/>
          <p:nvPr/>
        </p:nvSpPr>
        <p:spPr>
          <a:xfrm>
            <a:off x="162838" y="181628"/>
            <a:ext cx="10067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Route: identificator die bestaat uit twee rolinvullingen (die worden ingevuld met hetzelfde objecttype)</a:t>
            </a:r>
          </a:p>
        </p:txBody>
      </p:sp>
    </p:spTree>
    <p:extLst>
      <p:ext uri="{BB962C8B-B14F-4D97-AF65-F5344CB8AC3E}">
        <p14:creationId xmlns:p14="http://schemas.microsoft.com/office/powerpoint/2010/main" val="2975779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9ffa58-9d1c-42f8-b0e6-79cea428c945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BRATTINGA Marco</dc:creator>
  <cp:lastModifiedBy>BRATTINGA Marco</cp:lastModifiedBy>
  <cp:revision>3</cp:revision>
  <dcterms:created xsi:type="dcterms:W3CDTF">2026-10-23T09:05:33Z</dcterms:created>
  <dcterms:modified xsi:type="dcterms:W3CDTF">2026-10-23T10:20:26Z</dcterms:modified>
</cp:coreProperties>
</file>