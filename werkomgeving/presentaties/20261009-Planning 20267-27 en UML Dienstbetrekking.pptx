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301" r:id="rId4"/>
    <p:sldId id="257" r:id="rId5"/>
    <p:sldId id="299" r:id="rId6"/>
    <p:sldId id="300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8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5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Janssen" userId="b62697e8-e7f0-48fe-b701-a5c7b17d8ebc" providerId="ADAL" clId="{DB7F1B0B-CECD-424C-91F1-455734022662}"/>
    <pc:docChg chg="custSel addSld delSld modSld sldOrd">
      <pc:chgData name="Paul Janssen" userId="b62697e8-e7f0-48fe-b701-a5c7b17d8ebc" providerId="ADAL" clId="{DB7F1B0B-CECD-424C-91F1-455734022662}" dt="2026-10-08T13:55:31.065" v="2064" actId="14100"/>
      <pc:docMkLst>
        <pc:docMk/>
      </pc:docMkLst>
      <pc:sldChg chg="modSp mod">
        <pc:chgData name="Paul Janssen" userId="b62697e8-e7f0-48fe-b701-a5c7b17d8ebc" providerId="ADAL" clId="{DB7F1B0B-CECD-424C-91F1-455734022662}" dt="2026-10-02T07:22:51.204" v="60" actId="20577"/>
        <pc:sldMkLst>
          <pc:docMk/>
          <pc:sldMk cId="9834721" sldId="256"/>
        </pc:sldMkLst>
        <pc:spChg chg="mod">
          <ac:chgData name="Paul Janssen" userId="b62697e8-e7f0-48fe-b701-a5c7b17d8ebc" providerId="ADAL" clId="{DB7F1B0B-CECD-424C-91F1-455734022662}" dt="2026-10-02T07:22:39.677" v="50" actId="20577"/>
          <ac:spMkLst>
            <pc:docMk/>
            <pc:sldMk cId="9834721" sldId="256"/>
            <ac:spMk id="2" creationId="{71B569B2-5810-55FC-D0B5-5E2CF8AE4ADD}"/>
          </ac:spMkLst>
        </pc:spChg>
        <pc:spChg chg="mod">
          <ac:chgData name="Paul Janssen" userId="b62697e8-e7f0-48fe-b701-a5c7b17d8ebc" providerId="ADAL" clId="{DB7F1B0B-CECD-424C-91F1-455734022662}" dt="2026-10-02T07:22:51.204" v="60" actId="20577"/>
          <ac:spMkLst>
            <pc:docMk/>
            <pc:sldMk cId="9834721" sldId="256"/>
            <ac:spMk id="3" creationId="{EFD3674E-A8EF-BECB-1BCD-C22620815653}"/>
          </ac:spMkLst>
        </pc:spChg>
      </pc:sldChg>
      <pc:sldChg chg="modSp mod ord">
        <pc:chgData name="Paul Janssen" userId="b62697e8-e7f0-48fe-b701-a5c7b17d8ebc" providerId="ADAL" clId="{DB7F1B0B-CECD-424C-91F1-455734022662}" dt="2026-10-02T08:00:26.954" v="731"/>
        <pc:sldMkLst>
          <pc:docMk/>
          <pc:sldMk cId="950107191" sldId="257"/>
        </pc:sldMkLst>
        <pc:spChg chg="mod">
          <ac:chgData name="Paul Janssen" userId="b62697e8-e7f0-48fe-b701-a5c7b17d8ebc" providerId="ADAL" clId="{DB7F1B0B-CECD-424C-91F1-455734022662}" dt="2026-10-02T08:00:09.379" v="728" actId="20577"/>
          <ac:spMkLst>
            <pc:docMk/>
            <pc:sldMk cId="950107191" sldId="257"/>
            <ac:spMk id="2" creationId="{5A7F78E9-834A-BF2D-EA1B-E35E124BACDD}"/>
          </ac:spMkLst>
        </pc:spChg>
        <pc:spChg chg="mod">
          <ac:chgData name="Paul Janssen" userId="b62697e8-e7f0-48fe-b701-a5c7b17d8ebc" providerId="ADAL" clId="{DB7F1B0B-CECD-424C-91F1-455734022662}" dt="2026-10-02T07:44:47.067" v="529" actId="20577"/>
          <ac:spMkLst>
            <pc:docMk/>
            <pc:sldMk cId="950107191" sldId="257"/>
            <ac:spMk id="3" creationId="{F9842A55-9AAC-8BBA-E19D-6418EC8EC612}"/>
          </ac:spMkLst>
        </pc:spChg>
      </pc:sldChg>
      <pc:sldChg chg="addSp modSp add mod ord">
        <pc:chgData name="Paul Janssen" userId="b62697e8-e7f0-48fe-b701-a5c7b17d8ebc" providerId="ADAL" clId="{DB7F1B0B-CECD-424C-91F1-455734022662}" dt="2026-10-02T07:41:37.342" v="339" actId="20577"/>
        <pc:sldMkLst>
          <pc:docMk/>
          <pc:sldMk cId="4009884462" sldId="298"/>
        </pc:sldMkLst>
        <pc:spChg chg="mod">
          <ac:chgData name="Paul Janssen" userId="b62697e8-e7f0-48fe-b701-a5c7b17d8ebc" providerId="ADAL" clId="{DB7F1B0B-CECD-424C-91F1-455734022662}" dt="2026-10-02T07:40:28.675" v="247" actId="1076"/>
          <ac:spMkLst>
            <pc:docMk/>
            <pc:sldMk cId="4009884462" sldId="298"/>
            <ac:spMk id="3" creationId="{C0F62176-6D6E-7612-2C26-24E944D61C9C}"/>
          </ac:spMkLst>
        </pc:spChg>
        <pc:spChg chg="add mod">
          <ac:chgData name="Paul Janssen" userId="b62697e8-e7f0-48fe-b701-a5c7b17d8ebc" providerId="ADAL" clId="{DB7F1B0B-CECD-424C-91F1-455734022662}" dt="2026-10-02T07:41:37.342" v="339" actId="20577"/>
          <ac:spMkLst>
            <pc:docMk/>
            <pc:sldMk cId="4009884462" sldId="298"/>
            <ac:spMk id="5" creationId="{3A4DE0A0-9CA6-D728-202F-43FC81F9ABD8}"/>
          </ac:spMkLst>
        </pc:spChg>
      </pc:sldChg>
      <pc:sldChg chg="modSp new mod ord">
        <pc:chgData name="Paul Janssen" userId="b62697e8-e7f0-48fe-b701-a5c7b17d8ebc" providerId="ADAL" clId="{DB7F1B0B-CECD-424C-91F1-455734022662}" dt="2026-10-08T13:17:14.097" v="1847" actId="20577"/>
        <pc:sldMkLst>
          <pc:docMk/>
          <pc:sldMk cId="1684982322" sldId="299"/>
        </pc:sldMkLst>
        <pc:spChg chg="mod">
          <ac:chgData name="Paul Janssen" userId="b62697e8-e7f0-48fe-b701-a5c7b17d8ebc" providerId="ADAL" clId="{DB7F1B0B-CECD-424C-91F1-455734022662}" dt="2026-10-02T07:58:48.551" v="716" actId="20577"/>
          <ac:spMkLst>
            <pc:docMk/>
            <pc:sldMk cId="1684982322" sldId="299"/>
            <ac:spMk id="2" creationId="{4D4ACFF5-0234-2C1C-2412-7343506F8413}"/>
          </ac:spMkLst>
        </pc:spChg>
        <pc:spChg chg="mod">
          <ac:chgData name="Paul Janssen" userId="b62697e8-e7f0-48fe-b701-a5c7b17d8ebc" providerId="ADAL" clId="{DB7F1B0B-CECD-424C-91F1-455734022662}" dt="2026-10-08T13:17:14.097" v="1847" actId="20577"/>
          <ac:spMkLst>
            <pc:docMk/>
            <pc:sldMk cId="1684982322" sldId="299"/>
            <ac:spMk id="3" creationId="{F6013AD9-834E-8D83-A644-4E2EC4D96797}"/>
          </ac:spMkLst>
        </pc:spChg>
      </pc:sldChg>
      <pc:sldChg chg="delSp modSp new mod">
        <pc:chgData name="Paul Janssen" userId="b62697e8-e7f0-48fe-b701-a5c7b17d8ebc" providerId="ADAL" clId="{DB7F1B0B-CECD-424C-91F1-455734022662}" dt="2026-10-02T08:09:53.620" v="868" actId="478"/>
        <pc:sldMkLst>
          <pc:docMk/>
          <pc:sldMk cId="394851968" sldId="300"/>
        </pc:sldMkLst>
        <pc:spChg chg="mod">
          <ac:chgData name="Paul Janssen" userId="b62697e8-e7f0-48fe-b701-a5c7b17d8ebc" providerId="ADAL" clId="{DB7F1B0B-CECD-424C-91F1-455734022662}" dt="2026-10-02T08:09:49.293" v="867" actId="27636"/>
          <ac:spMkLst>
            <pc:docMk/>
            <pc:sldMk cId="394851968" sldId="300"/>
            <ac:spMk id="2" creationId="{D8011B42-8A6E-61EA-BAF4-967588435828}"/>
          </ac:spMkLst>
        </pc:spChg>
      </pc:sldChg>
      <pc:sldChg chg="modSp new mod">
        <pc:chgData name="Paul Janssen" userId="b62697e8-e7f0-48fe-b701-a5c7b17d8ebc" providerId="ADAL" clId="{DB7F1B0B-CECD-424C-91F1-455734022662}" dt="2026-10-02T08:05:00.945" v="847" actId="14100"/>
        <pc:sldMkLst>
          <pc:docMk/>
          <pc:sldMk cId="2494675947" sldId="301"/>
        </pc:sldMkLst>
        <pc:spChg chg="mod">
          <ac:chgData name="Paul Janssen" userId="b62697e8-e7f0-48fe-b701-a5c7b17d8ebc" providerId="ADAL" clId="{DB7F1B0B-CECD-424C-91F1-455734022662}" dt="2026-10-02T08:01:06.777" v="745" actId="20577"/>
          <ac:spMkLst>
            <pc:docMk/>
            <pc:sldMk cId="2494675947" sldId="301"/>
            <ac:spMk id="2" creationId="{BBC51437-3BC3-B19A-5074-4A53823F8C12}"/>
          </ac:spMkLst>
        </pc:spChg>
        <pc:spChg chg="mod">
          <ac:chgData name="Paul Janssen" userId="b62697e8-e7f0-48fe-b701-a5c7b17d8ebc" providerId="ADAL" clId="{DB7F1B0B-CECD-424C-91F1-455734022662}" dt="2026-10-02T08:05:00.945" v="847" actId="14100"/>
          <ac:spMkLst>
            <pc:docMk/>
            <pc:sldMk cId="2494675947" sldId="301"/>
            <ac:spMk id="3" creationId="{E89B88E5-095B-725C-97A4-7D206D218EB0}"/>
          </ac:spMkLst>
        </pc:spChg>
      </pc:sldChg>
      <pc:sldChg chg="modSp add mod">
        <pc:chgData name="Paul Janssen" userId="b62697e8-e7f0-48fe-b701-a5c7b17d8ebc" providerId="ADAL" clId="{DB7F1B0B-CECD-424C-91F1-455734022662}" dt="2026-10-08T13:19:03.982" v="1862" actId="20577"/>
        <pc:sldMkLst>
          <pc:docMk/>
          <pc:sldMk cId="3605093194" sldId="315"/>
        </pc:sldMkLst>
        <pc:graphicFrameChg chg="mod modGraphic">
          <ac:chgData name="Paul Janssen" userId="b62697e8-e7f0-48fe-b701-a5c7b17d8ebc" providerId="ADAL" clId="{DB7F1B0B-CECD-424C-91F1-455734022662}" dt="2026-10-08T13:19:03.982" v="1862" actId="20577"/>
          <ac:graphicFrameMkLst>
            <pc:docMk/>
            <pc:sldMk cId="3605093194" sldId="315"/>
            <ac:graphicFrameMk id="7" creationId="{A7446F36-712F-6229-803E-4D73103DD9E8}"/>
          </ac:graphicFrameMkLst>
        </pc:graphicFrameChg>
      </pc:sldChg>
      <pc:sldChg chg="addSp delSp modSp new mod">
        <pc:chgData name="Paul Janssen" userId="b62697e8-e7f0-48fe-b701-a5c7b17d8ebc" providerId="ADAL" clId="{DB7F1B0B-CECD-424C-91F1-455734022662}" dt="2026-10-02T10:53:45.290" v="1100" actId="478"/>
        <pc:sldMkLst>
          <pc:docMk/>
          <pc:sldMk cId="3672499913" sldId="316"/>
        </pc:sldMkLst>
        <pc:spChg chg="add mod">
          <ac:chgData name="Paul Janssen" userId="b62697e8-e7f0-48fe-b701-a5c7b17d8ebc" providerId="ADAL" clId="{DB7F1B0B-CECD-424C-91F1-455734022662}" dt="2026-10-02T08:33:36.461" v="1096" actId="20577"/>
          <ac:spMkLst>
            <pc:docMk/>
            <pc:sldMk cId="3672499913" sldId="316"/>
            <ac:spMk id="4" creationId="{CC337714-1BE7-5A76-2E71-4EDB3BD47C72}"/>
          </ac:spMkLst>
        </pc:spChg>
      </pc:sldChg>
      <pc:sldChg chg="addSp delSp modSp new mod">
        <pc:chgData name="Paul Janssen" userId="b62697e8-e7f0-48fe-b701-a5c7b17d8ebc" providerId="ADAL" clId="{DB7F1B0B-CECD-424C-91F1-455734022662}" dt="2026-10-02T10:55:14.156" v="1107" actId="14100"/>
        <pc:sldMkLst>
          <pc:docMk/>
          <pc:sldMk cId="1101672469" sldId="317"/>
        </pc:sldMkLst>
        <pc:picChg chg="add mod">
          <ac:chgData name="Paul Janssen" userId="b62697e8-e7f0-48fe-b701-a5c7b17d8ebc" providerId="ADAL" clId="{DB7F1B0B-CECD-424C-91F1-455734022662}" dt="2026-10-02T10:55:14.156" v="1107" actId="14100"/>
          <ac:picMkLst>
            <pc:docMk/>
            <pc:sldMk cId="1101672469" sldId="317"/>
            <ac:picMk id="7" creationId="{0C6E97BF-74F7-8648-64B7-03E4007DF26A}"/>
          </ac:picMkLst>
        </pc:picChg>
      </pc:sldChg>
      <pc:sldChg chg="addSp modSp new mod">
        <pc:chgData name="Paul Janssen" userId="b62697e8-e7f0-48fe-b701-a5c7b17d8ebc" providerId="ADAL" clId="{DB7F1B0B-CECD-424C-91F1-455734022662}" dt="2026-10-02T10:55:25.391" v="1108" actId="14100"/>
        <pc:sldMkLst>
          <pc:docMk/>
          <pc:sldMk cId="767480437" sldId="318"/>
        </pc:sldMkLst>
        <pc:picChg chg="add mod">
          <ac:chgData name="Paul Janssen" userId="b62697e8-e7f0-48fe-b701-a5c7b17d8ebc" providerId="ADAL" clId="{DB7F1B0B-CECD-424C-91F1-455734022662}" dt="2026-10-02T10:55:25.391" v="1108" actId="14100"/>
          <ac:picMkLst>
            <pc:docMk/>
            <pc:sldMk cId="767480437" sldId="318"/>
            <ac:picMk id="5" creationId="{7F4F7705-0839-6E3B-6590-E70BF9AB8BC2}"/>
          </ac:picMkLst>
        </pc:picChg>
      </pc:sldChg>
      <pc:sldChg chg="addSp delSp modSp new mod">
        <pc:chgData name="Paul Janssen" userId="b62697e8-e7f0-48fe-b701-a5c7b17d8ebc" providerId="ADAL" clId="{DB7F1B0B-CECD-424C-91F1-455734022662}" dt="2026-10-02T10:57:36.778" v="1116" actId="14100"/>
        <pc:sldMkLst>
          <pc:docMk/>
          <pc:sldMk cId="3261844061" sldId="319"/>
        </pc:sldMkLst>
        <pc:picChg chg="add mod ord">
          <ac:chgData name="Paul Janssen" userId="b62697e8-e7f0-48fe-b701-a5c7b17d8ebc" providerId="ADAL" clId="{DB7F1B0B-CECD-424C-91F1-455734022662}" dt="2026-10-02T10:57:36.778" v="1116" actId="14100"/>
          <ac:picMkLst>
            <pc:docMk/>
            <pc:sldMk cId="3261844061" sldId="319"/>
            <ac:picMk id="5" creationId="{B11106B5-F865-85F4-058D-F15BACC3A021}"/>
          </ac:picMkLst>
        </pc:picChg>
      </pc:sldChg>
      <pc:sldChg chg="addSp delSp modSp new mod">
        <pc:chgData name="Paul Janssen" userId="b62697e8-e7f0-48fe-b701-a5c7b17d8ebc" providerId="ADAL" clId="{DB7F1B0B-CECD-424C-91F1-455734022662}" dt="2026-10-02T10:57:02.100" v="1113" actId="931"/>
        <pc:sldMkLst>
          <pc:docMk/>
          <pc:sldMk cId="4168809466" sldId="320"/>
        </pc:sldMkLst>
        <pc:picChg chg="add mod">
          <ac:chgData name="Paul Janssen" userId="b62697e8-e7f0-48fe-b701-a5c7b17d8ebc" providerId="ADAL" clId="{DB7F1B0B-CECD-424C-91F1-455734022662}" dt="2026-10-02T10:57:02.100" v="1113" actId="931"/>
          <ac:picMkLst>
            <pc:docMk/>
            <pc:sldMk cId="4168809466" sldId="320"/>
            <ac:picMk id="5" creationId="{F67EA267-BEB9-908E-0242-A9B992DAE043}"/>
          </ac:picMkLst>
        </pc:picChg>
      </pc:sldChg>
      <pc:sldChg chg="addSp delSp modSp new mod">
        <pc:chgData name="Paul Janssen" userId="b62697e8-e7f0-48fe-b701-a5c7b17d8ebc" providerId="ADAL" clId="{DB7F1B0B-CECD-424C-91F1-455734022662}" dt="2026-10-08T13:42:23.241" v="2015" actId="1076"/>
        <pc:sldMkLst>
          <pc:docMk/>
          <pc:sldMk cId="2677683160" sldId="321"/>
        </pc:sldMkLst>
        <pc:spChg chg="mod">
          <ac:chgData name="Paul Janssen" userId="b62697e8-e7f0-48fe-b701-a5c7b17d8ebc" providerId="ADAL" clId="{DB7F1B0B-CECD-424C-91F1-455734022662}" dt="2026-10-08T13:42:19.775" v="2014" actId="20577"/>
          <ac:spMkLst>
            <pc:docMk/>
            <pc:sldMk cId="2677683160" sldId="321"/>
            <ac:spMk id="2" creationId="{5F948115-FC51-1027-C3BD-BC517397FAF4}"/>
          </ac:spMkLst>
        </pc:spChg>
        <pc:spChg chg="mod">
          <ac:chgData name="Paul Janssen" userId="b62697e8-e7f0-48fe-b701-a5c7b17d8ebc" providerId="ADAL" clId="{DB7F1B0B-CECD-424C-91F1-455734022662}" dt="2026-10-08T13:42:23.241" v="2015" actId="1076"/>
          <ac:spMkLst>
            <pc:docMk/>
            <pc:sldMk cId="2677683160" sldId="321"/>
            <ac:spMk id="3" creationId="{603B509D-8992-6EB3-CE00-AAD975F00838}"/>
          </ac:spMkLst>
        </pc:spChg>
      </pc:sldChg>
      <pc:sldChg chg="addSp delSp modSp new mod">
        <pc:chgData name="Paul Janssen" userId="b62697e8-e7f0-48fe-b701-a5c7b17d8ebc" providerId="ADAL" clId="{DB7F1B0B-CECD-424C-91F1-455734022662}" dt="2026-10-08T13:55:31.065" v="2064" actId="14100"/>
        <pc:sldMkLst>
          <pc:docMk/>
          <pc:sldMk cId="1740655746" sldId="322"/>
        </pc:sldMkLst>
        <pc:spChg chg="mod">
          <ac:chgData name="Paul Janssen" userId="b62697e8-e7f0-48fe-b701-a5c7b17d8ebc" providerId="ADAL" clId="{DB7F1B0B-CECD-424C-91F1-455734022662}" dt="2026-10-08T13:43:14.378" v="2034" actId="20577"/>
          <ac:spMkLst>
            <pc:docMk/>
            <pc:sldMk cId="1740655746" sldId="322"/>
            <ac:spMk id="2" creationId="{8767D390-BE37-FAE1-8250-BF3CFF3CB23B}"/>
          </ac:spMkLst>
        </pc:spChg>
        <pc:spChg chg="del">
          <ac:chgData name="Paul Janssen" userId="b62697e8-e7f0-48fe-b701-a5c7b17d8ebc" providerId="ADAL" clId="{DB7F1B0B-CECD-424C-91F1-455734022662}" dt="2026-10-08T13:24:02.830" v="1866" actId="931"/>
          <ac:spMkLst>
            <pc:docMk/>
            <pc:sldMk cId="1740655746" sldId="322"/>
            <ac:spMk id="3" creationId="{A1669D91-1F93-C9AB-F1C3-341639A4D22C}"/>
          </ac:spMkLst>
        </pc:spChg>
        <pc:spChg chg="add del mod">
          <ac:chgData name="Paul Janssen" userId="b62697e8-e7f0-48fe-b701-a5c7b17d8ebc" providerId="ADAL" clId="{DB7F1B0B-CECD-424C-91F1-455734022662}" dt="2026-10-08T13:55:02.668" v="2061" actId="931"/>
          <ac:spMkLst>
            <pc:docMk/>
            <pc:sldMk cId="1740655746" sldId="322"/>
            <ac:spMk id="8" creationId="{263BD536-8F65-492C-2B5F-FFF7241B1911}"/>
          </ac:spMkLst>
        </pc:spChg>
        <pc:picChg chg="add del">
          <ac:chgData name="Paul Janssen" userId="b62697e8-e7f0-48fe-b701-a5c7b17d8ebc" providerId="ADAL" clId="{DB7F1B0B-CECD-424C-91F1-455734022662}" dt="2026-10-08T13:23:47.524" v="1865" actId="478"/>
          <ac:picMkLst>
            <pc:docMk/>
            <pc:sldMk cId="1740655746" sldId="322"/>
            <ac:picMk id="5" creationId="{31ADB70B-BCE1-AD25-D486-D57EC3ECD135}"/>
          </ac:picMkLst>
        </pc:picChg>
        <pc:picChg chg="add del mod ord">
          <ac:chgData name="Paul Janssen" userId="b62697e8-e7f0-48fe-b701-a5c7b17d8ebc" providerId="ADAL" clId="{DB7F1B0B-CECD-424C-91F1-455734022662}" dt="2026-10-08T13:54:53.392" v="2060" actId="478"/>
          <ac:picMkLst>
            <pc:docMk/>
            <pc:sldMk cId="1740655746" sldId="322"/>
            <ac:picMk id="6" creationId="{5D128992-DB2F-2E7A-111B-DB4EA8E9FB82}"/>
          </ac:picMkLst>
        </pc:picChg>
        <pc:picChg chg="add mod ord">
          <ac:chgData name="Paul Janssen" userId="b62697e8-e7f0-48fe-b701-a5c7b17d8ebc" providerId="ADAL" clId="{DB7F1B0B-CECD-424C-91F1-455734022662}" dt="2026-10-08T13:55:31.065" v="2064" actId="14100"/>
          <ac:picMkLst>
            <pc:docMk/>
            <pc:sldMk cId="1740655746" sldId="322"/>
            <ac:picMk id="10" creationId="{92D65F20-E2D2-F09B-473E-80099D203C65}"/>
          </ac:picMkLst>
        </pc:picChg>
      </pc:sldChg>
      <pc:sldChg chg="new del">
        <pc:chgData name="Paul Janssen" userId="b62697e8-e7f0-48fe-b701-a5c7b17d8ebc" providerId="ADAL" clId="{DB7F1B0B-CECD-424C-91F1-455734022662}" dt="2026-10-08T13:23:36.652" v="1864" actId="47"/>
        <pc:sldMkLst>
          <pc:docMk/>
          <pc:sldMk cId="1138964293" sldId="323"/>
        </pc:sldMkLst>
      </pc:sldChg>
      <pc:sldChg chg="addSp delSp modSp new mod">
        <pc:chgData name="Paul Janssen" userId="b62697e8-e7f0-48fe-b701-a5c7b17d8ebc" providerId="ADAL" clId="{DB7F1B0B-CECD-424C-91F1-455734022662}" dt="2026-10-08T13:43:52.008" v="2059" actId="1076"/>
        <pc:sldMkLst>
          <pc:docMk/>
          <pc:sldMk cId="3519640700" sldId="323"/>
        </pc:sldMkLst>
        <pc:spChg chg="mod">
          <ac:chgData name="Paul Janssen" userId="b62697e8-e7f0-48fe-b701-a5c7b17d8ebc" providerId="ADAL" clId="{DB7F1B0B-CECD-424C-91F1-455734022662}" dt="2026-10-08T13:43:48.340" v="2058" actId="14100"/>
          <ac:spMkLst>
            <pc:docMk/>
            <pc:sldMk cId="3519640700" sldId="323"/>
            <ac:spMk id="2" creationId="{534EB3C7-6AAA-D480-7A80-A03B621062E9}"/>
          </ac:spMkLst>
        </pc:spChg>
        <pc:spChg chg="del">
          <ac:chgData name="Paul Janssen" userId="b62697e8-e7f0-48fe-b701-a5c7b17d8ebc" providerId="ADAL" clId="{DB7F1B0B-CECD-424C-91F1-455734022662}" dt="2026-10-08T13:32:35.485" v="1975" actId="478"/>
          <ac:spMkLst>
            <pc:docMk/>
            <pc:sldMk cId="3519640700" sldId="323"/>
            <ac:spMk id="3" creationId="{499AF86F-A58F-A995-D082-699D39896F02}"/>
          </ac:spMkLst>
        </pc:spChg>
        <pc:picChg chg="add del mod">
          <ac:chgData name="Paul Janssen" userId="b62697e8-e7f0-48fe-b701-a5c7b17d8ebc" providerId="ADAL" clId="{DB7F1B0B-CECD-424C-91F1-455734022662}" dt="2026-10-08T13:34:53.609" v="1979" actId="478"/>
          <ac:picMkLst>
            <pc:docMk/>
            <pc:sldMk cId="3519640700" sldId="323"/>
            <ac:picMk id="5" creationId="{0960561A-AB8B-C619-CF67-C6CC270ACD3B}"/>
          </ac:picMkLst>
        </pc:picChg>
        <pc:picChg chg="add del mod">
          <ac:chgData name="Paul Janssen" userId="b62697e8-e7f0-48fe-b701-a5c7b17d8ebc" providerId="ADAL" clId="{DB7F1B0B-CECD-424C-91F1-455734022662}" dt="2026-10-08T13:41:10.069" v="1982" actId="478"/>
          <ac:picMkLst>
            <pc:docMk/>
            <pc:sldMk cId="3519640700" sldId="323"/>
            <ac:picMk id="7" creationId="{10C039EB-836F-289D-4D12-94ECD65B413E}"/>
          </ac:picMkLst>
        </pc:picChg>
        <pc:picChg chg="add mod">
          <ac:chgData name="Paul Janssen" userId="b62697e8-e7f0-48fe-b701-a5c7b17d8ebc" providerId="ADAL" clId="{DB7F1B0B-CECD-424C-91F1-455734022662}" dt="2026-10-08T13:43:52.008" v="2059" actId="1076"/>
          <ac:picMkLst>
            <pc:docMk/>
            <pc:sldMk cId="3519640700" sldId="323"/>
            <ac:picMk id="9" creationId="{153EF3C5-44EA-F645-F815-2F5DC296634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6EF211-169D-3A2B-F048-3D07B553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0311308-31D3-C3D5-5458-7F4FD2321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CD0325-773C-6548-9FED-D69A29E3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EC72-939E-497B-8CB9-FE0D29C69DFA}" type="datetimeFigureOut">
              <a:rPr lang="nl-NL" smtClean="0"/>
              <a:t>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4331AE6-A88C-CE54-5AA3-511DE5C87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9B5866C-6BAB-386A-BF82-1449AB45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7B09-553C-4C90-A64A-A0BC0001531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499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1A1BB5-F604-40C6-C193-F15737B3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6E8B451-C8B2-EBA8-FFE2-7DEA269F2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17E1E3A-E316-A17E-BAD9-3A4D9F96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EC72-939E-497B-8CB9-FE0D29C69DFA}" type="datetimeFigureOut">
              <a:rPr lang="nl-NL" smtClean="0"/>
              <a:t>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C43AC1C-089F-CB21-0107-E1F19878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8DE29F9-DCE9-E860-7B8B-8AC69914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7B09-553C-4C90-A64A-A0BC0001531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306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3052BF-D567-C4E6-E179-1363FAD21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0261AD-8340-04D6-7440-06BF09253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609774F-88B1-43E1-A03E-7C571AB31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EC72-939E-497B-8CB9-FE0D29C69DFA}" type="datetimeFigureOut">
              <a:rPr lang="nl-NL" smtClean="0"/>
              <a:t>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B15E36A-96BF-B00C-05B7-6A012D135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25CAC5-A125-9F99-BC5A-F74AE7726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7B09-553C-4C90-A64A-A0BC0001531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202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11FD38-D9C7-733B-560C-EC54034FA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7315006-670B-EF15-DCD8-B034C7DE5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05DDF7B-AC95-5689-6095-EB5E0FB88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3C46823-8A1D-EFCD-1296-298FF12C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EC72-939E-497B-8CB9-FE0D29C69DFA}" type="datetimeFigureOut">
              <a:rPr lang="nl-NL" smtClean="0"/>
              <a:t>8-10-2026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ED32A44-60A7-D13B-0D47-74EBFD77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B22B12F-7256-DD19-8DD0-8C7EB8F4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7B09-553C-4C90-A64A-A0BC0001531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921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27070-2326-F33D-0715-2850D05EE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EEE1401-03F0-842B-7FAD-876BAC63D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03DAC92-632A-1DCF-42F5-24A4771F9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9D6D4FA-7598-6469-FBF3-C700722FF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201A9C2-4B7C-04A9-BB8F-6F1CC0135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571C9AC-794D-517B-2C99-6E7E5E6E2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EC72-939E-497B-8CB9-FE0D29C69DFA}" type="datetimeFigureOut">
              <a:rPr lang="nl-NL" smtClean="0"/>
              <a:t>8-10-2026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7B5DCF3-7A99-7852-A126-13138EBDC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7F92BE1-26AC-BDBD-60B5-CC37A7A5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7B09-553C-4C90-A64A-A0BC0001531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3017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61DE08-4D71-3DD7-F74F-43D23C974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012112-3635-D771-9EAD-FFB3D63B5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EC72-939E-497B-8CB9-FE0D29C69DFA}" type="datetimeFigureOut">
              <a:rPr lang="nl-NL" smtClean="0"/>
              <a:t>8-10-2026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27F8760-7E81-4C8B-3913-0F156CD5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00C92F9-C9BE-F36E-EC64-1C1424FF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7B09-553C-4C90-A64A-A0BC0001531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599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2D1C4CB-E73B-FF2C-544F-BFD9E553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EC72-939E-497B-8CB9-FE0D29C69DFA}" type="datetimeFigureOut">
              <a:rPr lang="nl-NL" smtClean="0"/>
              <a:t>8-10-2026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DDCFD91-C85F-3989-E3B0-1940F78A4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B056375-5064-633B-ACE6-6934B0E1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7B09-553C-4C90-A64A-A0BC0001531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779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AE3F37-A449-498D-2325-BE988F0C8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73C4C67-AB04-1067-C75F-901CFFF54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0D52B0C-A2AC-90A6-724A-A6B9536E8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AA65B51-E132-B7D3-03AF-28F36B333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EC72-939E-497B-8CB9-FE0D29C69DFA}" type="datetimeFigureOut">
              <a:rPr lang="nl-NL" smtClean="0"/>
              <a:t>8-10-2026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EEE48C3-04A5-1E9F-3A28-AD2BDE72C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CFF9BCD-71B0-5132-95F3-B3B96C04A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7B09-553C-4C90-A64A-A0BC0001531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9026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806CB4-90AD-362B-E3E2-90E3D4873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7D8DD152-C130-1516-7F43-6E0BB606F1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74E1301-4B25-F4D3-F895-952D87061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4492548-59B5-A328-6DC3-3077D2BD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EC72-939E-497B-8CB9-FE0D29C69DFA}" type="datetimeFigureOut">
              <a:rPr lang="nl-NL" smtClean="0"/>
              <a:t>8-10-2026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71216B2-748B-232D-02E3-6B2C0F27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03677CB-5818-FC0B-ABDC-BB8BBDBA6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7B09-553C-4C90-A64A-A0BC0001531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5424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7D5BB-4EE4-5446-803A-E6D0D4505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04B605B-1B81-AD26-0751-46A4225B6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B7F8A4C-B5E9-5885-05F0-FD7D9DCF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EC72-939E-497B-8CB9-FE0D29C69DFA}" type="datetimeFigureOut">
              <a:rPr lang="nl-NL" smtClean="0"/>
              <a:t>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74EBE5-A72B-B749-FB59-176642D58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C70C914-2E3A-3A76-1CA9-BFC58AC20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7B09-553C-4C90-A64A-A0BC0001531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5283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2BAD9CD-E204-7EB6-957B-8E3CB27C29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67353CF-63FA-C30A-014E-C859BD452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C65ABF2-D51B-E743-FE19-039380F02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EC72-939E-497B-8CB9-FE0D29C69DFA}" type="datetimeFigureOut">
              <a:rPr lang="nl-NL" smtClean="0"/>
              <a:t>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DCE0FB5-AE76-09CA-11F6-8C0AD1261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6B8E5A-681D-7D64-2FA0-FC74D456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17B09-553C-4C90-A64A-A0BC0001531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122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014EBCE-0DFF-C7F7-D6A1-4798F79CF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691A6AA-29A6-932E-05FB-FF965A9E1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378DE0-0D18-07B3-B44F-A3A07C651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5EC72-939E-497B-8CB9-FE0D29C69DFA}" type="datetimeFigureOut">
              <a:rPr lang="nl-NL" smtClean="0"/>
              <a:t>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EF4FA0-A3BA-375D-8713-10528D148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87FB2D3-9C87-895D-8826-8335308CE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17B09-553C-4C90-A64A-A0BC0001531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603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eonovum.github.io/mim-begrippenkader/" TargetMode="External"/><Relationship Id="rId7" Type="http://schemas.openxmlformats.org/officeDocument/2006/relationships/hyperlink" Target="https://geonovum.github.io/mim-best-practices/" TargetMode="External"/><Relationship Id="rId2" Type="http://schemas.openxmlformats.org/officeDocument/2006/relationships/hyperlink" Target="https://geonovum.github.io/mim-metamode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onovum.github.io/mim-logisch/" TargetMode="External"/><Relationship Id="rId5" Type="http://schemas.openxmlformats.org/officeDocument/2006/relationships/hyperlink" Target="https://geonovum.github.io/mim-lineage/" TargetMode="External"/><Relationship Id="rId4" Type="http://schemas.openxmlformats.org/officeDocument/2006/relationships/hyperlink" Target="https://geonovum.github.io/mim-conceptueel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B569B2-5810-55FC-D0B5-5E2CF8AE4A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Werksessie metamodel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FD3674E-A8EF-BECB-1BCD-C226208156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2026-10-09</a:t>
            </a:r>
          </a:p>
        </p:txBody>
      </p:sp>
    </p:spTree>
    <p:extLst>
      <p:ext uri="{BB962C8B-B14F-4D97-AF65-F5344CB8AC3E}">
        <p14:creationId xmlns:p14="http://schemas.microsoft.com/office/powerpoint/2010/main" val="9834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7979E0-6A3D-A45D-13A6-72C51A46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Planning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0F62176-6D6E-7612-2C26-24E944D61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38" y="1561043"/>
            <a:ext cx="11587855" cy="1688042"/>
          </a:xfrm>
        </p:spPr>
        <p:txBody>
          <a:bodyPr/>
          <a:lstStyle/>
          <a:p>
            <a:r>
              <a:rPr lang="nl-NL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2024 Visievorming</a:t>
            </a:r>
          </a:p>
          <a:p>
            <a:r>
              <a:rPr lang="nl-NL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2025 Ontwerp en Realisatie</a:t>
            </a:r>
          </a:p>
          <a:p>
            <a:r>
              <a:rPr lang="nl-NL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2026 Ontwerp, Realisatie, Toetsing en Besluitvorming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C6B1C2B-A4BF-08B1-48C6-63A5DFD4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</a:t>
            </a:fld>
            <a:endParaRPr lang="nl-NL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3A4DE0A0-9CA6-D728-202F-43FC81F9ABD8}"/>
              </a:ext>
            </a:extLst>
          </p:cNvPr>
          <p:cNvSpPr txBox="1">
            <a:spLocks/>
          </p:cNvSpPr>
          <p:nvPr/>
        </p:nvSpPr>
        <p:spPr>
          <a:xfrm>
            <a:off x="376238" y="3722159"/>
            <a:ext cx="11587855" cy="16880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2024 Visievorming</a:t>
            </a:r>
          </a:p>
          <a:p>
            <a:r>
              <a:rPr lang="nl-NL" dirty="0"/>
              <a:t>2025 Ontwerp en Realisatie</a:t>
            </a:r>
          </a:p>
          <a:p>
            <a:r>
              <a:rPr lang="nl-NL" dirty="0"/>
              <a:t>2026 Ontwerp, Realisatie, eerste draft</a:t>
            </a:r>
          </a:p>
          <a:p>
            <a:r>
              <a:rPr lang="nl-NL" dirty="0"/>
              <a:t>2027 Maken profielen per modelleertaal. Consultatie en publicatie.</a:t>
            </a:r>
          </a:p>
        </p:txBody>
      </p:sp>
    </p:spTree>
    <p:extLst>
      <p:ext uri="{BB962C8B-B14F-4D97-AF65-F5344CB8AC3E}">
        <p14:creationId xmlns:p14="http://schemas.microsoft.com/office/powerpoint/2010/main" val="4009884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51437-3BC3-B19A-5074-4A53823F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Events 2026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89B88E5-095B-725C-97A4-7D206D218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8150"/>
          </a:xfrm>
        </p:spPr>
        <p:txBody>
          <a:bodyPr/>
          <a:lstStyle/>
          <a:p>
            <a:r>
              <a:rPr lang="nl-NL" dirty="0"/>
              <a:t>November 2025: </a:t>
            </a:r>
            <a:r>
              <a:rPr lang="nl-NL" dirty="0" err="1"/>
              <a:t>Semic</a:t>
            </a:r>
            <a:r>
              <a:rPr lang="nl-NL" dirty="0"/>
              <a:t> conference-Copenhagen</a:t>
            </a:r>
          </a:p>
          <a:p>
            <a:r>
              <a:rPr lang="nl-NL" dirty="0"/>
              <a:t>12 Januari: MIM community</a:t>
            </a:r>
          </a:p>
          <a:p>
            <a:r>
              <a:rPr lang="nl-NL" dirty="0"/>
              <a:t>24 juni: NL-SBB en MIM-evenement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94675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F78E9-834A-BF2D-EA1B-E35E124BA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Events 2027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9842A55-9AAC-8BBA-E19D-6418EC8EC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81175"/>
          </a:xfrm>
        </p:spPr>
        <p:txBody>
          <a:bodyPr/>
          <a:lstStyle/>
          <a:p>
            <a:pPr>
              <a:lnSpc>
                <a:spcPct val="70000"/>
              </a:lnSpc>
            </a:pPr>
            <a:r>
              <a:rPr lang="nl-NL" sz="2600" dirty="0"/>
              <a:t>Januari 2027: Presentatie in MIM-community: Januari 2027</a:t>
            </a:r>
          </a:p>
          <a:p>
            <a:pPr>
              <a:lnSpc>
                <a:spcPct val="70000"/>
              </a:lnSpc>
            </a:pPr>
            <a:r>
              <a:rPr lang="nl-NL" sz="2600" dirty="0"/>
              <a:t>Juli 2027: Publicatie consultatieversie</a:t>
            </a:r>
          </a:p>
          <a:p>
            <a:pPr>
              <a:lnSpc>
                <a:spcPct val="70000"/>
              </a:lnSpc>
            </a:pPr>
            <a:r>
              <a:rPr lang="nl-NL" sz="2600" dirty="0"/>
              <a:t>Juli 2027: Presentatie in MIM-community:</a:t>
            </a:r>
          </a:p>
        </p:txBody>
      </p:sp>
    </p:spTree>
    <p:extLst>
      <p:ext uri="{BB962C8B-B14F-4D97-AF65-F5344CB8AC3E}">
        <p14:creationId xmlns:p14="http://schemas.microsoft.com/office/powerpoint/2010/main" val="950107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4ACFF5-0234-2C1C-2412-7343506F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Activiteiten metamodelgroep in 2026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6013AD9-834E-8D83-A644-4E2EC4D96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nl-NL" dirty="0"/>
              <a:t>26 MIM metamodel: </a:t>
            </a:r>
            <a:r>
              <a:rPr lang="nl-NL" dirty="0" err="1"/>
              <a:t>standups</a:t>
            </a:r>
            <a:endParaRPr lang="nl-NL" dirty="0"/>
          </a:p>
          <a:p>
            <a:r>
              <a:rPr lang="nl-NL" dirty="0"/>
              <a:t> 8 Metamodel werksessies (Pano, Marco, Paul)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84982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11B42-8A6E-61EA-BAF4-967588435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19675" cy="434975"/>
          </a:xfrm>
        </p:spPr>
        <p:txBody>
          <a:bodyPr>
            <a:normAutofit fontScale="90000"/>
          </a:bodyPr>
          <a:lstStyle/>
          <a:p>
            <a:r>
              <a:rPr lang="nl-NL" dirty="0"/>
              <a:t>Document voortgang</a:t>
            </a:r>
          </a:p>
        </p:txBody>
      </p:sp>
    </p:spTree>
    <p:extLst>
      <p:ext uri="{BB962C8B-B14F-4D97-AF65-F5344CB8AC3E}">
        <p14:creationId xmlns:p14="http://schemas.microsoft.com/office/powerpoint/2010/main" val="39485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A97F47-B328-7CE6-E8A0-D686E6A5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7</a:t>
            </a:fld>
            <a:endParaRPr lang="nl-NL"/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A7446F36-712F-6229-803E-4D73103DD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075407"/>
              </p:ext>
            </p:extLst>
          </p:nvPr>
        </p:nvGraphicFramePr>
        <p:xfrm>
          <a:off x="0" y="0"/>
          <a:ext cx="11696700" cy="9696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597">
                  <a:extLst>
                    <a:ext uri="{9D8B030D-6E8A-4147-A177-3AD203B41FA5}">
                      <a16:colId xmlns:a16="http://schemas.microsoft.com/office/drawing/2014/main" val="2294415257"/>
                    </a:ext>
                  </a:extLst>
                </a:gridCol>
                <a:gridCol w="4797110">
                  <a:extLst>
                    <a:ext uri="{9D8B030D-6E8A-4147-A177-3AD203B41FA5}">
                      <a16:colId xmlns:a16="http://schemas.microsoft.com/office/drawing/2014/main" val="157844750"/>
                    </a:ext>
                  </a:extLst>
                </a:gridCol>
                <a:gridCol w="2232756">
                  <a:extLst>
                    <a:ext uri="{9D8B030D-6E8A-4147-A177-3AD203B41FA5}">
                      <a16:colId xmlns:a16="http://schemas.microsoft.com/office/drawing/2014/main" val="2259549255"/>
                    </a:ext>
                  </a:extLst>
                </a:gridCol>
                <a:gridCol w="2085094">
                  <a:extLst>
                    <a:ext uri="{9D8B030D-6E8A-4147-A177-3AD203B41FA5}">
                      <a16:colId xmlns:a16="http://schemas.microsoft.com/office/drawing/2014/main" val="1109426254"/>
                    </a:ext>
                  </a:extLst>
                </a:gridCol>
                <a:gridCol w="1373843">
                  <a:extLst>
                    <a:ext uri="{9D8B030D-6E8A-4147-A177-3AD203B41FA5}">
                      <a16:colId xmlns:a16="http://schemas.microsoft.com/office/drawing/2014/main" val="1016138749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946098188"/>
                    </a:ext>
                  </a:extLst>
                </a:gridCol>
              </a:tblGrid>
              <a:tr h="339685"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MIM </a:t>
                      </a:r>
                      <a:r>
                        <a:rPr lang="nl-NL" sz="1600" dirty="0" err="1"/>
                        <a:t>doc</a:t>
                      </a:r>
                      <a:r>
                        <a:rPr lang="nl-NL" sz="1600" dirty="0"/>
                        <a:t> titel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GitHub-</a:t>
                      </a:r>
                      <a:r>
                        <a:rPr lang="nl-NL" sz="1600" dirty="0" err="1"/>
                        <a:t>Repo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Opmerking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818470"/>
                  </a:ext>
                </a:extLst>
              </a:tr>
              <a:tr h="586728"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MIM Basisdocument: Basisdocument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/>
                        <a:t>MIM-Werkomgeving</a:t>
                      </a:r>
                    </a:p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954789"/>
                  </a:ext>
                </a:extLst>
              </a:tr>
              <a:tr h="586728"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hlinkClick r:id="rId2"/>
                        </a:rPr>
                        <a:t>MIM-Metamodel Informatiemodellering:</a:t>
                      </a:r>
                    </a:p>
                    <a:p>
                      <a:r>
                        <a:rPr lang="nl-NL" sz="1600" dirty="0">
                          <a:hlinkClick r:id="rId2"/>
                        </a:rPr>
                        <a:t>Uitleg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MIM-Metamodel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Draft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256261"/>
                  </a:ext>
                </a:extLst>
              </a:tr>
              <a:tr h="586728"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hlinkClick r:id="rId3"/>
                        </a:rPr>
                        <a:t>MIM-Metamodel Informatiemodellering:</a:t>
                      </a:r>
                    </a:p>
                    <a:p>
                      <a:r>
                        <a:rPr lang="nl-NL" sz="1600" dirty="0">
                          <a:hlinkClick r:id="rId3"/>
                        </a:rPr>
                        <a:t>Begrippenkader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MIM-Begrippenkader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Draft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297013"/>
                  </a:ext>
                </a:extLst>
              </a:tr>
              <a:tr h="602168"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hlinkClick r:id="rId4"/>
                        </a:rPr>
                        <a:t>MIM-Metamodel Informatiemodellering: Conceptueel </a:t>
                      </a:r>
                      <a:r>
                        <a:rPr lang="nl-NL" sz="1600" dirty="0" err="1">
                          <a:hlinkClick r:id="rId4"/>
                        </a:rPr>
                        <a:t>informatiemodel</a:t>
                      </a:r>
                      <a:r>
                        <a:rPr lang="nl-NL" sz="1600" dirty="0">
                          <a:hlinkClick r:id="rId4"/>
                        </a:rPr>
                        <a:t> (CIM)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MIM-Conceptueel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0.1 wel model (0.8)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863638"/>
                  </a:ext>
                </a:extLst>
              </a:tr>
              <a:tr h="602168"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hlinkClick r:id="rId5"/>
                        </a:rPr>
                        <a:t>MIM-Metamodel Informatiemodellering: </a:t>
                      </a:r>
                      <a:r>
                        <a:rPr lang="nl-NL" sz="1600" dirty="0" err="1">
                          <a:hlinkClick r:id="rId5"/>
                        </a:rPr>
                        <a:t>Lineage</a:t>
                      </a:r>
                      <a:endParaRPr lang="nl-NL" sz="1600" dirty="0"/>
                    </a:p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/>
                        <a:t>MIM-</a:t>
                      </a:r>
                      <a:r>
                        <a:rPr lang="nl-NL" sz="1600" dirty="0" err="1"/>
                        <a:t>Lineage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Indien een apart document nodig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Draft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122028"/>
                  </a:ext>
                </a:extLst>
              </a:tr>
              <a:tr h="833771"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hlinkClick r:id="rId6"/>
                        </a:rPr>
                        <a:t>MIM-Metamodel Informatiemodellering: Logisch gegevensmodel (LGM)</a:t>
                      </a:r>
                      <a:endParaRPr lang="nl-NL" sz="1600" dirty="0"/>
                    </a:p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MIM-Logisch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0.1, wel model (0.7)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506660"/>
                  </a:ext>
                </a:extLst>
              </a:tr>
              <a:tr h="833771">
                <a:tc>
                  <a:txBody>
                    <a:bodyPr/>
                    <a:lstStyle/>
                    <a:p>
                      <a:endParaRPr lang="nl-NL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MIM-Metamodel Informatiemodellering:</a:t>
                      </a:r>
                    </a:p>
                    <a:p>
                      <a:r>
                        <a:rPr lang="nl-NL" sz="1600" dirty="0" err="1"/>
                        <a:t>Serialisatie</a:t>
                      </a:r>
                      <a:endParaRPr lang="nl-NL" sz="1600" dirty="0"/>
                    </a:p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/>
                        <a:t>MIM-</a:t>
                      </a:r>
                      <a:r>
                        <a:rPr lang="nl-NL" sz="1600" dirty="0" err="1"/>
                        <a:t>Serialisatie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376366"/>
                  </a:ext>
                </a:extLst>
              </a:tr>
              <a:tr h="833771"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MIM-UML: Metamodel Informatiemodellering voor </a:t>
                      </a:r>
                      <a:r>
                        <a:rPr lang="nl-NL" sz="1600" dirty="0" err="1"/>
                        <a:t>uml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MIM-UML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Ook voor LD,ER, </a:t>
                      </a:r>
                      <a:r>
                        <a:rPr lang="nl-NL" sz="1600" dirty="0" err="1"/>
                        <a:t>OntoUML</a:t>
                      </a:r>
                      <a:r>
                        <a:rPr lang="nl-NL" sz="1600" dirty="0"/>
                        <a:t>, </a:t>
                      </a:r>
                      <a:r>
                        <a:rPr lang="nl-NL" sz="1600" dirty="0" err="1"/>
                        <a:t>Archimate</a:t>
                      </a:r>
                      <a:r>
                        <a:rPr lang="nl-NL" sz="1600" dirty="0"/>
                        <a:t>, FBM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err="1"/>
                        <a:t>Fbm</a:t>
                      </a:r>
                      <a:r>
                        <a:rPr lang="nl-NL" sz="1600" dirty="0"/>
                        <a:t> heeft een begin rest is 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598810"/>
                  </a:ext>
                </a:extLst>
              </a:tr>
              <a:tr h="586728"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hlinkClick r:id="rId7"/>
                        </a:rPr>
                        <a:t>MIM-Metamodel Informatiemodellering: Best </a:t>
                      </a:r>
                      <a:r>
                        <a:rPr lang="nl-NL" sz="1600" dirty="0" err="1">
                          <a:hlinkClick r:id="rId7"/>
                        </a:rPr>
                        <a:t>practice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MIM-Achtergrond-Uitleg-Best-</a:t>
                      </a:r>
                      <a:r>
                        <a:rPr lang="nl-NL" sz="1600" dirty="0" err="1"/>
                        <a:t>Practice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394278"/>
                  </a:ext>
                </a:extLst>
              </a:tr>
              <a:tr h="339685"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194601"/>
                  </a:ext>
                </a:extLst>
              </a:tr>
              <a:tr h="370565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450537"/>
                  </a:ext>
                </a:extLst>
              </a:tr>
              <a:tr h="370565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929536"/>
                  </a:ext>
                </a:extLst>
              </a:tr>
              <a:tr h="370565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997515"/>
                  </a:ext>
                </a:extLst>
              </a:tr>
              <a:tr h="370565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976704"/>
                  </a:ext>
                </a:extLst>
              </a:tr>
              <a:tr h="370565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173648"/>
                  </a:ext>
                </a:extLst>
              </a:tr>
              <a:tr h="370565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371379"/>
                  </a:ext>
                </a:extLst>
              </a:tr>
              <a:tr h="370565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74665"/>
                  </a:ext>
                </a:extLst>
              </a:tr>
              <a:tr h="370565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376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093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318FE18-D707-40B2-CF89-8493883CF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C337714-1BE7-5A76-2E71-4EDB3BD47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dirty="0"/>
              <a:t>Metamodel voortgang</a:t>
            </a:r>
          </a:p>
        </p:txBody>
      </p:sp>
    </p:spTree>
    <p:extLst>
      <p:ext uri="{BB962C8B-B14F-4D97-AF65-F5344CB8AC3E}">
        <p14:creationId xmlns:p14="http://schemas.microsoft.com/office/powerpoint/2010/main" val="3672499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AE4D2-DB83-0341-EE78-0FB8F683F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6E346CF-B5B2-4896-EF17-67A00307B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0C6E97BF-74F7-8648-64B7-03E4007DF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017" y="129372"/>
            <a:ext cx="8624015" cy="672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72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0E1DA3-F051-AD89-6F7B-BD22074F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D5B75DB-1E0B-84FF-A234-CF10D9C0E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F4F7705-0839-6E3B-6590-E70BF9AB8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004" y="133350"/>
            <a:ext cx="8883001" cy="667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80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DD849C-A2BE-A4DB-0D37-DA6AD4BF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B11106B5-F865-85F4-058D-F15BACC3A0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621" y="0"/>
            <a:ext cx="676140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44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68070-1D0F-6AD3-24AD-7D71CB56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67EA267-BEB9-908E-0242-A9B992DAE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418" y="0"/>
            <a:ext cx="6495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09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948115-FC51-1027-C3BD-BC517397F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 voorbeelden: MIM 2.0, UML, FBM</a:t>
            </a:r>
            <a:br>
              <a:rPr lang="nl-NL" dirty="0"/>
            </a:br>
            <a:r>
              <a:rPr lang="nl-NL" dirty="0"/>
              <a:t>----- Dienstbetrekking -----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03B509D-8992-6EB3-CE00-AAD975F00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98" y="1960510"/>
            <a:ext cx="10515600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nl-NL" sz="3400" dirty="0"/>
              <a:t>Dienstbetrekking </a:t>
            </a:r>
            <a:r>
              <a:rPr lang="nl-NL" sz="3400" dirty="0" err="1"/>
              <a:t>use</a:t>
            </a:r>
            <a:r>
              <a:rPr lang="nl-NL" sz="3400" dirty="0"/>
              <a:t> case</a:t>
            </a:r>
          </a:p>
          <a:p>
            <a:endParaRPr lang="nl-NL" dirty="0"/>
          </a:p>
          <a:p>
            <a:r>
              <a:rPr lang="nl-NL" dirty="0"/>
              <a:t>Persoon:</a:t>
            </a:r>
          </a:p>
          <a:p>
            <a:pPr lvl="1"/>
            <a:r>
              <a:rPr lang="nl-NL" dirty="0"/>
              <a:t>voornaam</a:t>
            </a:r>
          </a:p>
          <a:p>
            <a:pPr lvl="1"/>
            <a:r>
              <a:rPr lang="nl-NL" dirty="0"/>
              <a:t>achternaam</a:t>
            </a:r>
          </a:p>
          <a:p>
            <a:pPr lvl="1"/>
            <a:r>
              <a:rPr lang="nl-NL" dirty="0"/>
              <a:t>BSN </a:t>
            </a:r>
          </a:p>
          <a:p>
            <a:pPr lvl="1"/>
            <a:r>
              <a:rPr lang="nl-NL" dirty="0"/>
              <a:t>rol werknemer</a:t>
            </a:r>
          </a:p>
          <a:p>
            <a:r>
              <a:rPr lang="nl-NL" dirty="0"/>
              <a:t>Organisatie:</a:t>
            </a:r>
          </a:p>
          <a:p>
            <a:pPr lvl="1"/>
            <a:r>
              <a:rPr lang="nl-NL" dirty="0"/>
              <a:t>handelsnaam</a:t>
            </a:r>
          </a:p>
          <a:p>
            <a:pPr lvl="1"/>
            <a:r>
              <a:rPr lang="nl-NL" dirty="0"/>
              <a:t>RISN</a:t>
            </a:r>
          </a:p>
          <a:p>
            <a:pPr lvl="1"/>
            <a:r>
              <a:rPr lang="nl-NL" dirty="0"/>
              <a:t>met rol werkgever</a:t>
            </a:r>
          </a:p>
          <a:p>
            <a:r>
              <a:rPr lang="nl-NL" dirty="0"/>
              <a:t>Arbeidscontract:</a:t>
            </a:r>
          </a:p>
          <a:p>
            <a:pPr lvl="1"/>
            <a:r>
              <a:rPr lang="nl-NL" dirty="0"/>
              <a:t>datumvastlegging</a:t>
            </a:r>
          </a:p>
          <a:p>
            <a:pPr lvl="1"/>
            <a:r>
              <a:rPr lang="nl-NL" dirty="0"/>
              <a:t>met rol arbeidscontract</a:t>
            </a:r>
          </a:p>
          <a:p>
            <a:r>
              <a:rPr lang="nl-NL" dirty="0"/>
              <a:t>Propositie: werknemer (0..*) is in dienst bij werkgever (0..*)</a:t>
            </a:r>
          </a:p>
          <a:p>
            <a:r>
              <a:rPr lang="nl-NL" dirty="0"/>
              <a:t>Propositie: arbeidscontract (1..*) betreft dienstbetrekking (0..1)</a:t>
            </a:r>
          </a:p>
          <a:p>
            <a:r>
              <a:rPr lang="nl-NL" dirty="0"/>
              <a:t>Relatieklasse: Dienstbetrekking:</a:t>
            </a:r>
          </a:p>
          <a:p>
            <a:pPr lvl="1"/>
            <a:r>
              <a:rPr lang="nl-NL" dirty="0"/>
              <a:t>startdatum</a:t>
            </a:r>
          </a:p>
          <a:p>
            <a:pPr lvl="1"/>
            <a:r>
              <a:rPr lang="nl-NL" dirty="0"/>
              <a:t>einddatum</a:t>
            </a:r>
          </a:p>
          <a:p>
            <a:pPr lvl="1"/>
            <a:r>
              <a:rPr lang="nl-NL" dirty="0"/>
              <a:t>met rol dienstbetrekking</a:t>
            </a:r>
          </a:p>
        </p:txBody>
      </p:sp>
    </p:spTree>
    <p:extLst>
      <p:ext uri="{BB962C8B-B14F-4D97-AF65-F5344CB8AC3E}">
        <p14:creationId xmlns:p14="http://schemas.microsoft.com/office/powerpoint/2010/main" val="2677683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67D390-BE37-FAE1-8250-BF3CFF3C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Dienstbetrekking: CIM – UML – MIM2.0</a:t>
            </a:r>
          </a:p>
        </p:txBody>
      </p: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92D65F20-E2D2-F09B-473E-80099D203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7" y="1611443"/>
            <a:ext cx="11160858" cy="451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55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4EB3C7-6AAA-D480-7A80-A03B62106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98" y="110292"/>
            <a:ext cx="11884702" cy="1325563"/>
          </a:xfrm>
        </p:spPr>
        <p:txBody>
          <a:bodyPr/>
          <a:lstStyle/>
          <a:p>
            <a:r>
              <a:rPr lang="nl-NL" dirty="0"/>
              <a:t>Dienstbetrekking: LGM UML MIM 2.0 – nog DRAFT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53EF3C5-44EA-F645-F815-2F5DC2966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440" y="1493032"/>
            <a:ext cx="8649215" cy="502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64070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Breedbeeld</PresentationFormat>
  <Paragraphs>83</Paragraphs>
  <Slides>15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Kantoorthema</vt:lpstr>
      <vt:lpstr>Werksessie metamodel</vt:lpstr>
      <vt:lpstr>Planning</vt:lpstr>
      <vt:lpstr>Events 2026</vt:lpstr>
      <vt:lpstr>Events 2027</vt:lpstr>
      <vt:lpstr>Activiteiten metamodelgroep in 2026</vt:lpstr>
      <vt:lpstr>Document voortgang</vt:lpstr>
      <vt:lpstr>PowerPoint-presentatie</vt:lpstr>
      <vt:lpstr>Metamodel voortgang</vt:lpstr>
      <vt:lpstr>PowerPoint-presentatie</vt:lpstr>
      <vt:lpstr>PowerPoint-presentatie</vt:lpstr>
      <vt:lpstr>PowerPoint-presentatie</vt:lpstr>
      <vt:lpstr>PowerPoint-presentatie</vt:lpstr>
      <vt:lpstr>Model voorbeelden: MIM 2.0, UML, FBM ----- Dienstbetrekking -----</vt:lpstr>
      <vt:lpstr>Dienstbetrekking: CIM – UML – MIM2.0</vt:lpstr>
      <vt:lpstr>Dienstbetrekking: LGM UML MIM 2.0 – nog DRAFT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Janssen</dc:creator>
  <cp:lastModifiedBy>Paul Janssen</cp:lastModifiedBy>
  <cp:revision>3</cp:revision>
  <dcterms:created xsi:type="dcterms:W3CDTF">2025-04-11T07:18:02Z</dcterms:created>
  <dcterms:modified xsi:type="dcterms:W3CDTF">2026-10-08T13:55:39Z</dcterms:modified>
</cp:coreProperties>
</file>