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91" r:id="rId6"/>
    <p:sldId id="290" r:id="rId7"/>
    <p:sldId id="286" r:id="rId8"/>
    <p:sldId id="288" r:id="rId9"/>
    <p:sldId id="287" r:id="rId10"/>
    <p:sldId id="289" r:id="rId11"/>
    <p:sldId id="259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B4A6E-57FF-4FB0-B42A-540B87927C1D}" v="13" dt="2026-04-01T08:19:47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01:43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1947 1 24486,'-1946'1946'0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3:01:48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24575,'1'20'0,"0"0"0,2-1 0,0 1 0,1-1 0,1 0 0,1 0 0,13 29 0,9 7 0,37 56 0,-40-70 0,6 5 0,44 51 0,-28-38 0,-22-23 0,-18-24 0,1 0 0,1-1 0,17 18 0,-25-28 0,0 0 0,0 0 0,0 0 0,0 0 0,0-1 0,0 1 0,0 0 0,0-1 0,1 1 0,-1-1 0,0 0 0,0 1 0,1-1 0,-1 0 0,0 0 0,0 1 0,1-1 0,-1 0 0,0 0 0,1-1 0,-1 1 0,0 0 0,0 0 0,1 0 0,-1-1 0,0 1 0,0-1 0,1 1 0,-1-1 0,0 0 0,0 1 0,0-1 0,0 0 0,0 0 0,0 0 0,0 1 0,0-1 0,1-2 0,-1 2 0,0 0 0,-1-1 0,1 1 0,0-1 0,0 1 0,-1 0 0,1-1 0,-1 1 0,1-1 0,-1 1 0,0-1 0,0 0 0,1 1 0,-1-1 0,0 1 0,0-1 0,-1 1 0,1-1 0,0 0 0,0 1 0,-1-1 0,1 1 0,-1-1 0,1 1 0,-1 0 0,0-1 0,0 1 0,1 0 0,-1-1 0,0 1 0,0 0 0,-2-2 0,-1 0 0,0 0 0,-1 0 0,1 1 0,-1 0 0,1 0 0,-1 0 0,0 0 0,0 0 0,0 1 0,0 0 0,0 0 0,-10 0 0,9 0 0,-1 1 0,1-2 0,0 1 0,-1-1 0,1 0 0,-11-4 0,17 6 0,-1-1 0,1 1 0,-1 0 0,0-1 0,1 1 0,-1 0 0,1-1 0,-1 1 0,1 0 0,-1-1 0,1 1 0,0-1 0,-1 1 0,1-1 0,-1 1 0,1-1 0,0 1 0,-1-1 0,1 1 0,0-1 0,0 0 0,-1 1 0,1-1 0,0 0 0,0 1 0,0-1 0,0 1 0,0-2 0,0 1 0,1 0 0,-1 0 0,1 0 0,0 0 0,-1 0 0,1 0 0,0 0 0,-1 1 0,1-1 0,0 0 0,0 0 0,0 1 0,0-1 0,2 0 0,38-16 0,37-3 0,2 4 0,0 4 0,83-3 0,-3 0 0,-44 1-1365,-75 10-5461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0BEC-D659-49A0-BDC1-7AED8DDA2204}" type="datetimeFigureOut">
              <a:rPr lang="nl-NL" smtClean="0"/>
              <a:t>25-9-2026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CE13-1BEF-4160-AAFC-1156D47D2D2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188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novum.nl/" TargetMode="Externa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standaard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586F5B8F-BAB6-359A-977A-F4B21FD0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8ADB84C1-0763-C4DB-A204-EC688351E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CFD40A2F-D0A7-4CCB-E288-FB61135DB7C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3509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98703A2-59B0-B71A-8C7B-748F07318C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3" name="Tijdelijke aanduiding voor datum 15">
            <a:extLst>
              <a:ext uri="{FF2B5EF4-FFF2-40B4-BE49-F238E27FC236}">
                <a16:creationId xmlns:a16="http://schemas.microsoft.com/office/drawing/2014/main" id="{FDD0EF63-8153-77B2-C6BB-6D0CD7E8916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25-9-2026</a:t>
            </a:fld>
            <a:endParaRPr lang="nl-NL" dirty="0"/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662ED5E9-8B1A-4354-7259-BBB669BB9B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293980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25-9-2026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7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25-9-2026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B53567AC-FC92-DBF6-902D-A02E25D27B7B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rtworkLogo">
            <a:extLst>
              <a:ext uri="{FF2B5EF4-FFF2-40B4-BE49-F238E27FC236}">
                <a16:creationId xmlns:a16="http://schemas.microsoft.com/office/drawing/2014/main" id="{88EDF246-36D0-EA15-89F1-BEBAC1BC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foto donk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16FAB6D7-3EC7-B29F-1BB0-AFCC4A37A4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5A378-D087-E905-A9CD-E41FF608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4457518-AC06-A099-9F3C-A2587768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2E3052D2-7619-D462-11E0-04B85514BCDC}"/>
              </a:ext>
            </a:extLst>
          </p:cNvPr>
          <p:cNvSpPr/>
          <p:nvPr/>
        </p:nvSpPr>
        <p:spPr>
          <a:xfrm>
            <a:off x="9308011" y="5109583"/>
            <a:ext cx="756398" cy="756645"/>
          </a:xfrm>
          <a:custGeom>
            <a:avLst/>
            <a:gdLst>
              <a:gd name="connsiteX0" fmla="*/ 586222 w 756398"/>
              <a:gd name="connsiteY0" fmla="*/ 0 h 756645"/>
              <a:gd name="connsiteX1" fmla="*/ 0 w 756398"/>
              <a:gd name="connsiteY1" fmla="*/ 586435 h 756645"/>
              <a:gd name="connsiteX2" fmla="*/ 0 w 756398"/>
              <a:gd name="connsiteY2" fmla="*/ 756646 h 756645"/>
              <a:gd name="connsiteX3" fmla="*/ 170189 w 756398"/>
              <a:gd name="connsiteY3" fmla="*/ 756646 h 756645"/>
              <a:gd name="connsiteX4" fmla="*/ 378206 w 756398"/>
              <a:gd name="connsiteY4" fmla="*/ 548566 h 756645"/>
              <a:gd name="connsiteX5" fmla="*/ 459213 w 756398"/>
              <a:gd name="connsiteY5" fmla="*/ 629614 h 756645"/>
              <a:gd name="connsiteX6" fmla="*/ 629405 w 756398"/>
              <a:gd name="connsiteY6" fmla="*/ 459372 h 756645"/>
              <a:gd name="connsiteX7" fmla="*/ 548380 w 756398"/>
              <a:gd name="connsiteY7" fmla="*/ 378324 h 756645"/>
              <a:gd name="connsiteX8" fmla="*/ 756398 w 756398"/>
              <a:gd name="connsiteY8" fmla="*/ 170241 h 756645"/>
              <a:gd name="connsiteX9" fmla="*/ 756398 w 756398"/>
              <a:gd name="connsiteY9" fmla="*/ 0 h 756645"/>
              <a:gd name="connsiteX10" fmla="*/ 586224 w 756398"/>
              <a:gd name="connsiteY10" fmla="*/ 0 h 756645"/>
              <a:gd name="connsiteX11" fmla="*/ 81008 w 756398"/>
              <a:gd name="connsiteY11" fmla="*/ 251291 h 756645"/>
              <a:gd name="connsiteX12" fmla="*/ 251197 w 756398"/>
              <a:gd name="connsiteY12" fmla="*/ 81048 h 756645"/>
              <a:gd name="connsiteX13" fmla="*/ 170189 w 756398"/>
              <a:gd name="connsiteY13" fmla="*/ 15 h 756645"/>
              <a:gd name="connsiteX14" fmla="*/ 170189 w 756398"/>
              <a:gd name="connsiteY14" fmla="*/ 0 h 756645"/>
              <a:gd name="connsiteX15" fmla="*/ 0 w 756398"/>
              <a:gd name="connsiteY15" fmla="*/ 0 h 756645"/>
              <a:gd name="connsiteX16" fmla="*/ 0 w 756398"/>
              <a:gd name="connsiteY16" fmla="*/ 170241 h 756645"/>
              <a:gd name="connsiteX17" fmla="*/ 81008 w 756398"/>
              <a:gd name="connsiteY17" fmla="*/ 251291 h 756645"/>
              <a:gd name="connsiteX18" fmla="*/ 756398 w 756398"/>
              <a:gd name="connsiteY18" fmla="*/ 756646 h 756645"/>
              <a:gd name="connsiteX19" fmla="*/ 756398 w 756398"/>
              <a:gd name="connsiteY19" fmla="*/ 586435 h 756645"/>
              <a:gd name="connsiteX20" fmla="*/ 586252 w 756398"/>
              <a:gd name="connsiteY20" fmla="*/ 756646 h 756645"/>
              <a:gd name="connsiteX21" fmla="*/ 756398 w 756398"/>
              <a:gd name="connsiteY21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6398" h="756645">
                <a:moveTo>
                  <a:pt x="586222" y="0"/>
                </a:moveTo>
                <a:lnTo>
                  <a:pt x="0" y="586435"/>
                </a:lnTo>
                <a:lnTo>
                  <a:pt x="0" y="756646"/>
                </a:lnTo>
                <a:lnTo>
                  <a:pt x="170189" y="756646"/>
                </a:lnTo>
                <a:lnTo>
                  <a:pt x="378206" y="548566"/>
                </a:lnTo>
                <a:lnTo>
                  <a:pt x="459213" y="629614"/>
                </a:lnTo>
                <a:lnTo>
                  <a:pt x="629405" y="459372"/>
                </a:lnTo>
                <a:lnTo>
                  <a:pt x="548380" y="378324"/>
                </a:lnTo>
                <a:lnTo>
                  <a:pt x="756398" y="170241"/>
                </a:lnTo>
                <a:lnTo>
                  <a:pt x="756398" y="0"/>
                </a:lnTo>
                <a:lnTo>
                  <a:pt x="586224" y="0"/>
                </a:lnTo>
                <a:close/>
                <a:moveTo>
                  <a:pt x="81008" y="251291"/>
                </a:moveTo>
                <a:lnTo>
                  <a:pt x="251197" y="81048"/>
                </a:lnTo>
                <a:lnTo>
                  <a:pt x="170189" y="15"/>
                </a:lnTo>
                <a:lnTo>
                  <a:pt x="170189" y="0"/>
                </a:lnTo>
                <a:lnTo>
                  <a:pt x="0" y="0"/>
                </a:lnTo>
                <a:lnTo>
                  <a:pt x="0" y="170241"/>
                </a:lnTo>
                <a:lnTo>
                  <a:pt x="81008" y="251291"/>
                </a:lnTo>
                <a:close/>
                <a:moveTo>
                  <a:pt x="756398" y="756646"/>
                </a:moveTo>
                <a:lnTo>
                  <a:pt x="756398" y="586435"/>
                </a:lnTo>
                <a:lnTo>
                  <a:pt x="586252" y="756646"/>
                </a:lnTo>
                <a:lnTo>
                  <a:pt x="756398" y="75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290EBA2-8E2D-6DE4-0054-29203AF1659C}"/>
              </a:ext>
            </a:extLst>
          </p:cNvPr>
          <p:cNvSpPr/>
          <p:nvPr/>
        </p:nvSpPr>
        <p:spPr>
          <a:xfrm>
            <a:off x="10820794" y="5109590"/>
            <a:ext cx="756412" cy="756647"/>
          </a:xfrm>
          <a:custGeom>
            <a:avLst/>
            <a:gdLst>
              <a:gd name="connsiteX0" fmla="*/ 0 w 756412"/>
              <a:gd name="connsiteY0" fmla="*/ 0 h 756647"/>
              <a:gd name="connsiteX1" fmla="*/ 0 w 756412"/>
              <a:gd name="connsiteY1" fmla="*/ 0 h 756647"/>
              <a:gd name="connsiteX2" fmla="*/ 586223 w 756412"/>
              <a:gd name="connsiteY2" fmla="*/ 0 h 756647"/>
              <a:gd name="connsiteX3" fmla="*/ 0 w 756412"/>
              <a:gd name="connsiteY3" fmla="*/ 586435 h 756647"/>
              <a:gd name="connsiteX4" fmla="*/ 0 w 756412"/>
              <a:gd name="connsiteY4" fmla="*/ 756647 h 756647"/>
              <a:gd name="connsiteX5" fmla="*/ 170190 w 756412"/>
              <a:gd name="connsiteY5" fmla="*/ 756647 h 756647"/>
              <a:gd name="connsiteX6" fmla="*/ 463309 w 756412"/>
              <a:gd name="connsiteY6" fmla="*/ 463438 h 756647"/>
              <a:gd name="connsiteX7" fmla="*/ 756398 w 756412"/>
              <a:gd name="connsiteY7" fmla="*/ 756647 h 756647"/>
              <a:gd name="connsiteX8" fmla="*/ 756413 w 756412"/>
              <a:gd name="connsiteY8" fmla="*/ 756647 h 756647"/>
              <a:gd name="connsiteX9" fmla="*/ 756413 w 756412"/>
              <a:gd name="connsiteY9" fmla="*/ 0 h 756647"/>
              <a:gd name="connsiteX10" fmla="*/ 586223 w 756412"/>
              <a:gd name="connsiteY10" fmla="*/ 0 h 756647"/>
              <a:gd name="connsiteX11" fmla="*/ 332220 w 756412"/>
              <a:gd name="connsiteY11" fmla="*/ 0 h 756647"/>
              <a:gd name="connsiteX12" fmla="*/ 15 w 756412"/>
              <a:gd name="connsiteY12" fmla="*/ 0 h 756647"/>
              <a:gd name="connsiteX13" fmla="*/ 166125 w 756412"/>
              <a:gd name="connsiteY13" fmla="*/ 166162 h 756647"/>
              <a:gd name="connsiteX14" fmla="*/ 332220 w 756412"/>
              <a:gd name="connsiteY14" fmla="*/ 0 h 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412" h="756647">
                <a:moveTo>
                  <a:pt x="0" y="0"/>
                </a:moveTo>
                <a:lnTo>
                  <a:pt x="0" y="0"/>
                </a:lnTo>
                <a:close/>
                <a:moveTo>
                  <a:pt x="586223" y="0"/>
                </a:moveTo>
                <a:lnTo>
                  <a:pt x="0" y="586435"/>
                </a:lnTo>
                <a:lnTo>
                  <a:pt x="0" y="756647"/>
                </a:lnTo>
                <a:lnTo>
                  <a:pt x="170190" y="756647"/>
                </a:lnTo>
                <a:lnTo>
                  <a:pt x="463309" y="463438"/>
                </a:lnTo>
                <a:lnTo>
                  <a:pt x="756398" y="756647"/>
                </a:lnTo>
                <a:lnTo>
                  <a:pt x="756413" y="756647"/>
                </a:lnTo>
                <a:lnTo>
                  <a:pt x="756413" y="0"/>
                </a:lnTo>
                <a:lnTo>
                  <a:pt x="586223" y="0"/>
                </a:lnTo>
                <a:close/>
                <a:moveTo>
                  <a:pt x="332220" y="0"/>
                </a:moveTo>
                <a:lnTo>
                  <a:pt x="15" y="0"/>
                </a:lnTo>
                <a:lnTo>
                  <a:pt x="166125" y="166162"/>
                </a:lnTo>
                <a:lnTo>
                  <a:pt x="332220" y="0"/>
                </a:lnTo>
                <a:close/>
              </a:path>
            </a:pathLst>
          </a:custGeom>
          <a:solidFill>
            <a:srgbClr val="0086C5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DF62DE58-EDBC-170B-6165-304CC012C3C0}"/>
              </a:ext>
            </a:extLst>
          </p:cNvPr>
          <p:cNvSpPr/>
          <p:nvPr/>
        </p:nvSpPr>
        <p:spPr>
          <a:xfrm>
            <a:off x="9290892" y="6026252"/>
            <a:ext cx="198536" cy="245754"/>
          </a:xfrm>
          <a:custGeom>
            <a:avLst/>
            <a:gdLst>
              <a:gd name="connsiteX0" fmla="*/ 103821 w 198536"/>
              <a:gd name="connsiteY0" fmla="*/ 245754 h 245754"/>
              <a:gd name="connsiteX1" fmla="*/ 0 w 198536"/>
              <a:gd name="connsiteY1" fmla="*/ 127423 h 245754"/>
              <a:gd name="connsiteX2" fmla="*/ 112100 w 198536"/>
              <a:gd name="connsiteY2" fmla="*/ 0 h 245754"/>
              <a:gd name="connsiteX3" fmla="*/ 193572 w 198536"/>
              <a:gd name="connsiteY3" fmla="*/ 34748 h 245754"/>
              <a:gd name="connsiteX4" fmla="*/ 174136 w 198536"/>
              <a:gd name="connsiteY4" fmla="*/ 59158 h 245754"/>
              <a:gd name="connsiteX5" fmla="*/ 119540 w 198536"/>
              <a:gd name="connsiteY5" fmla="*/ 43030 h 245754"/>
              <a:gd name="connsiteX6" fmla="*/ 56260 w 198536"/>
              <a:gd name="connsiteY6" fmla="*/ 119561 h 245754"/>
              <a:gd name="connsiteX7" fmla="*/ 112505 w 198536"/>
              <a:gd name="connsiteY7" fmla="*/ 202740 h 245754"/>
              <a:gd name="connsiteX8" fmla="*/ 144768 w 198536"/>
              <a:gd name="connsiteY8" fmla="*/ 194458 h 245754"/>
              <a:gd name="connsiteX9" fmla="*/ 144768 w 198536"/>
              <a:gd name="connsiteY9" fmla="*/ 140251 h 245754"/>
              <a:gd name="connsiteX10" fmla="*/ 111260 w 198536"/>
              <a:gd name="connsiteY10" fmla="*/ 140251 h 245754"/>
              <a:gd name="connsiteX11" fmla="*/ 111260 w 198536"/>
              <a:gd name="connsiteY11" fmla="*/ 104678 h 245754"/>
              <a:gd name="connsiteX12" fmla="*/ 198537 w 198536"/>
              <a:gd name="connsiteY12" fmla="*/ 104678 h 245754"/>
              <a:gd name="connsiteX13" fmla="*/ 198537 w 198536"/>
              <a:gd name="connsiteY13" fmla="*/ 213902 h 245754"/>
              <a:gd name="connsiteX14" fmla="*/ 103821 w 198536"/>
              <a:gd name="connsiteY14" fmla="*/ 24575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8536" h="245754">
                <a:moveTo>
                  <a:pt x="103821" y="245754"/>
                </a:moveTo>
                <a:cubicBezTo>
                  <a:pt x="34752" y="245754"/>
                  <a:pt x="0" y="210166"/>
                  <a:pt x="0" y="127423"/>
                </a:cubicBezTo>
                <a:cubicBezTo>
                  <a:pt x="0" y="39309"/>
                  <a:pt x="50471" y="0"/>
                  <a:pt x="112100" y="0"/>
                </a:cubicBezTo>
                <a:cubicBezTo>
                  <a:pt x="147256" y="0"/>
                  <a:pt x="173714" y="14058"/>
                  <a:pt x="193572" y="34748"/>
                </a:cubicBezTo>
                <a:lnTo>
                  <a:pt x="174136" y="59158"/>
                </a:lnTo>
                <a:cubicBezTo>
                  <a:pt x="156767" y="49226"/>
                  <a:pt x="137734" y="43030"/>
                  <a:pt x="119540" y="43030"/>
                </a:cubicBezTo>
                <a:cubicBezTo>
                  <a:pt x="82313" y="43030"/>
                  <a:pt x="56260" y="70335"/>
                  <a:pt x="56260" y="119561"/>
                </a:cubicBezTo>
                <a:cubicBezTo>
                  <a:pt x="56260" y="184121"/>
                  <a:pt x="80663" y="202740"/>
                  <a:pt x="112505" y="202740"/>
                </a:cubicBezTo>
                <a:cubicBezTo>
                  <a:pt x="126574" y="202740"/>
                  <a:pt x="138152" y="199004"/>
                  <a:pt x="144768" y="194458"/>
                </a:cubicBezTo>
                <a:lnTo>
                  <a:pt x="144768" y="140251"/>
                </a:lnTo>
                <a:lnTo>
                  <a:pt x="111260" y="140251"/>
                </a:lnTo>
                <a:lnTo>
                  <a:pt x="111260" y="104678"/>
                </a:lnTo>
                <a:lnTo>
                  <a:pt x="198537" y="104678"/>
                </a:lnTo>
                <a:lnTo>
                  <a:pt x="198537" y="213902"/>
                </a:lnTo>
                <a:cubicBezTo>
                  <a:pt x="173714" y="234172"/>
                  <a:pt x="140629" y="245754"/>
                  <a:pt x="103821" y="24575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74A652D-0EA5-F295-D355-4AC8A19B1DDA}"/>
              </a:ext>
            </a:extLst>
          </p:cNvPr>
          <p:cNvSpPr/>
          <p:nvPr/>
        </p:nvSpPr>
        <p:spPr>
          <a:xfrm>
            <a:off x="9569248" y="6030807"/>
            <a:ext cx="148065" cy="236645"/>
          </a:xfrm>
          <a:custGeom>
            <a:avLst/>
            <a:gdLst>
              <a:gd name="connsiteX0" fmla="*/ 0 w 148065"/>
              <a:gd name="connsiteY0" fmla="*/ 236646 h 236645"/>
              <a:gd name="connsiteX1" fmla="*/ 0 w 148065"/>
              <a:gd name="connsiteY1" fmla="*/ 0 h 236645"/>
              <a:gd name="connsiteX2" fmla="*/ 146415 w 148065"/>
              <a:gd name="connsiteY2" fmla="*/ 0 h 236645"/>
              <a:gd name="connsiteX3" fmla="*/ 146415 w 148065"/>
              <a:gd name="connsiteY3" fmla="*/ 42204 h 236645"/>
              <a:gd name="connsiteX4" fmla="*/ 55014 w 148065"/>
              <a:gd name="connsiteY4" fmla="*/ 42204 h 236645"/>
              <a:gd name="connsiteX5" fmla="*/ 55014 w 148065"/>
              <a:gd name="connsiteY5" fmla="*/ 96395 h 236645"/>
              <a:gd name="connsiteX6" fmla="*/ 131522 w 148065"/>
              <a:gd name="connsiteY6" fmla="*/ 96395 h 236645"/>
              <a:gd name="connsiteX7" fmla="*/ 131522 w 148065"/>
              <a:gd name="connsiteY7" fmla="*/ 136110 h 236645"/>
              <a:gd name="connsiteX8" fmla="*/ 55014 w 148065"/>
              <a:gd name="connsiteY8" fmla="*/ 136110 h 236645"/>
              <a:gd name="connsiteX9" fmla="*/ 55014 w 148065"/>
              <a:gd name="connsiteY9" fmla="*/ 193618 h 236645"/>
              <a:gd name="connsiteX10" fmla="*/ 148065 w 148065"/>
              <a:gd name="connsiteY10" fmla="*/ 193618 h 236645"/>
              <a:gd name="connsiteX11" fmla="*/ 148065 w 148065"/>
              <a:gd name="connsiteY11" fmla="*/ 236646 h 236645"/>
              <a:gd name="connsiteX12" fmla="*/ 0 w 148065"/>
              <a:gd name="connsiteY12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065" h="236645">
                <a:moveTo>
                  <a:pt x="0" y="236646"/>
                </a:moveTo>
                <a:lnTo>
                  <a:pt x="0" y="0"/>
                </a:lnTo>
                <a:lnTo>
                  <a:pt x="146415" y="0"/>
                </a:lnTo>
                <a:lnTo>
                  <a:pt x="146415" y="42204"/>
                </a:lnTo>
                <a:lnTo>
                  <a:pt x="55014" y="42204"/>
                </a:lnTo>
                <a:lnTo>
                  <a:pt x="55014" y="96395"/>
                </a:lnTo>
                <a:lnTo>
                  <a:pt x="131522" y="96395"/>
                </a:lnTo>
                <a:lnTo>
                  <a:pt x="131522" y="136110"/>
                </a:lnTo>
                <a:lnTo>
                  <a:pt x="55014" y="136110"/>
                </a:lnTo>
                <a:lnTo>
                  <a:pt x="55014" y="193618"/>
                </a:lnTo>
                <a:lnTo>
                  <a:pt x="148065" y="193618"/>
                </a:lnTo>
                <a:lnTo>
                  <a:pt x="148065" y="236646"/>
                </a:lnTo>
                <a:lnTo>
                  <a:pt x="0" y="23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5FAEC22B-27B5-0C44-848E-174383106CF4}"/>
              </a:ext>
            </a:extLst>
          </p:cNvPr>
          <p:cNvSpPr/>
          <p:nvPr/>
        </p:nvSpPr>
        <p:spPr>
          <a:xfrm>
            <a:off x="9771094" y="6026246"/>
            <a:ext cx="232029" cy="245754"/>
          </a:xfrm>
          <a:custGeom>
            <a:avLst/>
            <a:gdLst>
              <a:gd name="connsiteX0" fmla="*/ 112925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25 w 232029"/>
              <a:gd name="connsiteY4" fmla="*/ 245754 h 245754"/>
              <a:gd name="connsiteX5" fmla="*/ 114155 w 232029"/>
              <a:gd name="connsiteY5" fmla="*/ 42204 h 245754"/>
              <a:gd name="connsiteX6" fmla="*/ 58315 w 232029"/>
              <a:gd name="connsiteY6" fmla="*/ 118331 h 245754"/>
              <a:gd name="connsiteX7" fmla="*/ 117050 w 232029"/>
              <a:gd name="connsiteY7" fmla="*/ 203145 h 245754"/>
              <a:gd name="connsiteX8" fmla="*/ 173714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25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25" y="245754"/>
                </a:cubicBezTo>
                <a:moveTo>
                  <a:pt x="114155" y="42204"/>
                </a:moveTo>
                <a:cubicBezTo>
                  <a:pt x="81893" y="42204"/>
                  <a:pt x="58315" y="62894"/>
                  <a:pt x="58315" y="118331"/>
                </a:cubicBezTo>
                <a:cubicBezTo>
                  <a:pt x="58315" y="182050"/>
                  <a:pt x="79823" y="203145"/>
                  <a:pt x="117050" y="203145"/>
                </a:cubicBezTo>
                <a:cubicBezTo>
                  <a:pt x="150137" y="203145"/>
                  <a:pt x="173714" y="182455"/>
                  <a:pt x="173714" y="125368"/>
                </a:cubicBezTo>
                <a:cubicBezTo>
                  <a:pt x="173714" y="64139"/>
                  <a:pt x="152206" y="42204"/>
                  <a:pt x="114155" y="4220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A13B9D-AF5C-670C-1F19-ED37017F557C}"/>
              </a:ext>
            </a:extLst>
          </p:cNvPr>
          <p:cNvSpPr/>
          <p:nvPr/>
        </p:nvSpPr>
        <p:spPr>
          <a:xfrm>
            <a:off x="10072376" y="6030807"/>
            <a:ext cx="209696" cy="236645"/>
          </a:xfrm>
          <a:custGeom>
            <a:avLst/>
            <a:gdLst>
              <a:gd name="connsiteX0" fmla="*/ 150962 w 209696"/>
              <a:gd name="connsiteY0" fmla="*/ 236646 h 236645"/>
              <a:gd name="connsiteX1" fmla="*/ 45911 w 209696"/>
              <a:gd name="connsiteY1" fmla="*/ 69915 h 236645"/>
              <a:gd name="connsiteX2" fmla="*/ 45911 w 209696"/>
              <a:gd name="connsiteY2" fmla="*/ 236646 h 236645"/>
              <a:gd name="connsiteX3" fmla="*/ 0 w 209696"/>
              <a:gd name="connsiteY3" fmla="*/ 236646 h 236645"/>
              <a:gd name="connsiteX4" fmla="*/ 0 w 209696"/>
              <a:gd name="connsiteY4" fmla="*/ 0 h 236645"/>
              <a:gd name="connsiteX5" fmla="*/ 68649 w 209696"/>
              <a:gd name="connsiteY5" fmla="*/ 0 h 236645"/>
              <a:gd name="connsiteX6" fmla="*/ 164190 w 209696"/>
              <a:gd name="connsiteY6" fmla="*/ 146042 h 236645"/>
              <a:gd name="connsiteX7" fmla="*/ 164190 w 209696"/>
              <a:gd name="connsiteY7" fmla="*/ 0 h 236645"/>
              <a:gd name="connsiteX8" fmla="*/ 209696 w 209696"/>
              <a:gd name="connsiteY8" fmla="*/ 0 h 236645"/>
              <a:gd name="connsiteX9" fmla="*/ 209696 w 209696"/>
              <a:gd name="connsiteY9" fmla="*/ 236646 h 236645"/>
              <a:gd name="connsiteX10" fmla="*/ 150962 w 209696"/>
              <a:gd name="connsiteY10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696" h="236645">
                <a:moveTo>
                  <a:pt x="150962" y="236646"/>
                </a:moveTo>
                <a:lnTo>
                  <a:pt x="45911" y="69915"/>
                </a:lnTo>
                <a:lnTo>
                  <a:pt x="45911" y="236646"/>
                </a:lnTo>
                <a:lnTo>
                  <a:pt x="0" y="236646"/>
                </a:lnTo>
                <a:lnTo>
                  <a:pt x="0" y="0"/>
                </a:lnTo>
                <a:lnTo>
                  <a:pt x="68649" y="0"/>
                </a:lnTo>
                <a:lnTo>
                  <a:pt x="164190" y="146042"/>
                </a:lnTo>
                <a:lnTo>
                  <a:pt x="164190" y="0"/>
                </a:lnTo>
                <a:lnTo>
                  <a:pt x="209696" y="0"/>
                </a:lnTo>
                <a:lnTo>
                  <a:pt x="209696" y="236646"/>
                </a:lnTo>
                <a:lnTo>
                  <a:pt x="150962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B7E54905-3714-2A5F-7274-5F3435008768}"/>
              </a:ext>
            </a:extLst>
          </p:cNvPr>
          <p:cNvSpPr/>
          <p:nvPr/>
        </p:nvSpPr>
        <p:spPr>
          <a:xfrm>
            <a:off x="10370159" y="6026246"/>
            <a:ext cx="232029" cy="245754"/>
          </a:xfrm>
          <a:custGeom>
            <a:avLst/>
            <a:gdLst>
              <a:gd name="connsiteX0" fmla="*/ 112910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10 w 232029"/>
              <a:gd name="connsiteY4" fmla="*/ 245754 h 245754"/>
              <a:gd name="connsiteX5" fmla="*/ 114155 w 232029"/>
              <a:gd name="connsiteY5" fmla="*/ 42204 h 245754"/>
              <a:gd name="connsiteX6" fmla="*/ 58330 w 232029"/>
              <a:gd name="connsiteY6" fmla="*/ 118331 h 245754"/>
              <a:gd name="connsiteX7" fmla="*/ 117050 w 232029"/>
              <a:gd name="connsiteY7" fmla="*/ 203145 h 245754"/>
              <a:gd name="connsiteX8" fmla="*/ 173715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10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10" y="245754"/>
                </a:cubicBezTo>
                <a:moveTo>
                  <a:pt x="114155" y="42204"/>
                </a:moveTo>
                <a:cubicBezTo>
                  <a:pt x="81893" y="42204"/>
                  <a:pt x="58330" y="62894"/>
                  <a:pt x="58330" y="118331"/>
                </a:cubicBezTo>
                <a:cubicBezTo>
                  <a:pt x="58330" y="182050"/>
                  <a:pt x="79823" y="203145"/>
                  <a:pt x="117050" y="203145"/>
                </a:cubicBezTo>
                <a:cubicBezTo>
                  <a:pt x="150152" y="203145"/>
                  <a:pt x="173715" y="182455"/>
                  <a:pt x="173715" y="125368"/>
                </a:cubicBezTo>
                <a:cubicBezTo>
                  <a:pt x="173715" y="64139"/>
                  <a:pt x="152206" y="42204"/>
                  <a:pt x="114155" y="42204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4785C39B-D6D8-2871-966A-115AC70143AE}"/>
              </a:ext>
            </a:extLst>
          </p:cNvPr>
          <p:cNvSpPr/>
          <p:nvPr/>
        </p:nvSpPr>
        <p:spPr>
          <a:xfrm>
            <a:off x="10662602" y="6030807"/>
            <a:ext cx="220856" cy="236645"/>
          </a:xfrm>
          <a:custGeom>
            <a:avLst/>
            <a:gdLst>
              <a:gd name="connsiteX0" fmla="*/ 145579 w 220856"/>
              <a:gd name="connsiteY0" fmla="*/ 236646 h 236645"/>
              <a:gd name="connsiteX1" fmla="*/ 78158 w 220856"/>
              <a:gd name="connsiteY1" fmla="*/ 236646 h 236645"/>
              <a:gd name="connsiteX2" fmla="*/ 0 w 220856"/>
              <a:gd name="connsiteY2" fmla="*/ 0 h 236645"/>
              <a:gd name="connsiteX3" fmla="*/ 61210 w 220856"/>
              <a:gd name="connsiteY3" fmla="*/ 0 h 236645"/>
              <a:gd name="connsiteX4" fmla="*/ 116211 w 220856"/>
              <a:gd name="connsiteY4" fmla="*/ 187406 h 236645"/>
              <a:gd name="connsiteX5" fmla="*/ 116631 w 220856"/>
              <a:gd name="connsiteY5" fmla="*/ 187406 h 236645"/>
              <a:gd name="connsiteX6" fmla="*/ 166262 w 220856"/>
              <a:gd name="connsiteY6" fmla="*/ 0 h 236645"/>
              <a:gd name="connsiteX7" fmla="*/ 220857 w 220856"/>
              <a:gd name="connsiteY7" fmla="*/ 0 h 236645"/>
              <a:gd name="connsiteX8" fmla="*/ 145579 w 220856"/>
              <a:gd name="connsiteY8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56" h="236645">
                <a:moveTo>
                  <a:pt x="145579" y="236646"/>
                </a:moveTo>
                <a:lnTo>
                  <a:pt x="78158" y="236646"/>
                </a:lnTo>
                <a:cubicBezTo>
                  <a:pt x="43421" y="155149"/>
                  <a:pt x="19830" y="79848"/>
                  <a:pt x="0" y="0"/>
                </a:cubicBezTo>
                <a:lnTo>
                  <a:pt x="61210" y="0"/>
                </a:lnTo>
                <a:cubicBezTo>
                  <a:pt x="74438" y="60808"/>
                  <a:pt x="93052" y="122457"/>
                  <a:pt x="116211" y="187406"/>
                </a:cubicBezTo>
                <a:lnTo>
                  <a:pt x="116631" y="187406"/>
                </a:lnTo>
                <a:cubicBezTo>
                  <a:pt x="138139" y="125351"/>
                  <a:pt x="153858" y="63299"/>
                  <a:pt x="166262" y="0"/>
                </a:cubicBezTo>
                <a:lnTo>
                  <a:pt x="220857" y="0"/>
                </a:lnTo>
                <a:cubicBezTo>
                  <a:pt x="203068" y="79427"/>
                  <a:pt x="178666" y="160100"/>
                  <a:pt x="145579" y="236646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3BD1466B-D90A-B56A-D2E8-ABECC1BE9674}"/>
              </a:ext>
            </a:extLst>
          </p:cNvPr>
          <p:cNvSpPr/>
          <p:nvPr/>
        </p:nvSpPr>
        <p:spPr>
          <a:xfrm>
            <a:off x="10960372" y="6030798"/>
            <a:ext cx="210116" cy="241208"/>
          </a:xfrm>
          <a:custGeom>
            <a:avLst/>
            <a:gdLst>
              <a:gd name="connsiteX0" fmla="*/ 100926 w 210116"/>
              <a:gd name="connsiteY0" fmla="*/ 241208 h 241208"/>
              <a:gd name="connsiteX1" fmla="*/ 0 w 210116"/>
              <a:gd name="connsiteY1" fmla="*/ 148533 h 241208"/>
              <a:gd name="connsiteX2" fmla="*/ 0 w 210116"/>
              <a:gd name="connsiteY2" fmla="*/ 0 h 241208"/>
              <a:gd name="connsiteX3" fmla="*/ 55015 w 210116"/>
              <a:gd name="connsiteY3" fmla="*/ 0 h 241208"/>
              <a:gd name="connsiteX4" fmla="*/ 55015 w 210116"/>
              <a:gd name="connsiteY4" fmla="*/ 142322 h 241208"/>
              <a:gd name="connsiteX5" fmla="*/ 105471 w 210116"/>
              <a:gd name="connsiteY5" fmla="*/ 201495 h 241208"/>
              <a:gd name="connsiteX6" fmla="*/ 155941 w 210116"/>
              <a:gd name="connsiteY6" fmla="*/ 145637 h 241208"/>
              <a:gd name="connsiteX7" fmla="*/ 155941 w 210116"/>
              <a:gd name="connsiteY7" fmla="*/ 0 h 241208"/>
              <a:gd name="connsiteX8" fmla="*/ 210116 w 210116"/>
              <a:gd name="connsiteY8" fmla="*/ 0 h 241208"/>
              <a:gd name="connsiteX9" fmla="*/ 210116 w 210116"/>
              <a:gd name="connsiteY9" fmla="*/ 142322 h 241208"/>
              <a:gd name="connsiteX10" fmla="*/ 100926 w 210116"/>
              <a:gd name="connsiteY10" fmla="*/ 241208 h 2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116" h="241208">
                <a:moveTo>
                  <a:pt x="100926" y="241208"/>
                </a:moveTo>
                <a:cubicBezTo>
                  <a:pt x="35157" y="241208"/>
                  <a:pt x="0" y="213497"/>
                  <a:pt x="0" y="148533"/>
                </a:cubicBezTo>
                <a:lnTo>
                  <a:pt x="0" y="0"/>
                </a:lnTo>
                <a:lnTo>
                  <a:pt x="55015" y="0"/>
                </a:lnTo>
                <a:lnTo>
                  <a:pt x="55015" y="142322"/>
                </a:lnTo>
                <a:cubicBezTo>
                  <a:pt x="55015" y="184526"/>
                  <a:pt x="71139" y="201495"/>
                  <a:pt x="105471" y="201495"/>
                </a:cubicBezTo>
                <a:cubicBezTo>
                  <a:pt x="136908" y="201495"/>
                  <a:pt x="155941" y="186596"/>
                  <a:pt x="155941" y="145637"/>
                </a:cubicBezTo>
                <a:lnTo>
                  <a:pt x="155941" y="0"/>
                </a:lnTo>
                <a:lnTo>
                  <a:pt x="210116" y="0"/>
                </a:lnTo>
                <a:lnTo>
                  <a:pt x="210116" y="142322"/>
                </a:lnTo>
                <a:cubicBezTo>
                  <a:pt x="210116" y="212252"/>
                  <a:pt x="164625" y="241208"/>
                  <a:pt x="100926" y="241208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03D7E4D5-3EE6-0749-BFA6-7BA5DC89CBE8}"/>
              </a:ext>
            </a:extLst>
          </p:cNvPr>
          <p:cNvSpPr/>
          <p:nvPr/>
        </p:nvSpPr>
        <p:spPr>
          <a:xfrm>
            <a:off x="11265204" y="6030807"/>
            <a:ext cx="303167" cy="236645"/>
          </a:xfrm>
          <a:custGeom>
            <a:avLst/>
            <a:gdLst>
              <a:gd name="connsiteX0" fmla="*/ 246098 w 303167"/>
              <a:gd name="connsiteY0" fmla="*/ 236646 h 236645"/>
              <a:gd name="connsiteX1" fmla="*/ 233259 w 303167"/>
              <a:gd name="connsiteY1" fmla="*/ 59158 h 236645"/>
              <a:gd name="connsiteX2" fmla="*/ 232869 w 303167"/>
              <a:gd name="connsiteY2" fmla="*/ 59158 h 236645"/>
              <a:gd name="connsiteX3" fmla="*/ 169980 w 303167"/>
              <a:gd name="connsiteY3" fmla="*/ 236646 h 236645"/>
              <a:gd name="connsiteX4" fmla="*/ 124489 w 303167"/>
              <a:gd name="connsiteY4" fmla="*/ 236646 h 236645"/>
              <a:gd name="connsiteX5" fmla="*/ 63279 w 303167"/>
              <a:gd name="connsiteY5" fmla="*/ 59578 h 236645"/>
              <a:gd name="connsiteX6" fmla="*/ 62844 w 303167"/>
              <a:gd name="connsiteY6" fmla="*/ 59578 h 236645"/>
              <a:gd name="connsiteX7" fmla="*/ 52525 w 303167"/>
              <a:gd name="connsiteY7" fmla="*/ 236646 h 236645"/>
              <a:gd name="connsiteX8" fmla="*/ 0 w 303167"/>
              <a:gd name="connsiteY8" fmla="*/ 236646 h 236645"/>
              <a:gd name="connsiteX9" fmla="*/ 22333 w 303167"/>
              <a:gd name="connsiteY9" fmla="*/ 0 h 236645"/>
              <a:gd name="connsiteX10" fmla="*/ 94717 w 303167"/>
              <a:gd name="connsiteY10" fmla="*/ 0 h 236645"/>
              <a:gd name="connsiteX11" fmla="*/ 151786 w 303167"/>
              <a:gd name="connsiteY11" fmla="*/ 158450 h 236645"/>
              <a:gd name="connsiteX12" fmla="*/ 152206 w 303167"/>
              <a:gd name="connsiteY12" fmla="*/ 158450 h 236645"/>
              <a:gd name="connsiteX13" fmla="*/ 211766 w 303167"/>
              <a:gd name="connsiteY13" fmla="*/ 0 h 236645"/>
              <a:gd name="connsiteX14" fmla="*/ 281255 w 303167"/>
              <a:gd name="connsiteY14" fmla="*/ 0 h 236645"/>
              <a:gd name="connsiteX15" fmla="*/ 303168 w 303167"/>
              <a:gd name="connsiteY15" fmla="*/ 236646 h 236645"/>
              <a:gd name="connsiteX16" fmla="*/ 246098 w 303167"/>
              <a:gd name="connsiteY16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167" h="236645">
                <a:moveTo>
                  <a:pt x="246098" y="236646"/>
                </a:moveTo>
                <a:cubicBezTo>
                  <a:pt x="244853" y="174173"/>
                  <a:pt x="239469" y="112540"/>
                  <a:pt x="233259" y="59158"/>
                </a:cubicBezTo>
                <a:lnTo>
                  <a:pt x="232869" y="59158"/>
                </a:lnTo>
                <a:lnTo>
                  <a:pt x="169980" y="236646"/>
                </a:lnTo>
                <a:lnTo>
                  <a:pt x="124489" y="236646"/>
                </a:lnTo>
                <a:lnTo>
                  <a:pt x="63279" y="59578"/>
                </a:lnTo>
                <a:lnTo>
                  <a:pt x="62844" y="59578"/>
                </a:lnTo>
                <a:cubicBezTo>
                  <a:pt x="57070" y="112540"/>
                  <a:pt x="53350" y="174173"/>
                  <a:pt x="52525" y="236646"/>
                </a:cubicBezTo>
                <a:lnTo>
                  <a:pt x="0" y="236646"/>
                </a:lnTo>
                <a:cubicBezTo>
                  <a:pt x="2490" y="158045"/>
                  <a:pt x="9914" y="78182"/>
                  <a:pt x="22333" y="0"/>
                </a:cubicBezTo>
                <a:lnTo>
                  <a:pt x="94717" y="0"/>
                </a:lnTo>
                <a:lnTo>
                  <a:pt x="151786" y="158450"/>
                </a:lnTo>
                <a:lnTo>
                  <a:pt x="152206" y="158450"/>
                </a:lnTo>
                <a:lnTo>
                  <a:pt x="211766" y="0"/>
                </a:lnTo>
                <a:lnTo>
                  <a:pt x="281255" y="0"/>
                </a:lnTo>
                <a:cubicBezTo>
                  <a:pt x="292009" y="78182"/>
                  <a:pt x="299433" y="158045"/>
                  <a:pt x="303168" y="236646"/>
                </a:cubicBezTo>
                <a:lnTo>
                  <a:pt x="246098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8C502D0-B4B8-F48B-83A5-0356E3E50B16}"/>
              </a:ext>
            </a:extLst>
          </p:cNvPr>
          <p:cNvSpPr/>
          <p:nvPr/>
        </p:nvSpPr>
        <p:spPr>
          <a:xfrm>
            <a:off x="10064410" y="5109583"/>
            <a:ext cx="756399" cy="756645"/>
          </a:xfrm>
          <a:custGeom>
            <a:avLst/>
            <a:gdLst>
              <a:gd name="connsiteX0" fmla="*/ 586221 w 756399"/>
              <a:gd name="connsiteY0" fmla="*/ 0 h 756645"/>
              <a:gd name="connsiteX1" fmla="*/ 0 w 756399"/>
              <a:gd name="connsiteY1" fmla="*/ 586435 h 756645"/>
              <a:gd name="connsiteX2" fmla="*/ 0 w 756399"/>
              <a:gd name="connsiteY2" fmla="*/ 756646 h 756645"/>
              <a:gd name="connsiteX3" fmla="*/ 332219 w 756399"/>
              <a:gd name="connsiteY3" fmla="*/ 756646 h 756645"/>
              <a:gd name="connsiteX4" fmla="*/ 756399 w 756399"/>
              <a:gd name="connsiteY4" fmla="*/ 332323 h 756645"/>
              <a:gd name="connsiteX5" fmla="*/ 756399 w 756399"/>
              <a:gd name="connsiteY5" fmla="*/ 0 h 756645"/>
              <a:gd name="connsiteX6" fmla="*/ 586221 w 756399"/>
              <a:gd name="connsiteY6" fmla="*/ 0 h 756645"/>
              <a:gd name="connsiteX7" fmla="*/ 0 w 756399"/>
              <a:gd name="connsiteY7" fmla="*/ 0 h 756645"/>
              <a:gd name="connsiteX8" fmla="*/ 0 w 756399"/>
              <a:gd name="connsiteY8" fmla="*/ 332338 h 756645"/>
              <a:gd name="connsiteX9" fmla="*/ 332204 w 756399"/>
              <a:gd name="connsiteY9" fmla="*/ 0 h 756645"/>
              <a:gd name="connsiteX10" fmla="*/ 0 w 756399"/>
              <a:gd name="connsiteY10" fmla="*/ 0 h 756645"/>
              <a:gd name="connsiteX11" fmla="*/ 756399 w 756399"/>
              <a:gd name="connsiteY11" fmla="*/ 756646 h 756645"/>
              <a:gd name="connsiteX12" fmla="*/ 756399 w 756399"/>
              <a:gd name="connsiteY12" fmla="*/ 586435 h 756645"/>
              <a:gd name="connsiteX13" fmla="*/ 586251 w 756399"/>
              <a:gd name="connsiteY13" fmla="*/ 756646 h 756645"/>
              <a:gd name="connsiteX14" fmla="*/ 756399 w 756399"/>
              <a:gd name="connsiteY14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399" h="756645">
                <a:moveTo>
                  <a:pt x="586221" y="0"/>
                </a:moveTo>
                <a:lnTo>
                  <a:pt x="0" y="586435"/>
                </a:lnTo>
                <a:lnTo>
                  <a:pt x="0" y="756646"/>
                </a:lnTo>
                <a:lnTo>
                  <a:pt x="332219" y="756646"/>
                </a:lnTo>
                <a:lnTo>
                  <a:pt x="756399" y="332323"/>
                </a:lnTo>
                <a:lnTo>
                  <a:pt x="756399" y="0"/>
                </a:lnTo>
                <a:lnTo>
                  <a:pt x="586221" y="0"/>
                </a:lnTo>
                <a:close/>
                <a:moveTo>
                  <a:pt x="0" y="0"/>
                </a:moveTo>
                <a:lnTo>
                  <a:pt x="0" y="332338"/>
                </a:lnTo>
                <a:lnTo>
                  <a:pt x="332204" y="0"/>
                </a:lnTo>
                <a:lnTo>
                  <a:pt x="0" y="0"/>
                </a:lnTo>
                <a:close/>
                <a:moveTo>
                  <a:pt x="756399" y="756646"/>
                </a:moveTo>
                <a:lnTo>
                  <a:pt x="756399" y="586435"/>
                </a:lnTo>
                <a:lnTo>
                  <a:pt x="586251" y="756646"/>
                </a:lnTo>
                <a:lnTo>
                  <a:pt x="756399" y="75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81FD4CB5-3167-082F-8D85-CA01E847436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3033610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F808714-911C-A469-23CF-4FEE04047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8F2794E4-629D-DAEA-7AEE-1DC722F30A3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25-9-2026</a:t>
            </a:fld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63442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63442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1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licht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5509B7C7-5037-12EB-2D66-C5F3D14696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39E0F1-48CC-FF77-2B9F-F114BA52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597E7F16-E22E-5F37-411D-943E4047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18716C2A-073D-16EF-4885-E0AD11F5BB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661714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C23177D5-467B-5ED9-E89C-75F22ECC05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6F841BB-C5FE-4709-DC70-04383DC7E4A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602096" y="4127886"/>
            <a:ext cx="1981596" cy="184616"/>
          </a:xfrm>
        </p:spPr>
        <p:txBody>
          <a:bodyPr/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25-9-2026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58BC21-08B5-9740-1E7D-0B157197D2F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411187" y="692729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572001-2FAD-178C-FEBB-1598D2C9FA1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085198" y="692729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048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E88A44-0518-7593-2358-9798869F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63443"/>
            <a:ext cx="8588828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E47005-03CE-1172-0884-71CE6F5D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65861"/>
            <a:ext cx="768135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0" name="ArtworkLogo">
            <a:extLst>
              <a:ext uri="{FF2B5EF4-FFF2-40B4-BE49-F238E27FC236}">
                <a16:creationId xmlns:a16="http://schemas.microsoft.com/office/drawing/2014/main" id="{194D9AE6-EEA9-67DA-1E28-74BBFD1D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24A8B8A-5A12-77BC-D52C-3D92C108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3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844E863F-F9EF-7570-3F26-F8FBEC0B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AA9BA80B-FC9C-A07E-26AC-C724F6640A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456483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6436DDAC-09F2-5DB1-A9D5-31E000C2BE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5" name="Tijdelijke aanduiding voor datum 15">
            <a:extLst>
              <a:ext uri="{FF2B5EF4-FFF2-40B4-BE49-F238E27FC236}">
                <a16:creationId xmlns:a16="http://schemas.microsoft.com/office/drawing/2014/main" id="{8B674381-211C-FF9F-C574-A4844D268B5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25-9-2026</a:t>
            </a:fld>
            <a:endParaRPr lang="nl-NL" dirty="0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465BD4F6-E566-373F-AA82-95B04BC4D7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129570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25-9-2026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2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ij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25-9-2026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81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blau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25-9-2026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1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9616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5187706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53862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5386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5386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26613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0231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nhoud van twe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0824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A4B9750-6228-FC32-2ECA-1DB369F716F0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rtworkLogo">
            <a:extLst>
              <a:ext uri="{FF2B5EF4-FFF2-40B4-BE49-F238E27FC236}">
                <a16:creationId xmlns:a16="http://schemas.microsoft.com/office/drawing/2014/main" id="{99569BF7-1D6F-9277-D1CE-2CCC6A1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4"/>
            <a:ext cx="5651498" cy="5152537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4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4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7144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697A7E-ACCE-5011-540F-ABCB2C8EB371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93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5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5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2400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1869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1869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186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11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houd van twe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09900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584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oud van twe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89231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89231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89231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6998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met thema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C2FD-3A9E-4FB6-9665-708E4478422C}" type="datetime1">
              <a:rPr lang="nl-NL" smtClean="0"/>
              <a:t>25-9-2026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092EB4F2-6BF4-2A49-29B5-4F85BDB33D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7" y="3606827"/>
            <a:ext cx="3412305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5037B0F5-CB2A-FC8C-6198-5AD67C9D78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19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BE0659CB-6E14-2168-A79C-393B3A523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0582" y="3604037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6D4F84C-3FA7-9394-9AAA-A500F44CE4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035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74A7EE85-3357-ABAF-D191-9DB06D4E2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309" y="3614923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A834E811-F800-B2BB-BC3E-B2936BEBB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0309" y="4112209"/>
            <a:ext cx="3442995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AAB14BD-6D7A-1F8E-0A43-628CE143A5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9270" y="1510538"/>
            <a:ext cx="3412305" cy="191846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21">
            <a:extLst>
              <a:ext uri="{FF2B5EF4-FFF2-40B4-BE49-F238E27FC236}">
                <a16:creationId xmlns:a16="http://schemas.microsoft.com/office/drawing/2014/main" id="{43A54D3D-7CE2-6CA6-6477-72263150EA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00563" y="1520824"/>
            <a:ext cx="3390900" cy="1896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4" name="Tijdelijke aanduiding voor afbeelding 21">
            <a:extLst>
              <a:ext uri="{FF2B5EF4-FFF2-40B4-BE49-F238E27FC236}">
                <a16:creationId xmlns:a16="http://schemas.microsoft.com/office/drawing/2014/main" id="{6BAB077A-65C4-42E8-210F-E56864579A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1063" y="1520825"/>
            <a:ext cx="3390900" cy="19081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2986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25-9-2026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C819F858-9DE3-548D-8A0E-0F7AEABA9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2224" y="1520824"/>
            <a:ext cx="3389313" cy="493236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60" y="3616323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2DB970C1-4D66-6D68-5008-5F90B6948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02650" y="1520825"/>
            <a:ext cx="3389313" cy="49323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6" y="3616324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937565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v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25-9-2026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537176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5" y="3537177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55C4428-AE70-7C76-7E32-AF3B30C543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00338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D42064C9-8132-541A-D245-134159C6D8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00758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D67C95A5-34B5-3F5B-8772-65F674F390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80171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Tijdelijke aanduiding voor tekst 5">
            <a:extLst>
              <a:ext uri="{FF2B5EF4-FFF2-40B4-BE49-F238E27FC236}">
                <a16:creationId xmlns:a16="http://schemas.microsoft.com/office/drawing/2014/main" id="{9FA1F461-DD7A-654C-F840-2CF3817ACC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591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7FD9F287-8C74-CCD2-B6D9-30A065198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0038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668A4254-8DED-4F6B-ACDC-4442FC9D54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01969" y="4112481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9" name="Tijdelijke aanduiding voor tekst 3">
            <a:extLst>
              <a:ext uri="{FF2B5EF4-FFF2-40B4-BE49-F238E27FC236}">
                <a16:creationId xmlns:a16="http://schemas.microsoft.com/office/drawing/2014/main" id="{6D5F1858-9EAA-1813-FA9A-8CEAD3E74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463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0" name="Tijdelijke aanduiding voor tekst 3">
            <a:extLst>
              <a:ext uri="{FF2B5EF4-FFF2-40B4-BE49-F238E27FC236}">
                <a16:creationId xmlns:a16="http://schemas.microsoft.com/office/drawing/2014/main" id="{51E7A658-3083-3474-E913-CDF1BC152F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0591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486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25-9-2026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83EAE987-BC6E-98C9-FEF9-B8DA8676FA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00338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4" name="Tijdelijke aanduiding voor tekst 5">
            <a:extLst>
              <a:ext uri="{FF2B5EF4-FFF2-40B4-BE49-F238E27FC236}">
                <a16:creationId xmlns:a16="http://schemas.microsoft.com/office/drawing/2014/main" id="{8551C47D-E760-81DA-BB12-1478E64BA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0758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149D2ED7-BAF0-8CC7-E9A1-3715AF49746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961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2558DFFA-3F27-43D5-8CA0-4F3A0C5E7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003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B293267C-B5A4-21D9-7809-72A130D12F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0337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B403A794-923A-D330-5799-AF8BAA362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379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56874475-56F7-FB5A-C0AF-25C722E7893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463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0" name="Tijdelijke aanduiding voor tekst 5">
            <a:extLst>
              <a:ext uri="{FF2B5EF4-FFF2-40B4-BE49-F238E27FC236}">
                <a16:creationId xmlns:a16="http://schemas.microsoft.com/office/drawing/2014/main" id="{37117F0A-E566-A297-35D1-C3C1C5D054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0883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7AE13BF-43FA-681D-01F7-768C02D9C02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40762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815B6F31-CD4F-09CE-C149-B50518F65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182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F8BABAFA-4FBF-17BC-8BB3-D50B6AA20B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4004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870F16BA-AC18-241C-91ED-DEF1CB5767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6550A89B-C5E7-B3C5-170E-5A0E0A422A7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4380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6" name="Tijdelijke aanduiding voor tekst 5">
            <a:extLst>
              <a:ext uri="{FF2B5EF4-FFF2-40B4-BE49-F238E27FC236}">
                <a16:creationId xmlns:a16="http://schemas.microsoft.com/office/drawing/2014/main" id="{49252DAA-7954-9B97-9302-448203C9CF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4422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4287582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in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EDBDA94-24D5-41E5-9379-523B7141822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80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/>
              <a:t>	</a:t>
            </a:r>
          </a:p>
          <a:p>
            <a:pPr marL="0" lvl="0" indent="0" algn="ctr">
              <a:buNone/>
            </a:pPr>
            <a:endParaRPr lang="fr-FR" dirty="0"/>
          </a:p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986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7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0038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24B192B9-1979-47FD-B40B-D105E04FD4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52606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7" name="Espace réservé du contenu 12">
            <a:extLst>
              <a:ext uri="{FF2B5EF4-FFF2-40B4-BE49-F238E27FC236}">
                <a16:creationId xmlns:a16="http://schemas.microsoft.com/office/drawing/2014/main" id="{201296E0-114D-4FAE-9474-548B5DC841E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0517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8" name="Espace réservé du contenu 12">
            <a:extLst>
              <a:ext uri="{FF2B5EF4-FFF2-40B4-BE49-F238E27FC236}">
                <a16:creationId xmlns:a16="http://schemas.microsoft.com/office/drawing/2014/main" id="{154D76DD-DF79-45CC-89FC-1544939578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5774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1" name="Espace réservé du contenu 12">
            <a:extLst>
              <a:ext uri="{FF2B5EF4-FFF2-40B4-BE49-F238E27FC236}">
                <a16:creationId xmlns:a16="http://schemas.microsoft.com/office/drawing/2014/main" id="{E3E44833-1827-41DC-AEC3-0C01F1BAD4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031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36394FDD-DDC6-46CD-87AF-F343169F6B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8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F4892D69-01ED-4ACE-9A93-97CAA2FCC8E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52606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B911AC6F-ED1A-472B-82C9-F9B03EBADF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0045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2A92BF88-4F19-41E1-9684-DFAC0736638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57745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6C4A12E5-2DFE-40D7-BD07-4F8CB3981E7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0559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0D81A-0A4D-402E-8E9E-990523BD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6EACFA82-13D3-4835-BC31-EA4D32DA2EE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0038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6" name="Espace réservé du contenu 12">
            <a:extLst>
              <a:ext uri="{FF2B5EF4-FFF2-40B4-BE49-F238E27FC236}">
                <a16:creationId xmlns:a16="http://schemas.microsoft.com/office/drawing/2014/main" id="{8116A56C-8FBE-4F10-86C4-7EBBDA731D3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52606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9" name="Espace réservé du contenu 12">
            <a:extLst>
              <a:ext uri="{FF2B5EF4-FFF2-40B4-BE49-F238E27FC236}">
                <a16:creationId xmlns:a16="http://schemas.microsoft.com/office/drawing/2014/main" id="{557315BC-A319-41BD-94B1-9E47282316B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0045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0" name="Espace réservé du contenu 12">
            <a:extLst>
              <a:ext uri="{FF2B5EF4-FFF2-40B4-BE49-F238E27FC236}">
                <a16:creationId xmlns:a16="http://schemas.microsoft.com/office/drawing/2014/main" id="{491474BD-C9D3-4108-844A-3A94E7D924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57745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2608B710-E00E-44B4-94F8-5E4F05A89D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0559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58ECC7BC-2F7A-4EEB-B327-78239884408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06288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08BD1D96-984C-4668-B5C1-1C6B87690E9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062883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619F8650-8ADC-4773-96F6-9A03F25694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62883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</p:spTree>
    <p:extLst>
      <p:ext uri="{BB962C8B-B14F-4D97-AF65-F5344CB8AC3E}">
        <p14:creationId xmlns:p14="http://schemas.microsoft.com/office/powerpoint/2010/main" val="424096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2048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0" name="Espace réservé du contenu 12">
            <a:extLst>
              <a:ext uri="{FF2B5EF4-FFF2-40B4-BE49-F238E27FC236}">
                <a16:creationId xmlns:a16="http://schemas.microsoft.com/office/drawing/2014/main" id="{B070F49F-DF60-4723-A91C-5C1E12D586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97295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1" name="Espace réservé du contenu 12">
            <a:extLst>
              <a:ext uri="{FF2B5EF4-FFF2-40B4-BE49-F238E27FC236}">
                <a16:creationId xmlns:a16="http://schemas.microsoft.com/office/drawing/2014/main" id="{1A46C95E-26CD-45AD-BB72-B430933BAC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86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2" name="Espace réservé du contenu 12">
            <a:extLst>
              <a:ext uri="{FF2B5EF4-FFF2-40B4-BE49-F238E27FC236}">
                <a16:creationId xmlns:a16="http://schemas.microsoft.com/office/drawing/2014/main" id="{7C59A534-42C3-4A87-94C8-B2FBBAFC4B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1476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3" name="Espace réservé du contenu 12">
            <a:extLst>
              <a:ext uri="{FF2B5EF4-FFF2-40B4-BE49-F238E27FC236}">
                <a16:creationId xmlns:a16="http://schemas.microsoft.com/office/drawing/2014/main" id="{4BB3DF69-45D4-47B3-BA99-BA35B5100C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8567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4" name="Espace réservé du contenu 12">
            <a:extLst>
              <a:ext uri="{FF2B5EF4-FFF2-40B4-BE49-F238E27FC236}">
                <a16:creationId xmlns:a16="http://schemas.microsoft.com/office/drawing/2014/main" id="{F2BAFCF9-6ACE-4E11-8AC5-705BA7DCE7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65658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4B89B0-0422-4EDE-810F-DD425AA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7179003E-4816-41C0-9AF2-1961BE47218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32748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16BF5880-831D-419E-8A89-CAA8576722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2048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81EFFE30-BF7F-4D56-9052-FC7B0EA47F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7295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9726FF2E-0D1B-446C-AED7-6C18FA081A2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386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0452C3E5-292A-4D12-8FDE-385DEDE4DA3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1476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AE4E27E8-C18D-419A-A1FE-01638530604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98567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2202F7BB-DA07-47E6-9776-44DE2CE5B1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65658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13AD8282-9283-4BCD-93B4-A60DE19B96B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32748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EDB560BE-84F4-41ED-A25E-92DD880EFB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00039" y="390921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1" name="Espace réservé du contenu 12">
            <a:extLst>
              <a:ext uri="{FF2B5EF4-FFF2-40B4-BE49-F238E27FC236}">
                <a16:creationId xmlns:a16="http://schemas.microsoft.com/office/drawing/2014/main" id="{CD1F4ABC-FE91-41A9-BAF4-C6FD38763B6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70946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2" name="Espace réservé du contenu 12">
            <a:extLst>
              <a:ext uri="{FF2B5EF4-FFF2-40B4-BE49-F238E27FC236}">
                <a16:creationId xmlns:a16="http://schemas.microsoft.com/office/drawing/2014/main" id="{E89F3236-63C3-4361-A946-CCFDF997A08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41854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3" name="Espace réservé du contenu 12">
            <a:extLst>
              <a:ext uri="{FF2B5EF4-FFF2-40B4-BE49-F238E27FC236}">
                <a16:creationId xmlns:a16="http://schemas.microsoft.com/office/drawing/2014/main" id="{C774BBFA-2EDC-46C0-99B6-BB94741E4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12761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4" name="Espace réservé du contenu 12">
            <a:extLst>
              <a:ext uri="{FF2B5EF4-FFF2-40B4-BE49-F238E27FC236}">
                <a16:creationId xmlns:a16="http://schemas.microsoft.com/office/drawing/2014/main" id="{F950F4F3-C660-4899-ADA1-15E1485646D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983668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5" name="Espace réservé du contenu 12">
            <a:extLst>
              <a:ext uri="{FF2B5EF4-FFF2-40B4-BE49-F238E27FC236}">
                <a16:creationId xmlns:a16="http://schemas.microsoft.com/office/drawing/2014/main" id="{3F9278D3-004D-432F-A4AB-EFC0C9107F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654575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6" name="Espace réservé du contenu 12">
            <a:extLst>
              <a:ext uri="{FF2B5EF4-FFF2-40B4-BE49-F238E27FC236}">
                <a16:creationId xmlns:a16="http://schemas.microsoft.com/office/drawing/2014/main" id="{8D91ED01-78AD-4C9E-8EAC-02799D1F1AC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325482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7" name="Espace réservé du contenu 12">
            <a:extLst>
              <a:ext uri="{FF2B5EF4-FFF2-40B4-BE49-F238E27FC236}">
                <a16:creationId xmlns:a16="http://schemas.microsoft.com/office/drawing/2014/main" id="{9AB1A9A0-9D07-4585-8F4A-E7E37DD658D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02048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8" name="Espace réservé du contenu 12">
            <a:extLst>
              <a:ext uri="{FF2B5EF4-FFF2-40B4-BE49-F238E27FC236}">
                <a16:creationId xmlns:a16="http://schemas.microsoft.com/office/drawing/2014/main" id="{AF9FFA38-2CAB-43BF-85AF-6A02A583BA5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97295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9" name="Espace réservé du contenu 12">
            <a:extLst>
              <a:ext uri="{FF2B5EF4-FFF2-40B4-BE49-F238E27FC236}">
                <a16:creationId xmlns:a16="http://schemas.microsoft.com/office/drawing/2014/main" id="{0C1E97B8-E5C7-46D5-8C5C-6D0E2F88F9B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64386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7" name="Espace réservé du contenu 12">
            <a:extLst>
              <a:ext uri="{FF2B5EF4-FFF2-40B4-BE49-F238E27FC236}">
                <a16:creationId xmlns:a16="http://schemas.microsoft.com/office/drawing/2014/main" id="{57910F56-96F7-4196-8A69-459515E99B1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31476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8" name="Espace réservé du contenu 12">
            <a:extLst>
              <a:ext uri="{FF2B5EF4-FFF2-40B4-BE49-F238E27FC236}">
                <a16:creationId xmlns:a16="http://schemas.microsoft.com/office/drawing/2014/main" id="{E3A46883-1CA1-41B5-829C-AE02DB324B3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98567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9" name="Espace réservé du contenu 12">
            <a:extLst>
              <a:ext uri="{FF2B5EF4-FFF2-40B4-BE49-F238E27FC236}">
                <a16:creationId xmlns:a16="http://schemas.microsoft.com/office/drawing/2014/main" id="{35048BB4-8422-4CEF-97A5-D807984C070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65658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60" name="Espace réservé du contenu 12">
            <a:extLst>
              <a:ext uri="{FF2B5EF4-FFF2-40B4-BE49-F238E27FC236}">
                <a16:creationId xmlns:a16="http://schemas.microsoft.com/office/drawing/2014/main" id="{324E096C-1CAA-4C8A-A720-E31C1A01767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032748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24BB-B06D-456B-989F-E4E6B54E3121}" type="datetime1">
              <a:rPr lang="nl-NL" smtClean="0"/>
              <a:t>25-9-2026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17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3C17B78-A4BA-827D-07E7-CF57F7A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88AE-63DC-4099-90B6-C0DEFB5E6602}" type="datetime1">
              <a:rPr lang="nl-NL" smtClean="0"/>
              <a:t>25-9-2026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B6AE795-CF6B-B62A-54F3-58134306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DEACBB-EA0E-2C61-9483-4FEA12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4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 zonder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97D724BB-B06D-456B-989F-E4E6B54E3121}" type="datetime1">
              <a:rPr lang="nl-NL" smtClean="0"/>
              <a:t>25-9-2026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rtworkLogo">
            <a:extLst>
              <a:ext uri="{FF2B5EF4-FFF2-40B4-BE49-F238E27FC236}">
                <a16:creationId xmlns:a16="http://schemas.microsoft.com/office/drawing/2014/main" id="{CE968CEF-3847-9879-E923-ED64E3E34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41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2371461"/>
            <a:ext cx="3836639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Geonovum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T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033 460 41 00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E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info@geonovum.nl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Barchman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</a:t>
            </a: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Wuytierslaan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10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3818 LH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Postbus 508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3800 AM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18600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persoon met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418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9" name="Tekstvak 8">
            <a:hlinkClick r:id="rId3"/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4391218"/>
            <a:ext cx="3836639" cy="76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 onze website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nl-NL" sz="18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r>
              <a:rPr lang="nl-NL" sz="18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8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F9E361-25B1-26B6-D92A-B077C62239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463" y="2343379"/>
            <a:ext cx="5651500" cy="442232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A494B8-DE6E-7F0A-561C-29B771234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3302" y="3429001"/>
            <a:ext cx="4538660" cy="3914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[e-mail]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DBCEA1D-6766-3C2D-588B-FBECF162B6D4}"/>
              </a:ext>
            </a:extLst>
          </p:cNvPr>
          <p:cNvSpPr txBox="1"/>
          <p:nvPr userDrawn="1"/>
        </p:nvSpPr>
        <p:spPr>
          <a:xfrm>
            <a:off x="6240461" y="2965002"/>
            <a:ext cx="3989041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Contact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2E09973E-E0DA-1C22-6AD3-30FC84B646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6219" y="4302361"/>
            <a:ext cx="2107422" cy="1603048"/>
          </a:xfrm>
          <a:prstGeom prst="rect">
            <a:avLst/>
          </a:prstGeom>
        </p:spPr>
      </p:pic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C87550B5-77AB-5E1D-848C-7747F39A2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3301" y="3815214"/>
            <a:ext cx="4538660" cy="39142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[Telefoon]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D46AB79-C56F-6ABA-E57F-AD5B98CD4821}"/>
              </a:ext>
            </a:extLst>
          </p:cNvPr>
          <p:cNvSpPr txBox="1"/>
          <p:nvPr userDrawn="1"/>
        </p:nvSpPr>
        <p:spPr>
          <a:xfrm>
            <a:off x="6245906" y="3358234"/>
            <a:ext cx="1059824" cy="832582"/>
          </a:xfrm>
          <a:prstGeom prst="rect">
            <a:avLst/>
          </a:prstGeom>
          <a:noFill/>
        </p:spPr>
        <p:txBody>
          <a:bodyPr wrap="none" lIns="72000" tIns="72000" rIns="72000" bIns="72000" anchor="ctr" anchorCtr="0">
            <a:sp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E-mail:</a:t>
            </a:r>
          </a:p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Telefoon:</a:t>
            </a:r>
          </a:p>
        </p:txBody>
      </p:sp>
    </p:spTree>
    <p:extLst>
      <p:ext uri="{BB962C8B-B14F-4D97-AF65-F5344CB8AC3E}">
        <p14:creationId xmlns:p14="http://schemas.microsoft.com/office/powerpoint/2010/main" val="374759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4737BDE2-6624-6AA2-E513-3C0A4D766F82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472DD61-4421-5CEC-4C48-8826AE7C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9780132" cy="1280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E14671-E605-C01F-EC26-2E58DAE6D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520825"/>
            <a:ext cx="11587855" cy="493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48627B-AB69-E330-96D2-7A8A6BA7E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735" y="6637339"/>
            <a:ext cx="1981596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25-9-2026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30596-193F-4148-BD90-D8B9C3A96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187" y="6637339"/>
            <a:ext cx="8588828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E07D45-0616-24CB-1480-BE6C20E6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758" y="6637339"/>
            <a:ext cx="768135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rtworkLogo">
            <a:extLst>
              <a:ext uri="{FF2B5EF4-FFF2-40B4-BE49-F238E27FC236}">
                <a16:creationId xmlns:a16="http://schemas.microsoft.com/office/drawing/2014/main" id="{77990C53-887C-17B0-656E-BF275840E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ECFF6442-24D7-78CE-C384-08CC040403BE}"/>
              </a:ext>
            </a:extLst>
          </p:cNvPr>
          <p:cNvGrpSpPr/>
          <p:nvPr userDrawn="1"/>
        </p:nvGrpSpPr>
        <p:grpSpPr>
          <a:xfrm>
            <a:off x="175844" y="-1"/>
            <a:ext cx="8131733" cy="6857999"/>
            <a:chOff x="0" y="0"/>
            <a:chExt cx="7536913" cy="6356350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30AC175-1567-1D95-0AFA-FE3F3B2F6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5838825" cy="5842635"/>
            </a:xfrm>
            <a:custGeom>
              <a:avLst/>
              <a:gdLst>
                <a:gd name="connsiteX0" fmla="*/ 5841340 w 5841339"/>
                <a:gd name="connsiteY0" fmla="*/ 0 h 5841720"/>
                <a:gd name="connsiteX1" fmla="*/ 3301403 w 5841339"/>
                <a:gd name="connsiteY1" fmla="*/ 0 h 5841720"/>
                <a:gd name="connsiteX2" fmla="*/ 1655826 w 5841339"/>
                <a:gd name="connsiteY2" fmla="*/ 1645666 h 5841720"/>
                <a:gd name="connsiteX3" fmla="*/ 10268 w 5841339"/>
                <a:gd name="connsiteY3" fmla="*/ 0 h 5841720"/>
                <a:gd name="connsiteX4" fmla="*/ 0 w 5841339"/>
                <a:gd name="connsiteY4" fmla="*/ 0 h 5841720"/>
                <a:gd name="connsiteX5" fmla="*/ 0 w 5841339"/>
                <a:gd name="connsiteY5" fmla="*/ 5841721 h 5841720"/>
                <a:gd name="connsiteX6" fmla="*/ 5841340 w 5841339"/>
                <a:gd name="connsiteY6" fmla="*/ 0 h 58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1339" h="5841720">
                  <a:moveTo>
                    <a:pt x="5841340" y="0"/>
                  </a:moveTo>
                  <a:lnTo>
                    <a:pt x="3301403" y="0"/>
                  </a:lnTo>
                  <a:lnTo>
                    <a:pt x="1655826" y="1645666"/>
                  </a:lnTo>
                  <a:lnTo>
                    <a:pt x="10268" y="0"/>
                  </a:lnTo>
                  <a:lnTo>
                    <a:pt x="0" y="0"/>
                  </a:lnTo>
                  <a:lnTo>
                    <a:pt x="0" y="5841721"/>
                  </a:lnTo>
                  <a:lnTo>
                    <a:pt x="5841340" y="0"/>
                  </a:lnTo>
                  <a:close/>
                </a:path>
              </a:pathLst>
            </a:custGeom>
            <a:solidFill>
              <a:srgbClr val="0085C6">
                <a:alpha val="5000"/>
              </a:srgbClr>
            </a:solidFill>
            <a:ln w="1269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10" name="Gelijkbenige driehoek 9">
              <a:extLst>
                <a:ext uri="{FF2B5EF4-FFF2-40B4-BE49-F238E27FC236}">
                  <a16:creationId xmlns:a16="http://schemas.microsoft.com/office/drawing/2014/main" id="{78433DAC-08AE-E961-4DE7-DBA661CABD30}"/>
                </a:ext>
              </a:extLst>
            </p:cNvPr>
            <p:cNvSpPr/>
            <p:nvPr userDrawn="1"/>
          </p:nvSpPr>
          <p:spPr>
            <a:xfrm>
              <a:off x="2031572" y="3530024"/>
              <a:ext cx="5505341" cy="2826326"/>
            </a:xfrm>
            <a:prstGeom prst="triangl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3812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79" r:id="rId3"/>
    <p:sldLayoutId id="2147483674" r:id="rId4"/>
    <p:sldLayoutId id="2147483659" r:id="rId5"/>
    <p:sldLayoutId id="2147483649" r:id="rId6"/>
    <p:sldLayoutId id="2147483651" r:id="rId7"/>
    <p:sldLayoutId id="2147483675" r:id="rId8"/>
    <p:sldLayoutId id="2147483676" r:id="rId9"/>
    <p:sldLayoutId id="2147483652" r:id="rId10"/>
    <p:sldLayoutId id="2147483669" r:id="rId11"/>
    <p:sldLayoutId id="2147483670" r:id="rId12"/>
    <p:sldLayoutId id="2147483680" r:id="rId13"/>
    <p:sldLayoutId id="2147483681" r:id="rId14"/>
    <p:sldLayoutId id="2147483682" r:id="rId15"/>
    <p:sldLayoutId id="2147483671" r:id="rId16"/>
    <p:sldLayoutId id="2147483672" r:id="rId17"/>
    <p:sldLayoutId id="2147483673" r:id="rId18"/>
    <p:sldLayoutId id="2147483660" r:id="rId19"/>
    <p:sldLayoutId id="2147483663" r:id="rId20"/>
    <p:sldLayoutId id="2147483664" r:id="rId21"/>
    <p:sldLayoutId id="2147483677" r:id="rId22"/>
    <p:sldLayoutId id="2147483665" r:id="rId23"/>
    <p:sldLayoutId id="2147483666" r:id="rId24"/>
    <p:sldLayoutId id="2147483667" r:id="rId25"/>
    <p:sldLayoutId id="2147483668" r:id="rId26"/>
    <p:sldLayoutId id="2147483678" r:id="rId27"/>
    <p:sldLayoutId id="2147483655" r:id="rId28"/>
    <p:sldLayoutId id="2147483654" r:id="rId29"/>
    <p:sldLayoutId id="2147483656" r:id="rId30"/>
    <p:sldLayoutId id="2147483657" r:id="rId31"/>
    <p:sldLayoutId id="2147483661" r:id="rId3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>
          <a:solidFill>
            <a:schemeClr val="accent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64686B"/>
        </a:buClr>
        <a:buSzPct val="90000"/>
        <a:buFont typeface="Wingdings" panose="05000000000000000000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  <p15:guide id="7" orient="horz" pos="703" userDrawn="1">
          <p15:clr>
            <a:srgbClr val="F26B43"/>
          </p15:clr>
        </p15:guide>
        <p15:guide id="8" orient="horz" pos="187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onovum.github.io/mim-datatypen/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s://geonovum.github.io/geonovum-datatypen/" TargetMode="External"/><Relationship Id="rId10" Type="http://schemas.openxmlformats.org/officeDocument/2006/relationships/customXml" Target="../ink/ink2.xml"/><Relationship Id="rId4" Type="http://schemas.openxmlformats.org/officeDocument/2006/relationships/hyperlink" Target="https://geonovum.github.io/iso-19107-datatypen/" TargetMode="Externa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C0D40446-620E-70AA-7430-FB70428A6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950" y="1804500"/>
            <a:ext cx="4826924" cy="1122074"/>
          </a:xfrm>
        </p:spPr>
        <p:txBody>
          <a:bodyPr/>
          <a:lstStyle/>
          <a:p>
            <a:r>
              <a:rPr lang="nl-NL" dirty="0"/>
              <a:t>Kennis- en ervaringssessie: MIM-UML en relaties naar externe modellen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269E31-8424-519E-A74C-0E96976EA1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Paul</a:t>
            </a:r>
            <a:endParaRPr lang="nl-NL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E5C588CF-1BFB-0D66-F25E-177160CCAE6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75EA9B3-809F-44BB-B7CF-79FF1B0E462C}" type="datetime2">
              <a:rPr lang="nl-NL" smtClean="0"/>
              <a:pPr/>
              <a:t>vrijdag 25 september 2026</a:t>
            </a:fld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C1C29F-34CB-505D-6FA5-D756549933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027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B4F21-44D3-337B-5B0A-6FA11960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24" y="64536"/>
            <a:ext cx="9780132" cy="1280159"/>
          </a:xfrm>
        </p:spPr>
        <p:txBody>
          <a:bodyPr/>
          <a:lstStyle/>
          <a:p>
            <a:r>
              <a:rPr lang="nl-NL" dirty="0"/>
              <a:t>Praktijk: MIM-UML en relaties naar externe modellen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663B66-8B10-7235-9E6B-FA40E44F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situatie is anders voor een conceptueel model dan een logisch model</a:t>
            </a:r>
          </a:p>
          <a:p>
            <a:r>
              <a:rPr lang="nl-NL" dirty="0"/>
              <a:t>Hoe organiseer je packages </a:t>
            </a:r>
            <a:r>
              <a:rPr lang="nl-NL" dirty="0" err="1"/>
              <a:t>mbt</a:t>
            </a:r>
            <a:r>
              <a:rPr lang="nl-NL" dirty="0"/>
              <a:t> tot één model? Extern en View</a:t>
            </a:r>
          </a:p>
          <a:p>
            <a:r>
              <a:rPr lang="nl-NL" dirty="0"/>
              <a:t>Welke </a:t>
            </a:r>
            <a:r>
              <a:rPr lang="nl-NL" dirty="0" err="1"/>
              <a:t>metainfo</a:t>
            </a:r>
            <a:r>
              <a:rPr lang="nl-NL" dirty="0"/>
              <a:t> sla je waar op?</a:t>
            </a:r>
          </a:p>
          <a:p>
            <a:r>
              <a:rPr lang="nl-NL" dirty="0"/>
              <a:t>Hoe organiseer je binnen je organisatie, de samenhang tussen modellen in een (EA) UML model</a:t>
            </a:r>
          </a:p>
          <a:p>
            <a:r>
              <a:rPr lang="nl-NL" dirty="0"/>
              <a:t>Hoe refereer je modellen en packages die je niet hebt</a:t>
            </a:r>
          </a:p>
          <a:p>
            <a:r>
              <a:rPr lang="nl-NL" dirty="0"/>
              <a:t>Hoe ga je om met genereren gegevenscatalogus </a:t>
            </a:r>
          </a:p>
          <a:p>
            <a:r>
              <a:rPr lang="nl-NL" dirty="0"/>
              <a:t>Hoe genereer je schema’s van aan elkaar gelinkte modellen</a:t>
            </a:r>
          </a:p>
          <a:p>
            <a:r>
              <a:rPr lang="nl-NL" dirty="0"/>
              <a:t>Hoe helpt </a:t>
            </a:r>
            <a:r>
              <a:rPr lang="nl-NL" dirty="0" err="1"/>
              <a:t>Imvertor</a:t>
            </a:r>
            <a:r>
              <a:rPr lang="nl-NL" dirty="0"/>
              <a:t> hierin? Wat kan wel, wat kan niet.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A751B1D-7E0A-49A4-CD27-AD8135F8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080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E70E3-9C83-9F7C-299E-D8890BB2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F73D6F9-ECDB-6CBD-4C47-9640783F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3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F9519E3-B474-109C-CE60-442C431E10C0}"/>
              </a:ext>
            </a:extLst>
          </p:cNvPr>
          <p:cNvSpPr txBox="1"/>
          <p:nvPr/>
        </p:nvSpPr>
        <p:spPr>
          <a:xfrm>
            <a:off x="882316" y="1447851"/>
            <a:ext cx="992204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nl-NL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Van </a:t>
            </a:r>
            <a:r>
              <a:rPr lang="nl-NL" sz="18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Wilko: Wel </a:t>
            </a: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merk ik dat het niet 1 probleem is en dat er dus ook niet 1 oplossing kan zijn:</a:t>
            </a:r>
          </a:p>
          <a:p>
            <a:pPr>
              <a:buNone/>
            </a:pPr>
            <a:endParaRPr lang="nl-NL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Het hangt er al heel er vanaf wat je extern noemt: voor het DSO: buiten het DSO stelsel, Buiten MIM of buiten het controlegebied van Geonovum?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nl-NL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 logische modellen verwijs je altijd naar een object in een ander model en is de vraag: hoe verwijs je naar objecten in andere registraties.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nl-NL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 conceptuele modellen probeer je het concept uit je eigen model te relateren aan een concept uit een ander </a:t>
            </a:r>
            <a:r>
              <a:rPr lang="nl-NL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informatiemodel</a:t>
            </a: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 Hier zit een rijkheid aan relaties die soms zullen relateren in verwijzingen en soms in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subklasses</a:t>
            </a: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en soms in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constraints</a:t>
            </a:r>
            <a:r>
              <a:rPr lang="nl-NL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nl-NL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09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14EEB9-ACEB-88AD-E05E-2E9A8A6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50" y="-393030"/>
            <a:ext cx="9780132" cy="1280159"/>
          </a:xfrm>
        </p:spPr>
        <p:txBody>
          <a:bodyPr/>
          <a:lstStyle/>
          <a:p>
            <a:r>
              <a:rPr lang="nl-NL" dirty="0"/>
              <a:t>Mechanismen die ik zie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E8A6620-23F4-508B-17BB-C3AC9048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520825"/>
            <a:ext cx="11587855" cy="4703512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Gebruik datatypen uit externe packages</a:t>
            </a:r>
          </a:p>
          <a:p>
            <a:r>
              <a:rPr lang="nl-NL" dirty="0"/>
              <a:t>NEN 3610 als extern package, meestal alleen generalisatie relatie</a:t>
            </a:r>
          </a:p>
          <a:p>
            <a:r>
              <a:rPr lang="nl-NL" dirty="0"/>
              <a:t>Referenties tussen modellen </a:t>
            </a:r>
          </a:p>
          <a:p>
            <a:pPr lvl="1"/>
            <a:r>
              <a:rPr lang="nl-NL" dirty="0"/>
              <a:t>MIM externe koppeling wordt niet of nauwelijks gebruikt</a:t>
            </a:r>
          </a:p>
          <a:p>
            <a:pPr lvl="1"/>
            <a:r>
              <a:rPr lang="nl-NL" dirty="0"/>
              <a:t>&lt;&lt;Extern&gt;&gt; wordt nauwelijks gebruikt</a:t>
            </a:r>
          </a:p>
          <a:p>
            <a:pPr lvl="1"/>
            <a:r>
              <a:rPr lang="nl-NL" dirty="0"/>
              <a:t>Onduidelijk of </a:t>
            </a:r>
            <a:r>
              <a:rPr lang="nl-NL" dirty="0" err="1"/>
              <a:t>MIM:Externe</a:t>
            </a:r>
            <a:r>
              <a:rPr lang="nl-NL" dirty="0"/>
              <a:t> koppeling nodig is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&lt;&lt;View&gt;&gt; van </a:t>
            </a:r>
            <a:r>
              <a:rPr lang="nl-NL" dirty="0" err="1"/>
              <a:t>geimporteerde</a:t>
            </a:r>
            <a:r>
              <a:rPr lang="nl-NL" dirty="0"/>
              <a:t> modellen</a:t>
            </a:r>
          </a:p>
          <a:p>
            <a:pPr lvl="1"/>
            <a:r>
              <a:rPr lang="nl-NL" dirty="0" err="1"/>
              <a:t>MIM:Externe</a:t>
            </a:r>
            <a:r>
              <a:rPr lang="nl-NL" dirty="0"/>
              <a:t> koppeling wordt niet of nauwelijks gebruikt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Data referenties via </a:t>
            </a:r>
            <a:r>
              <a:rPr lang="nl-NL" dirty="0" err="1"/>
              <a:t>ID’s</a:t>
            </a:r>
            <a:r>
              <a:rPr lang="nl-NL" dirty="0"/>
              <a:t> verwijzing (bijvoorbeeld ‘</a:t>
            </a:r>
            <a:r>
              <a:rPr lang="nl-NL" dirty="0" err="1"/>
              <a:t>BagID</a:t>
            </a:r>
            <a:r>
              <a:rPr lang="nl-NL" dirty="0"/>
              <a:t>’)</a:t>
            </a:r>
          </a:p>
          <a:p>
            <a:r>
              <a:rPr lang="nl-NL" dirty="0"/>
              <a:t>Afgeleide attributen (in definitie of toelichting opgenomen).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453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64088-A50C-F987-A796-CB3BA262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-443851"/>
            <a:ext cx="9780132" cy="1280159"/>
          </a:xfrm>
        </p:spPr>
        <p:txBody>
          <a:bodyPr/>
          <a:lstStyle/>
          <a:p>
            <a:r>
              <a:rPr lang="nl-NL" dirty="0"/>
              <a:t>Basisdatatypen: Voor iedereen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CA970E-E659-53AB-5F37-C749877F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5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83E1268-98B5-D4D1-D5E8-BBA947AE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28" y="917135"/>
            <a:ext cx="4305901" cy="4372585"/>
          </a:xfrm>
          <a:prstGeom prst="rect">
            <a:avLst/>
          </a:prstGeom>
        </p:spPr>
      </p:pic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8279F821-6462-FD2F-8FF6-5D3A8AD07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453" y="1102164"/>
            <a:ext cx="6147493" cy="4932363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Basisdatatypen onder beheer.</a:t>
            </a:r>
          </a:p>
          <a:p>
            <a:pPr>
              <a:buFontTx/>
              <a:buChar char="-"/>
            </a:pPr>
            <a:r>
              <a:rPr lang="nl-NL" dirty="0"/>
              <a:t>Aanbieden aan </a:t>
            </a:r>
            <a:r>
              <a:rPr lang="nl-NL" dirty="0" err="1"/>
              <a:t>Imvertor</a:t>
            </a:r>
            <a:endParaRPr lang="nl-NL" dirty="0"/>
          </a:p>
          <a:p>
            <a:pPr>
              <a:buFontTx/>
              <a:buChar char="-"/>
            </a:pPr>
            <a:r>
              <a:rPr lang="nl-NL" dirty="0"/>
              <a:t>Maak vocabulaire (in </a:t>
            </a:r>
            <a:r>
              <a:rPr lang="nl-NL" dirty="0" err="1"/>
              <a:t>progress</a:t>
            </a:r>
            <a:r>
              <a:rPr lang="nl-NL" dirty="0"/>
              <a:t>)</a:t>
            </a:r>
          </a:p>
          <a:p>
            <a:pPr>
              <a:buFontTx/>
              <a:buChar char="-"/>
            </a:pPr>
            <a:r>
              <a:rPr lang="nl-NL" dirty="0"/>
              <a:t>Let op EA </a:t>
            </a:r>
            <a:r>
              <a:rPr lang="nl-NL" dirty="0" err="1"/>
              <a:t>id’s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4E97D75-5A3B-84C5-A0C3-878ADBDE5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440" y="2594482"/>
            <a:ext cx="2066667" cy="2695238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61031F0E-8EF3-82E5-D990-F0ABF3D91169}"/>
              </a:ext>
            </a:extLst>
          </p:cNvPr>
          <p:cNvSpPr txBox="1"/>
          <p:nvPr/>
        </p:nvSpPr>
        <p:spPr>
          <a:xfrm>
            <a:off x="252328" y="5480166"/>
            <a:ext cx="2987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4"/>
              </a:rPr>
              <a:t>ISO 19107 datatypen</a:t>
            </a:r>
            <a:endParaRPr lang="nl-NL" dirty="0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434C727B-EAB0-A357-431A-84FD636EC7FE}"/>
              </a:ext>
            </a:extLst>
          </p:cNvPr>
          <p:cNvSpPr txBox="1"/>
          <p:nvPr/>
        </p:nvSpPr>
        <p:spPr>
          <a:xfrm>
            <a:off x="252328" y="6360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5"/>
              </a:rPr>
              <a:t>Geonovum datatypen</a:t>
            </a:r>
            <a:endParaRPr lang="nl-NL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859B4BCA-8C47-942C-FBF7-CC851DFDB5CC}"/>
              </a:ext>
            </a:extLst>
          </p:cNvPr>
          <p:cNvSpPr txBox="1"/>
          <p:nvPr/>
        </p:nvSpPr>
        <p:spPr>
          <a:xfrm>
            <a:off x="252328" y="5940865"/>
            <a:ext cx="2053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6"/>
              </a:rPr>
              <a:t>MIM - Datatypen</a:t>
            </a:r>
            <a:endParaRPr lang="nl-NL" dirty="0"/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88F690E1-99BE-C800-6000-D93D66785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392" y="3429000"/>
            <a:ext cx="4088433" cy="30104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t 23">
                <a:extLst>
                  <a:ext uri="{FF2B5EF4-FFF2-40B4-BE49-F238E27FC236}">
                    <a16:creationId xmlns:a16="http://schemas.microsoft.com/office/drawing/2014/main" id="{71E65F7D-73B0-E002-6E46-6EC52ADD5228}"/>
                  </a:ext>
                </a:extLst>
              </p14:cNvPr>
              <p14:cNvContentPartPr/>
              <p14:nvPr/>
            </p14:nvContentPartPr>
            <p14:xfrm>
              <a:off x="10469543" y="2635641"/>
              <a:ext cx="701280" cy="701280"/>
            </p14:xfrm>
          </p:contentPart>
        </mc:Choice>
        <mc:Fallback xmlns="">
          <p:pic>
            <p:nvPicPr>
              <p:cNvPr id="24" name="Inkt 23">
                <a:extLst>
                  <a:ext uri="{FF2B5EF4-FFF2-40B4-BE49-F238E27FC236}">
                    <a16:creationId xmlns:a16="http://schemas.microsoft.com/office/drawing/2014/main" id="{71E65F7D-73B0-E002-6E46-6EC52ADD52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63423" y="2629521"/>
                <a:ext cx="71352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t 24">
                <a:extLst>
                  <a:ext uri="{FF2B5EF4-FFF2-40B4-BE49-F238E27FC236}">
                    <a16:creationId xmlns:a16="http://schemas.microsoft.com/office/drawing/2014/main" id="{CC721435-D31E-E9FF-2EB3-8EC35EE25980}"/>
                  </a:ext>
                </a:extLst>
              </p14:cNvPr>
              <p14:cNvContentPartPr/>
              <p14:nvPr/>
            </p14:nvContentPartPr>
            <p14:xfrm>
              <a:off x="10404023" y="3146841"/>
              <a:ext cx="384120" cy="253080"/>
            </p14:xfrm>
          </p:contentPart>
        </mc:Choice>
        <mc:Fallback xmlns="">
          <p:pic>
            <p:nvPicPr>
              <p:cNvPr id="25" name="Inkt 24">
                <a:extLst>
                  <a:ext uri="{FF2B5EF4-FFF2-40B4-BE49-F238E27FC236}">
                    <a16:creationId xmlns:a16="http://schemas.microsoft.com/office/drawing/2014/main" id="{CC721435-D31E-E9FF-2EB3-8EC35EE259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97903" y="3140721"/>
                <a:ext cx="396360" cy="2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042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2BD73-22BD-5E65-0651-5C036B0C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1" y="193040"/>
            <a:ext cx="9780132" cy="558800"/>
          </a:xfrm>
        </p:spPr>
        <p:txBody>
          <a:bodyPr>
            <a:normAutofit fontScale="90000"/>
          </a:bodyPr>
          <a:lstStyle/>
          <a:p>
            <a:r>
              <a:rPr lang="nl-NL" dirty="0"/>
              <a:t>Creëren van View packages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CD2CAA-6852-738C-5D04-6F2CD8CC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6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304E922-E5AB-2F3B-34B5-99A2BAAD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1" y="2438400"/>
            <a:ext cx="4401164" cy="3877216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DF635D4C-C7F1-5D9A-664F-E42A27F78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120" y="1847168"/>
            <a:ext cx="8012880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1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B465D-8481-E3DD-ADEF-A2C7B49F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106" y="38037"/>
            <a:ext cx="9780132" cy="1280159"/>
          </a:xfrm>
        </p:spPr>
        <p:txBody>
          <a:bodyPr/>
          <a:lstStyle/>
          <a:p>
            <a:r>
              <a:rPr lang="nl-NL" dirty="0"/>
              <a:t>Koppeling in data middels </a:t>
            </a:r>
            <a:r>
              <a:rPr lang="nl-NL" u="sng" dirty="0" err="1"/>
              <a:t>id</a:t>
            </a:r>
            <a:r>
              <a:rPr lang="nl-NL" u="sng" dirty="0"/>
              <a:t> verwijzing</a:t>
            </a:r>
            <a:br>
              <a:rPr lang="nl-NL" dirty="0"/>
            </a:br>
            <a:r>
              <a:rPr lang="nl-NL" dirty="0"/>
              <a:t>en </a:t>
            </a:r>
            <a:r>
              <a:rPr lang="nl-NL" u="sng" dirty="0"/>
              <a:t>afgeleide attributen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1DD406-6959-7DF7-4A3B-1231FADA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520825"/>
            <a:ext cx="1296151" cy="476417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IMGeo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778C2CC-9622-67DE-BA76-57DB22C8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EB0DD53-4FC2-1F9C-ADB4-3218D418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06" y="2108658"/>
            <a:ext cx="3647619" cy="174285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7F124D0-9B93-C513-D4E6-4CF71D085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2108658"/>
            <a:ext cx="4498537" cy="4711305"/>
          </a:xfrm>
          <a:prstGeom prst="rect">
            <a:avLst/>
          </a:prstGeom>
        </p:spPr>
      </p:pic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FF045B5D-63AB-4A42-27C7-15D3E4995630}"/>
              </a:ext>
            </a:extLst>
          </p:cNvPr>
          <p:cNvSpPr txBox="1">
            <a:spLocks/>
          </p:cNvSpPr>
          <p:nvPr/>
        </p:nvSpPr>
        <p:spPr>
          <a:xfrm>
            <a:off x="5999798" y="1456200"/>
            <a:ext cx="1296151" cy="476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nl-NL" dirty="0"/>
              <a:t>IMEV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10EF3E36-95BE-E27F-E8E8-8058704AA4F8}"/>
              </a:ext>
            </a:extLst>
          </p:cNvPr>
          <p:cNvSpPr txBox="1">
            <a:spLocks/>
          </p:cNvSpPr>
          <p:nvPr/>
        </p:nvSpPr>
        <p:spPr>
          <a:xfrm>
            <a:off x="7295949" y="1494237"/>
            <a:ext cx="1296151" cy="47641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86B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nl-NL" dirty="0"/>
              <a:t>Geometrie uit BAG</a:t>
            </a:r>
          </a:p>
        </p:txBody>
      </p:sp>
    </p:spTree>
    <p:extLst>
      <p:ext uri="{BB962C8B-B14F-4D97-AF65-F5344CB8AC3E}">
        <p14:creationId xmlns:p14="http://schemas.microsoft.com/office/powerpoint/2010/main" val="2407811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CBE8CC-58DC-1303-F27C-EB90E74D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30122001"/>
      </p:ext>
    </p:extLst>
  </p:cSld>
  <p:clrMapOvr>
    <a:masterClrMapping/>
  </p:clrMapOvr>
</p:sld>
</file>

<file path=ppt/theme/theme1.xml><?xml version="1.0" encoding="utf-8"?>
<a:theme xmlns:a="http://schemas.openxmlformats.org/drawingml/2006/main" name="Geonovum">
  <a:themeElements>
    <a:clrScheme name="Geonovum 2022">
      <a:dk1>
        <a:srgbClr val="3C3C3C"/>
      </a:dk1>
      <a:lt1>
        <a:sysClr val="window" lastClr="FFFFFF"/>
      </a:lt1>
      <a:dk2>
        <a:srgbClr val="64686B"/>
      </a:dk2>
      <a:lt2>
        <a:srgbClr val="EEEEEE"/>
      </a:lt2>
      <a:accent1>
        <a:srgbClr val="97C00E"/>
      </a:accent1>
      <a:accent2>
        <a:srgbClr val="64686B"/>
      </a:accent2>
      <a:accent3>
        <a:srgbClr val="0085C6"/>
      </a:accent3>
      <a:accent4>
        <a:srgbClr val="97C00E"/>
      </a:accent4>
      <a:accent5>
        <a:srgbClr val="64686B"/>
      </a:accent5>
      <a:accent6>
        <a:srgbClr val="0085C6"/>
      </a:accent6>
      <a:hlink>
        <a:srgbClr val="0085C6"/>
      </a:hlink>
      <a:folHlink>
        <a:srgbClr val="64686B"/>
      </a:folHlink>
    </a:clrScheme>
    <a:fontScheme name="Geonovum 2022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onovum presentatie leeg" id="{941489D8-CC38-4616-819C-1DCC2A5FA0CE}" vid="{E3FE695C-92E3-4AF8-9DF8-7DE31A5DD5F3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51B73BEF12BC46A5760F7055241DA2" ma:contentTypeVersion="4" ma:contentTypeDescription="Een nieuw document maken." ma:contentTypeScope="" ma:versionID="24d840c36bc392d11f8907056b9f1ece">
  <xsd:schema xmlns:xsd="http://www.w3.org/2001/XMLSchema" xmlns:xs="http://www.w3.org/2001/XMLSchema" xmlns:p="http://schemas.microsoft.com/office/2006/metadata/properties" xmlns:ns2="775eb4a7-1957-4448-be69-11d9159f9038" targetNamespace="http://schemas.microsoft.com/office/2006/metadata/properties" ma:root="true" ma:fieldsID="ae1b7cc491d1c34e8513bfb753c26ff4" ns2:_="">
    <xsd:import namespace="775eb4a7-1957-4448-be69-11d9159f90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eb4a7-1957-4448-be69-11d9159f90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62C82F-1A86-4574-9D0F-C4752AC551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eb4a7-1957-4448-be69-11d9159f90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83287A-845A-48CB-AF88-FB473BCEC4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DED3F7-B7B8-4C71-A70C-E6B40CDD363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Geonovum presentatie leeg</Template>
  <TotalTime>0</TotalTime>
  <Words>366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Geonovum</vt:lpstr>
      <vt:lpstr>PowerPoint Presentation</vt:lpstr>
      <vt:lpstr>Praktijk: MIM-UML en relaties naar externe modellen</vt:lpstr>
      <vt:lpstr>PowerPoint Presentation</vt:lpstr>
      <vt:lpstr>Mechanismen die ik zie</vt:lpstr>
      <vt:lpstr>Basisdatatypen: Voor iedereen</vt:lpstr>
      <vt:lpstr>Creëren van View packages</vt:lpstr>
      <vt:lpstr>Koppeling in data middels id verwijzing en afgeleide attributen</vt:lpstr>
      <vt:lpstr>Bedankt!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Janssen</dc:creator>
  <cp:lastModifiedBy>Paul Janssen</cp:lastModifiedBy>
  <cp:revision>2</cp:revision>
  <dcterms:created xsi:type="dcterms:W3CDTF">2026-03-31T11:26:30Z</dcterms:created>
  <dcterms:modified xsi:type="dcterms:W3CDTF">2026-09-25T07:21:45Z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0x0101009051B73BEF12BC46A5760F7055241DA2</vt:lpwstr>
  </property>
</Properties>
</file>